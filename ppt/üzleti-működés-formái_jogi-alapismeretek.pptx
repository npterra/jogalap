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4" r:id="rId1"/>
  </p:sldMasterIdLst>
  <p:notesMasterIdLst>
    <p:notesMasterId r:id="rId52"/>
  </p:notesMasterIdLst>
  <p:sldIdLst>
    <p:sldId id="256" r:id="rId2"/>
    <p:sldId id="258" r:id="rId3"/>
    <p:sldId id="257" r:id="rId4"/>
    <p:sldId id="259" r:id="rId5"/>
    <p:sldId id="261" r:id="rId6"/>
    <p:sldId id="269" r:id="rId7"/>
    <p:sldId id="270" r:id="rId8"/>
    <p:sldId id="268" r:id="rId9"/>
    <p:sldId id="271" r:id="rId10"/>
    <p:sldId id="272" r:id="rId11"/>
    <p:sldId id="273" r:id="rId12"/>
    <p:sldId id="281" r:id="rId13"/>
    <p:sldId id="274" r:id="rId14"/>
    <p:sldId id="275" r:id="rId15"/>
    <p:sldId id="276" r:id="rId16"/>
    <p:sldId id="277" r:id="rId17"/>
    <p:sldId id="278" r:id="rId18"/>
    <p:sldId id="262" r:id="rId19"/>
    <p:sldId id="279" r:id="rId20"/>
    <p:sldId id="280" r:id="rId21"/>
    <p:sldId id="260" r:id="rId22"/>
    <p:sldId id="267" r:id="rId23"/>
    <p:sldId id="302" r:id="rId24"/>
    <p:sldId id="282" r:id="rId25"/>
    <p:sldId id="305" r:id="rId26"/>
    <p:sldId id="283" r:id="rId27"/>
    <p:sldId id="284" r:id="rId28"/>
    <p:sldId id="285" r:id="rId29"/>
    <p:sldId id="286" r:id="rId30"/>
    <p:sldId id="263" r:id="rId31"/>
    <p:sldId id="287" r:id="rId32"/>
    <p:sldId id="288" r:id="rId33"/>
    <p:sldId id="289" r:id="rId34"/>
    <p:sldId id="290" r:id="rId35"/>
    <p:sldId id="264" r:id="rId36"/>
    <p:sldId id="291" r:id="rId37"/>
    <p:sldId id="265" r:id="rId38"/>
    <p:sldId id="292" r:id="rId39"/>
    <p:sldId id="293" r:id="rId40"/>
    <p:sldId id="294" r:id="rId41"/>
    <p:sldId id="295" r:id="rId42"/>
    <p:sldId id="296" r:id="rId43"/>
    <p:sldId id="297" r:id="rId44"/>
    <p:sldId id="298" r:id="rId45"/>
    <p:sldId id="266" r:id="rId46"/>
    <p:sldId id="299" r:id="rId47"/>
    <p:sldId id="300" r:id="rId48"/>
    <p:sldId id="303" r:id="rId49"/>
    <p:sldId id="301" r:id="rId50"/>
    <p:sldId id="304"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5" d="100"/>
          <a:sy n="45" d="100"/>
        </p:scale>
        <p:origin x="1070"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EE70F80-3903-407B-8C40-CD6F74213DB7}" type="doc">
      <dgm:prSet loTypeId="urn:microsoft.com/office/officeart/2005/8/layout/hierarchy1" loCatId="hierarchy" qsTypeId="urn:microsoft.com/office/officeart/2005/8/quickstyle/simple2" qsCatId="simple" csTypeId="urn:microsoft.com/office/officeart/2005/8/colors/accent1_2" csCatId="accent1" phldr="1"/>
      <dgm:spPr/>
      <dgm:t>
        <a:bodyPr/>
        <a:lstStyle/>
        <a:p>
          <a:endParaRPr lang="hu-HU"/>
        </a:p>
      </dgm:t>
    </dgm:pt>
    <dgm:pt modelId="{14BD56F5-A129-4DD5-86A7-C930152812B5}">
      <dgm:prSet phldrT="[Szöveg]" phldr="0"/>
      <dgm:spPr/>
      <dgm:t>
        <a:bodyPr/>
        <a:lstStyle/>
        <a:p>
          <a:r>
            <a:rPr lang="hu-HU" dirty="0"/>
            <a:t>Gazdasági szereplők</a:t>
          </a:r>
        </a:p>
      </dgm:t>
    </dgm:pt>
    <dgm:pt modelId="{BA1BB621-7481-4189-9671-38D5D81ECCB8}" type="parTrans" cxnId="{C9FD3E84-5553-48EA-88A3-33C34701C276}">
      <dgm:prSet/>
      <dgm:spPr/>
      <dgm:t>
        <a:bodyPr/>
        <a:lstStyle/>
        <a:p>
          <a:endParaRPr lang="hu-HU"/>
        </a:p>
      </dgm:t>
    </dgm:pt>
    <dgm:pt modelId="{C4433DC6-2990-465B-8AC9-C36F5A204C78}" type="sibTrans" cxnId="{C9FD3E84-5553-48EA-88A3-33C34701C276}">
      <dgm:prSet/>
      <dgm:spPr/>
      <dgm:t>
        <a:bodyPr/>
        <a:lstStyle/>
        <a:p>
          <a:endParaRPr lang="hu-HU"/>
        </a:p>
      </dgm:t>
    </dgm:pt>
    <dgm:pt modelId="{54CB746F-A223-407E-AB2E-AA46D9B4CC0F}">
      <dgm:prSet phldrT="[Szöveg]" phldr="0"/>
      <dgm:spPr/>
      <dgm:t>
        <a:bodyPr/>
        <a:lstStyle/>
        <a:p>
          <a:r>
            <a:rPr lang="hu-HU" dirty="0"/>
            <a:t>Nem jogi személyek</a:t>
          </a:r>
        </a:p>
      </dgm:t>
    </dgm:pt>
    <dgm:pt modelId="{25FA7A5B-F550-42B4-83D4-8F1C543A9050}" type="parTrans" cxnId="{BD796038-E915-45C6-8731-177CA661F682}">
      <dgm:prSet/>
      <dgm:spPr/>
      <dgm:t>
        <a:bodyPr/>
        <a:lstStyle/>
        <a:p>
          <a:endParaRPr lang="hu-HU"/>
        </a:p>
      </dgm:t>
    </dgm:pt>
    <dgm:pt modelId="{64ADC6D7-8E30-4C49-BC00-A9E46D5DB7BA}" type="sibTrans" cxnId="{BD796038-E915-45C6-8731-177CA661F682}">
      <dgm:prSet/>
      <dgm:spPr/>
      <dgm:t>
        <a:bodyPr/>
        <a:lstStyle/>
        <a:p>
          <a:endParaRPr lang="hu-HU"/>
        </a:p>
      </dgm:t>
    </dgm:pt>
    <dgm:pt modelId="{70A83FDE-201E-4682-BD44-629472B3505E}">
      <dgm:prSet phldrT="[Szöveg]" phldr="0"/>
      <dgm:spPr/>
      <dgm:t>
        <a:bodyPr/>
        <a:lstStyle/>
        <a:p>
          <a:r>
            <a:rPr lang="hu-HU" dirty="0"/>
            <a:t>Egyéni vállalkozó</a:t>
          </a:r>
        </a:p>
      </dgm:t>
    </dgm:pt>
    <dgm:pt modelId="{CA7617CE-2E9D-4007-BEAA-9F6D80FFB09E}" type="parTrans" cxnId="{90389223-FBBF-4C48-9A24-5EC63830D1E4}">
      <dgm:prSet/>
      <dgm:spPr/>
      <dgm:t>
        <a:bodyPr/>
        <a:lstStyle/>
        <a:p>
          <a:endParaRPr lang="hu-HU"/>
        </a:p>
      </dgm:t>
    </dgm:pt>
    <dgm:pt modelId="{B64C78C8-14A5-4E15-ADC9-2AB632E02C78}" type="sibTrans" cxnId="{90389223-FBBF-4C48-9A24-5EC63830D1E4}">
      <dgm:prSet/>
      <dgm:spPr/>
      <dgm:t>
        <a:bodyPr/>
        <a:lstStyle/>
        <a:p>
          <a:endParaRPr lang="hu-HU"/>
        </a:p>
      </dgm:t>
    </dgm:pt>
    <dgm:pt modelId="{FA7DCD8C-1BBE-484C-9558-17261203CF1C}">
      <dgm:prSet phldrT="[Szöveg]" phldr="0"/>
      <dgm:spPr/>
      <dgm:t>
        <a:bodyPr/>
        <a:lstStyle/>
        <a:p>
          <a:r>
            <a:rPr lang="hu-HU" dirty="0"/>
            <a:t>Egyéni cég</a:t>
          </a:r>
        </a:p>
      </dgm:t>
    </dgm:pt>
    <dgm:pt modelId="{DF36DE19-8810-4714-8390-A147B83C6F54}" type="parTrans" cxnId="{414B5CE9-E953-4968-A9B4-05AD86648AB6}">
      <dgm:prSet/>
      <dgm:spPr/>
      <dgm:t>
        <a:bodyPr/>
        <a:lstStyle/>
        <a:p>
          <a:endParaRPr lang="hu-HU"/>
        </a:p>
      </dgm:t>
    </dgm:pt>
    <dgm:pt modelId="{53021252-7871-4DFF-B400-7F9EDE045840}" type="sibTrans" cxnId="{414B5CE9-E953-4968-A9B4-05AD86648AB6}">
      <dgm:prSet/>
      <dgm:spPr/>
      <dgm:t>
        <a:bodyPr/>
        <a:lstStyle/>
        <a:p>
          <a:endParaRPr lang="hu-HU"/>
        </a:p>
      </dgm:t>
    </dgm:pt>
    <dgm:pt modelId="{C044E032-D81A-4E1D-A7DA-78E733ECB3D8}">
      <dgm:prSet phldrT="[Szöveg]" phldr="0"/>
      <dgm:spPr/>
      <dgm:t>
        <a:bodyPr/>
        <a:lstStyle/>
        <a:p>
          <a:r>
            <a:rPr lang="hu-HU" dirty="0"/>
            <a:t>Jogi személyek</a:t>
          </a:r>
        </a:p>
      </dgm:t>
    </dgm:pt>
    <dgm:pt modelId="{4799A54B-920C-4C78-A335-EA540A1BEAF8}" type="parTrans" cxnId="{9D7EDA54-0D9D-45DF-B165-BF4FEF8C6DA2}">
      <dgm:prSet/>
      <dgm:spPr/>
      <dgm:t>
        <a:bodyPr/>
        <a:lstStyle/>
        <a:p>
          <a:endParaRPr lang="hu-HU"/>
        </a:p>
      </dgm:t>
    </dgm:pt>
    <dgm:pt modelId="{17FFDC78-B12A-40BD-9738-12AA820E599A}" type="sibTrans" cxnId="{9D7EDA54-0D9D-45DF-B165-BF4FEF8C6DA2}">
      <dgm:prSet/>
      <dgm:spPr/>
      <dgm:t>
        <a:bodyPr/>
        <a:lstStyle/>
        <a:p>
          <a:endParaRPr lang="hu-HU"/>
        </a:p>
      </dgm:t>
    </dgm:pt>
    <dgm:pt modelId="{BF39E59B-7E1B-41CD-A0B3-96C8CF00B874}">
      <dgm:prSet phldrT="[Szöveg]" phldr="0"/>
      <dgm:spPr/>
      <dgm:t>
        <a:bodyPr/>
        <a:lstStyle/>
        <a:p>
          <a:r>
            <a:rPr lang="hu-HU" dirty="0"/>
            <a:t>Gazdasági társaságok</a:t>
          </a:r>
        </a:p>
      </dgm:t>
    </dgm:pt>
    <dgm:pt modelId="{9E94BE78-7F03-43F8-9B8F-39A7EF60FF4C}" type="parTrans" cxnId="{D6F28B45-D58A-46C7-84C3-58B24B56B1E6}">
      <dgm:prSet/>
      <dgm:spPr/>
      <dgm:t>
        <a:bodyPr/>
        <a:lstStyle/>
        <a:p>
          <a:endParaRPr lang="hu-HU"/>
        </a:p>
      </dgm:t>
    </dgm:pt>
    <dgm:pt modelId="{15CFCCA1-83E3-4B25-9D55-0286F77A5E97}" type="sibTrans" cxnId="{D6F28B45-D58A-46C7-84C3-58B24B56B1E6}">
      <dgm:prSet/>
      <dgm:spPr/>
      <dgm:t>
        <a:bodyPr/>
        <a:lstStyle/>
        <a:p>
          <a:endParaRPr lang="hu-HU"/>
        </a:p>
      </dgm:t>
    </dgm:pt>
    <dgm:pt modelId="{1F8775FE-C907-4D32-A51A-91E7F6A7BF66}">
      <dgm:prSet phldrT="[Szöveg]" phldr="0"/>
      <dgm:spPr/>
      <dgm:t>
        <a:bodyPr/>
        <a:lstStyle/>
        <a:p>
          <a:r>
            <a:rPr lang="hu-HU" dirty="0"/>
            <a:t>Közkereseti társaság</a:t>
          </a:r>
        </a:p>
      </dgm:t>
    </dgm:pt>
    <dgm:pt modelId="{078A0960-D923-4560-9848-14EC4D0F46E9}" type="parTrans" cxnId="{20E0C72D-D6C3-4BD9-BA02-E4D35C1561B7}">
      <dgm:prSet/>
      <dgm:spPr/>
      <dgm:t>
        <a:bodyPr/>
        <a:lstStyle/>
        <a:p>
          <a:endParaRPr lang="hu-HU"/>
        </a:p>
      </dgm:t>
    </dgm:pt>
    <dgm:pt modelId="{53F8464B-CF5B-4BED-B299-67F5AE69AF65}" type="sibTrans" cxnId="{20E0C72D-D6C3-4BD9-BA02-E4D35C1561B7}">
      <dgm:prSet/>
      <dgm:spPr/>
      <dgm:t>
        <a:bodyPr/>
        <a:lstStyle/>
        <a:p>
          <a:endParaRPr lang="hu-HU"/>
        </a:p>
      </dgm:t>
    </dgm:pt>
    <dgm:pt modelId="{C20B69E2-8EEA-4508-8015-AC7358DDD6AB}">
      <dgm:prSet phldrT="[Szöveg]" phldr="0"/>
      <dgm:spPr/>
      <dgm:t>
        <a:bodyPr/>
        <a:lstStyle/>
        <a:p>
          <a:r>
            <a:rPr lang="hu-HU" dirty="0"/>
            <a:t>Betéti társaság</a:t>
          </a:r>
        </a:p>
      </dgm:t>
    </dgm:pt>
    <dgm:pt modelId="{F94B6902-6A7A-453F-9730-30F51C097F87}" type="parTrans" cxnId="{E483ED12-DBCD-44EA-8958-DE7E0693DFDA}">
      <dgm:prSet/>
      <dgm:spPr/>
      <dgm:t>
        <a:bodyPr/>
        <a:lstStyle/>
        <a:p>
          <a:endParaRPr lang="hu-HU"/>
        </a:p>
      </dgm:t>
    </dgm:pt>
    <dgm:pt modelId="{2E312F00-D87A-44CD-91CB-CCED6671D56D}" type="sibTrans" cxnId="{E483ED12-DBCD-44EA-8958-DE7E0693DFDA}">
      <dgm:prSet/>
      <dgm:spPr/>
      <dgm:t>
        <a:bodyPr/>
        <a:lstStyle/>
        <a:p>
          <a:endParaRPr lang="hu-HU"/>
        </a:p>
      </dgm:t>
    </dgm:pt>
    <dgm:pt modelId="{35084E10-0586-4B91-9F6E-B1944185D1A0}">
      <dgm:prSet phldrT="[Szöveg]" phldr="0"/>
      <dgm:spPr/>
      <dgm:t>
        <a:bodyPr/>
        <a:lstStyle/>
        <a:p>
          <a:r>
            <a:rPr lang="hu-HU"/>
            <a:t>Korlátolt felelősségű társaság</a:t>
          </a:r>
          <a:endParaRPr lang="hu-HU" dirty="0"/>
        </a:p>
      </dgm:t>
    </dgm:pt>
    <dgm:pt modelId="{C7C96D50-E97F-408C-9B15-586D14D3CA66}" type="parTrans" cxnId="{F5C933DF-E5DA-4BFF-B938-0AA18A8F0C5D}">
      <dgm:prSet/>
      <dgm:spPr/>
      <dgm:t>
        <a:bodyPr/>
        <a:lstStyle/>
        <a:p>
          <a:endParaRPr lang="hu-HU"/>
        </a:p>
      </dgm:t>
    </dgm:pt>
    <dgm:pt modelId="{82DDDBFE-313A-458C-9AD8-633F8A29BF05}" type="sibTrans" cxnId="{F5C933DF-E5DA-4BFF-B938-0AA18A8F0C5D}">
      <dgm:prSet/>
      <dgm:spPr/>
      <dgm:t>
        <a:bodyPr/>
        <a:lstStyle/>
        <a:p>
          <a:endParaRPr lang="hu-HU"/>
        </a:p>
      </dgm:t>
    </dgm:pt>
    <dgm:pt modelId="{9DCE09EC-5985-419B-B218-803A3C6895D1}">
      <dgm:prSet phldrT="[Szöveg]" phldr="0"/>
      <dgm:spPr/>
      <dgm:t>
        <a:bodyPr/>
        <a:lstStyle/>
        <a:p>
          <a:r>
            <a:rPr lang="hu-HU" dirty="0"/>
            <a:t>Részvénytársaság </a:t>
          </a:r>
        </a:p>
      </dgm:t>
    </dgm:pt>
    <dgm:pt modelId="{A426CA64-0591-46F5-AE37-1939FEB903D1}" type="parTrans" cxnId="{A4402FD2-DEED-44C2-8AF4-39A4238E73DA}">
      <dgm:prSet/>
      <dgm:spPr/>
      <dgm:t>
        <a:bodyPr/>
        <a:lstStyle/>
        <a:p>
          <a:endParaRPr lang="hu-HU"/>
        </a:p>
      </dgm:t>
    </dgm:pt>
    <dgm:pt modelId="{6EC533F8-FA24-44C2-ACBD-36D06BF625AD}" type="sibTrans" cxnId="{A4402FD2-DEED-44C2-8AF4-39A4238E73DA}">
      <dgm:prSet/>
      <dgm:spPr/>
      <dgm:t>
        <a:bodyPr/>
        <a:lstStyle/>
        <a:p>
          <a:endParaRPr lang="hu-HU"/>
        </a:p>
      </dgm:t>
    </dgm:pt>
    <dgm:pt modelId="{8A9A41F7-770C-43A8-AFFE-33ACE8C3E11C}" type="pres">
      <dgm:prSet presAssocID="{5EE70F80-3903-407B-8C40-CD6F74213DB7}" presName="hierChild1" presStyleCnt="0">
        <dgm:presLayoutVars>
          <dgm:chPref val="1"/>
          <dgm:dir/>
          <dgm:animOne val="branch"/>
          <dgm:animLvl val="lvl"/>
          <dgm:resizeHandles/>
        </dgm:presLayoutVars>
      </dgm:prSet>
      <dgm:spPr/>
    </dgm:pt>
    <dgm:pt modelId="{48AC8DDC-F7D3-4609-A6C2-D8E201327F83}" type="pres">
      <dgm:prSet presAssocID="{14BD56F5-A129-4DD5-86A7-C930152812B5}" presName="hierRoot1" presStyleCnt="0"/>
      <dgm:spPr/>
    </dgm:pt>
    <dgm:pt modelId="{1E47A24A-D2AC-4877-8AF9-AF21E1A8D409}" type="pres">
      <dgm:prSet presAssocID="{14BD56F5-A129-4DD5-86A7-C930152812B5}" presName="composite" presStyleCnt="0"/>
      <dgm:spPr/>
    </dgm:pt>
    <dgm:pt modelId="{3B11FA6C-7C24-41C2-A989-CCAAC4EAF302}" type="pres">
      <dgm:prSet presAssocID="{14BD56F5-A129-4DD5-86A7-C930152812B5}" presName="background" presStyleLbl="node0" presStyleIdx="0" presStyleCnt="1"/>
      <dgm:spPr/>
    </dgm:pt>
    <dgm:pt modelId="{D56B0511-284F-4B33-AC5B-CEAE927C47DE}" type="pres">
      <dgm:prSet presAssocID="{14BD56F5-A129-4DD5-86A7-C930152812B5}" presName="text" presStyleLbl="fgAcc0" presStyleIdx="0" presStyleCnt="1">
        <dgm:presLayoutVars>
          <dgm:chPref val="3"/>
        </dgm:presLayoutVars>
      </dgm:prSet>
      <dgm:spPr/>
    </dgm:pt>
    <dgm:pt modelId="{810475FD-EF9C-47F1-9273-CFDA970971AB}" type="pres">
      <dgm:prSet presAssocID="{14BD56F5-A129-4DD5-86A7-C930152812B5}" presName="hierChild2" presStyleCnt="0"/>
      <dgm:spPr/>
    </dgm:pt>
    <dgm:pt modelId="{4C15D684-6D54-4B7A-86AA-8087AC71FCA5}" type="pres">
      <dgm:prSet presAssocID="{25FA7A5B-F550-42B4-83D4-8F1C543A9050}" presName="Name10" presStyleLbl="parChTrans1D2" presStyleIdx="0" presStyleCnt="2"/>
      <dgm:spPr/>
    </dgm:pt>
    <dgm:pt modelId="{6E12D95C-A855-4E50-8294-D91A8232419B}" type="pres">
      <dgm:prSet presAssocID="{54CB746F-A223-407E-AB2E-AA46D9B4CC0F}" presName="hierRoot2" presStyleCnt="0"/>
      <dgm:spPr/>
    </dgm:pt>
    <dgm:pt modelId="{2C93488E-D8F3-4A2B-B7B9-29B805F73BF9}" type="pres">
      <dgm:prSet presAssocID="{54CB746F-A223-407E-AB2E-AA46D9B4CC0F}" presName="composite2" presStyleCnt="0"/>
      <dgm:spPr/>
    </dgm:pt>
    <dgm:pt modelId="{20FA1F31-8C8C-484E-BFCF-7C221E7DDF68}" type="pres">
      <dgm:prSet presAssocID="{54CB746F-A223-407E-AB2E-AA46D9B4CC0F}" presName="background2" presStyleLbl="node2" presStyleIdx="0" presStyleCnt="2"/>
      <dgm:spPr/>
    </dgm:pt>
    <dgm:pt modelId="{D7ABDF99-40AF-4409-BFAE-3EEE897974BB}" type="pres">
      <dgm:prSet presAssocID="{54CB746F-A223-407E-AB2E-AA46D9B4CC0F}" presName="text2" presStyleLbl="fgAcc2" presStyleIdx="0" presStyleCnt="2">
        <dgm:presLayoutVars>
          <dgm:chPref val="3"/>
        </dgm:presLayoutVars>
      </dgm:prSet>
      <dgm:spPr/>
    </dgm:pt>
    <dgm:pt modelId="{9AA91940-D930-435B-99D4-A550E038AABB}" type="pres">
      <dgm:prSet presAssocID="{54CB746F-A223-407E-AB2E-AA46D9B4CC0F}" presName="hierChild3" presStyleCnt="0"/>
      <dgm:spPr/>
    </dgm:pt>
    <dgm:pt modelId="{D8189B30-4CBB-404F-B54E-C6CA90F2F644}" type="pres">
      <dgm:prSet presAssocID="{CA7617CE-2E9D-4007-BEAA-9F6D80FFB09E}" presName="Name17" presStyleLbl="parChTrans1D3" presStyleIdx="0" presStyleCnt="3"/>
      <dgm:spPr/>
    </dgm:pt>
    <dgm:pt modelId="{C77F0E5D-B1F0-494C-AF14-A3F755619594}" type="pres">
      <dgm:prSet presAssocID="{70A83FDE-201E-4682-BD44-629472B3505E}" presName="hierRoot3" presStyleCnt="0"/>
      <dgm:spPr/>
    </dgm:pt>
    <dgm:pt modelId="{51295026-E36D-4815-B51D-5C803E9F3379}" type="pres">
      <dgm:prSet presAssocID="{70A83FDE-201E-4682-BD44-629472B3505E}" presName="composite3" presStyleCnt="0"/>
      <dgm:spPr/>
    </dgm:pt>
    <dgm:pt modelId="{E96F49B0-AEB3-4631-8985-DA89DA363625}" type="pres">
      <dgm:prSet presAssocID="{70A83FDE-201E-4682-BD44-629472B3505E}" presName="background3" presStyleLbl="node3" presStyleIdx="0" presStyleCnt="3"/>
      <dgm:spPr/>
    </dgm:pt>
    <dgm:pt modelId="{CBA56B7F-0120-404F-BA31-EA1E5F81A9A3}" type="pres">
      <dgm:prSet presAssocID="{70A83FDE-201E-4682-BD44-629472B3505E}" presName="text3" presStyleLbl="fgAcc3" presStyleIdx="0" presStyleCnt="3">
        <dgm:presLayoutVars>
          <dgm:chPref val="3"/>
        </dgm:presLayoutVars>
      </dgm:prSet>
      <dgm:spPr/>
    </dgm:pt>
    <dgm:pt modelId="{8070F75D-342E-40A8-883F-379BAEABC343}" type="pres">
      <dgm:prSet presAssocID="{70A83FDE-201E-4682-BD44-629472B3505E}" presName="hierChild4" presStyleCnt="0"/>
      <dgm:spPr/>
    </dgm:pt>
    <dgm:pt modelId="{AC29710D-18DB-4996-BC86-48F57D31B28A}" type="pres">
      <dgm:prSet presAssocID="{DF36DE19-8810-4714-8390-A147B83C6F54}" presName="Name17" presStyleLbl="parChTrans1D3" presStyleIdx="1" presStyleCnt="3"/>
      <dgm:spPr/>
    </dgm:pt>
    <dgm:pt modelId="{241418BA-5C2E-4440-95E0-185E2C7DC7C2}" type="pres">
      <dgm:prSet presAssocID="{FA7DCD8C-1BBE-484C-9558-17261203CF1C}" presName="hierRoot3" presStyleCnt="0"/>
      <dgm:spPr/>
    </dgm:pt>
    <dgm:pt modelId="{C0049737-605A-4221-9874-4CFF2B91EEFA}" type="pres">
      <dgm:prSet presAssocID="{FA7DCD8C-1BBE-484C-9558-17261203CF1C}" presName="composite3" presStyleCnt="0"/>
      <dgm:spPr/>
    </dgm:pt>
    <dgm:pt modelId="{F284AF06-C101-48FA-9212-97DD24F98BF7}" type="pres">
      <dgm:prSet presAssocID="{FA7DCD8C-1BBE-484C-9558-17261203CF1C}" presName="background3" presStyleLbl="node3" presStyleIdx="1" presStyleCnt="3"/>
      <dgm:spPr/>
    </dgm:pt>
    <dgm:pt modelId="{02AE6641-F352-4CF6-BDC4-C7BBC6B263BD}" type="pres">
      <dgm:prSet presAssocID="{FA7DCD8C-1BBE-484C-9558-17261203CF1C}" presName="text3" presStyleLbl="fgAcc3" presStyleIdx="1" presStyleCnt="3">
        <dgm:presLayoutVars>
          <dgm:chPref val="3"/>
        </dgm:presLayoutVars>
      </dgm:prSet>
      <dgm:spPr/>
    </dgm:pt>
    <dgm:pt modelId="{C1140AB9-3218-439C-8FC7-D08289191EC9}" type="pres">
      <dgm:prSet presAssocID="{FA7DCD8C-1BBE-484C-9558-17261203CF1C}" presName="hierChild4" presStyleCnt="0"/>
      <dgm:spPr/>
    </dgm:pt>
    <dgm:pt modelId="{3B3A4C6B-2521-4E0A-B108-2269A77094EB}" type="pres">
      <dgm:prSet presAssocID="{4799A54B-920C-4C78-A335-EA540A1BEAF8}" presName="Name10" presStyleLbl="parChTrans1D2" presStyleIdx="1" presStyleCnt="2"/>
      <dgm:spPr/>
    </dgm:pt>
    <dgm:pt modelId="{5A4C5DFC-6EBD-4CED-BB11-DAB226B97682}" type="pres">
      <dgm:prSet presAssocID="{C044E032-D81A-4E1D-A7DA-78E733ECB3D8}" presName="hierRoot2" presStyleCnt="0"/>
      <dgm:spPr/>
    </dgm:pt>
    <dgm:pt modelId="{651A3C41-6C56-481B-9F38-34A93128B1E8}" type="pres">
      <dgm:prSet presAssocID="{C044E032-D81A-4E1D-A7DA-78E733ECB3D8}" presName="composite2" presStyleCnt="0"/>
      <dgm:spPr/>
    </dgm:pt>
    <dgm:pt modelId="{985FABEA-7B8C-4525-9B07-1A7032378D8C}" type="pres">
      <dgm:prSet presAssocID="{C044E032-D81A-4E1D-A7DA-78E733ECB3D8}" presName="background2" presStyleLbl="node2" presStyleIdx="1" presStyleCnt="2"/>
      <dgm:spPr/>
    </dgm:pt>
    <dgm:pt modelId="{0A6097C0-ED04-42E0-B0D4-3D2D9058826F}" type="pres">
      <dgm:prSet presAssocID="{C044E032-D81A-4E1D-A7DA-78E733ECB3D8}" presName="text2" presStyleLbl="fgAcc2" presStyleIdx="1" presStyleCnt="2">
        <dgm:presLayoutVars>
          <dgm:chPref val="3"/>
        </dgm:presLayoutVars>
      </dgm:prSet>
      <dgm:spPr/>
    </dgm:pt>
    <dgm:pt modelId="{A4287817-C8D5-4747-93BD-848B742B3935}" type="pres">
      <dgm:prSet presAssocID="{C044E032-D81A-4E1D-A7DA-78E733ECB3D8}" presName="hierChild3" presStyleCnt="0"/>
      <dgm:spPr/>
    </dgm:pt>
    <dgm:pt modelId="{6A6104FA-7CC5-40B4-83AD-C75834156C96}" type="pres">
      <dgm:prSet presAssocID="{9E94BE78-7F03-43F8-9B8F-39A7EF60FF4C}" presName="Name17" presStyleLbl="parChTrans1D3" presStyleIdx="2" presStyleCnt="3"/>
      <dgm:spPr/>
    </dgm:pt>
    <dgm:pt modelId="{6BE4F814-0B06-47D9-AFCF-C7C891C9730D}" type="pres">
      <dgm:prSet presAssocID="{BF39E59B-7E1B-41CD-A0B3-96C8CF00B874}" presName="hierRoot3" presStyleCnt="0"/>
      <dgm:spPr/>
    </dgm:pt>
    <dgm:pt modelId="{D64D384F-CA6F-4D94-8D8D-593B378066D3}" type="pres">
      <dgm:prSet presAssocID="{BF39E59B-7E1B-41CD-A0B3-96C8CF00B874}" presName="composite3" presStyleCnt="0"/>
      <dgm:spPr/>
    </dgm:pt>
    <dgm:pt modelId="{728A29C2-DCD3-4FFB-B062-75FFDB1F73DC}" type="pres">
      <dgm:prSet presAssocID="{BF39E59B-7E1B-41CD-A0B3-96C8CF00B874}" presName="background3" presStyleLbl="node3" presStyleIdx="2" presStyleCnt="3"/>
      <dgm:spPr/>
    </dgm:pt>
    <dgm:pt modelId="{534A6F2B-681A-4D4F-BCE9-68DC0AD7588A}" type="pres">
      <dgm:prSet presAssocID="{BF39E59B-7E1B-41CD-A0B3-96C8CF00B874}" presName="text3" presStyleLbl="fgAcc3" presStyleIdx="2" presStyleCnt="3">
        <dgm:presLayoutVars>
          <dgm:chPref val="3"/>
        </dgm:presLayoutVars>
      </dgm:prSet>
      <dgm:spPr/>
    </dgm:pt>
    <dgm:pt modelId="{9DF58158-5721-4F51-A795-562DE758D717}" type="pres">
      <dgm:prSet presAssocID="{BF39E59B-7E1B-41CD-A0B3-96C8CF00B874}" presName="hierChild4" presStyleCnt="0"/>
      <dgm:spPr/>
    </dgm:pt>
    <dgm:pt modelId="{F1CE5F3F-714A-4E9D-AC91-C4CF28213F0E}" type="pres">
      <dgm:prSet presAssocID="{078A0960-D923-4560-9848-14EC4D0F46E9}" presName="Name23" presStyleLbl="parChTrans1D4" presStyleIdx="0" presStyleCnt="4"/>
      <dgm:spPr/>
    </dgm:pt>
    <dgm:pt modelId="{4629587E-E644-49CF-9376-E672138D5560}" type="pres">
      <dgm:prSet presAssocID="{1F8775FE-C907-4D32-A51A-91E7F6A7BF66}" presName="hierRoot4" presStyleCnt="0"/>
      <dgm:spPr/>
    </dgm:pt>
    <dgm:pt modelId="{ECAD247F-6026-4DB8-9CFD-39F8E3139EB0}" type="pres">
      <dgm:prSet presAssocID="{1F8775FE-C907-4D32-A51A-91E7F6A7BF66}" presName="composite4" presStyleCnt="0"/>
      <dgm:spPr/>
    </dgm:pt>
    <dgm:pt modelId="{B5AFCD64-79ED-40F5-99B2-AFE88C133F2D}" type="pres">
      <dgm:prSet presAssocID="{1F8775FE-C907-4D32-A51A-91E7F6A7BF66}" presName="background4" presStyleLbl="node4" presStyleIdx="0" presStyleCnt="4"/>
      <dgm:spPr/>
    </dgm:pt>
    <dgm:pt modelId="{3BC7CF26-9133-4D30-8F88-1F88BFC7E81A}" type="pres">
      <dgm:prSet presAssocID="{1F8775FE-C907-4D32-A51A-91E7F6A7BF66}" presName="text4" presStyleLbl="fgAcc4" presStyleIdx="0" presStyleCnt="4">
        <dgm:presLayoutVars>
          <dgm:chPref val="3"/>
        </dgm:presLayoutVars>
      </dgm:prSet>
      <dgm:spPr/>
    </dgm:pt>
    <dgm:pt modelId="{74723561-78ED-440E-8614-92D32E448601}" type="pres">
      <dgm:prSet presAssocID="{1F8775FE-C907-4D32-A51A-91E7F6A7BF66}" presName="hierChild5" presStyleCnt="0"/>
      <dgm:spPr/>
    </dgm:pt>
    <dgm:pt modelId="{2AB0926C-3BB5-4B70-97EB-3183A2C73D47}" type="pres">
      <dgm:prSet presAssocID="{F94B6902-6A7A-453F-9730-30F51C097F87}" presName="Name23" presStyleLbl="parChTrans1D4" presStyleIdx="1" presStyleCnt="4"/>
      <dgm:spPr/>
    </dgm:pt>
    <dgm:pt modelId="{C98626BD-862C-467F-9425-4358D1B596EB}" type="pres">
      <dgm:prSet presAssocID="{C20B69E2-8EEA-4508-8015-AC7358DDD6AB}" presName="hierRoot4" presStyleCnt="0"/>
      <dgm:spPr/>
    </dgm:pt>
    <dgm:pt modelId="{5CD7C73E-2A59-4AB6-9790-244F25FF0054}" type="pres">
      <dgm:prSet presAssocID="{C20B69E2-8EEA-4508-8015-AC7358DDD6AB}" presName="composite4" presStyleCnt="0"/>
      <dgm:spPr/>
    </dgm:pt>
    <dgm:pt modelId="{B7191BE9-E9FD-44A5-AC13-69B611B1037E}" type="pres">
      <dgm:prSet presAssocID="{C20B69E2-8EEA-4508-8015-AC7358DDD6AB}" presName="background4" presStyleLbl="node4" presStyleIdx="1" presStyleCnt="4"/>
      <dgm:spPr/>
    </dgm:pt>
    <dgm:pt modelId="{4F06CCF7-6ED4-480A-9095-C2F5FE7BD61C}" type="pres">
      <dgm:prSet presAssocID="{C20B69E2-8EEA-4508-8015-AC7358DDD6AB}" presName="text4" presStyleLbl="fgAcc4" presStyleIdx="1" presStyleCnt="4">
        <dgm:presLayoutVars>
          <dgm:chPref val="3"/>
        </dgm:presLayoutVars>
      </dgm:prSet>
      <dgm:spPr/>
    </dgm:pt>
    <dgm:pt modelId="{B848E7A8-B21B-42A0-8145-B1872CE3C4D4}" type="pres">
      <dgm:prSet presAssocID="{C20B69E2-8EEA-4508-8015-AC7358DDD6AB}" presName="hierChild5" presStyleCnt="0"/>
      <dgm:spPr/>
    </dgm:pt>
    <dgm:pt modelId="{18C7428E-C560-42CE-877D-1B7A3A1E6ADC}" type="pres">
      <dgm:prSet presAssocID="{C7C96D50-E97F-408C-9B15-586D14D3CA66}" presName="Name23" presStyleLbl="parChTrans1D4" presStyleIdx="2" presStyleCnt="4"/>
      <dgm:spPr/>
    </dgm:pt>
    <dgm:pt modelId="{79601D3D-1F8C-4CDA-BFCC-0DA066E721AD}" type="pres">
      <dgm:prSet presAssocID="{35084E10-0586-4B91-9F6E-B1944185D1A0}" presName="hierRoot4" presStyleCnt="0"/>
      <dgm:spPr/>
    </dgm:pt>
    <dgm:pt modelId="{296988BB-BD36-4332-B7A5-1FB4F27C553F}" type="pres">
      <dgm:prSet presAssocID="{35084E10-0586-4B91-9F6E-B1944185D1A0}" presName="composite4" presStyleCnt="0"/>
      <dgm:spPr/>
    </dgm:pt>
    <dgm:pt modelId="{D0290E58-472D-4CCF-9005-E753EAF272CB}" type="pres">
      <dgm:prSet presAssocID="{35084E10-0586-4B91-9F6E-B1944185D1A0}" presName="background4" presStyleLbl="node4" presStyleIdx="2" presStyleCnt="4"/>
      <dgm:spPr/>
    </dgm:pt>
    <dgm:pt modelId="{CEBD5D9A-8D5E-4C50-99AB-88E5A23B91FB}" type="pres">
      <dgm:prSet presAssocID="{35084E10-0586-4B91-9F6E-B1944185D1A0}" presName="text4" presStyleLbl="fgAcc4" presStyleIdx="2" presStyleCnt="4">
        <dgm:presLayoutVars>
          <dgm:chPref val="3"/>
        </dgm:presLayoutVars>
      </dgm:prSet>
      <dgm:spPr/>
    </dgm:pt>
    <dgm:pt modelId="{6F08E2A4-1F97-4DA1-8D2D-17C71B0761A1}" type="pres">
      <dgm:prSet presAssocID="{35084E10-0586-4B91-9F6E-B1944185D1A0}" presName="hierChild5" presStyleCnt="0"/>
      <dgm:spPr/>
    </dgm:pt>
    <dgm:pt modelId="{5CD6DC73-FE4D-4997-9E72-9E41379C2B8C}" type="pres">
      <dgm:prSet presAssocID="{A426CA64-0591-46F5-AE37-1939FEB903D1}" presName="Name23" presStyleLbl="parChTrans1D4" presStyleIdx="3" presStyleCnt="4"/>
      <dgm:spPr/>
    </dgm:pt>
    <dgm:pt modelId="{C9DF3021-73B5-4FA2-95AE-07E433A228D0}" type="pres">
      <dgm:prSet presAssocID="{9DCE09EC-5985-419B-B218-803A3C6895D1}" presName="hierRoot4" presStyleCnt="0"/>
      <dgm:spPr/>
    </dgm:pt>
    <dgm:pt modelId="{A213AAD2-6D38-42BF-A72B-6B8283A4F21A}" type="pres">
      <dgm:prSet presAssocID="{9DCE09EC-5985-419B-B218-803A3C6895D1}" presName="composite4" presStyleCnt="0"/>
      <dgm:spPr/>
    </dgm:pt>
    <dgm:pt modelId="{1010487A-61B3-48E7-AC2E-A7D79870C2B5}" type="pres">
      <dgm:prSet presAssocID="{9DCE09EC-5985-419B-B218-803A3C6895D1}" presName="background4" presStyleLbl="node4" presStyleIdx="3" presStyleCnt="4"/>
      <dgm:spPr/>
    </dgm:pt>
    <dgm:pt modelId="{E14CE49D-7A55-4661-BF00-5066737D6C7B}" type="pres">
      <dgm:prSet presAssocID="{9DCE09EC-5985-419B-B218-803A3C6895D1}" presName="text4" presStyleLbl="fgAcc4" presStyleIdx="3" presStyleCnt="4">
        <dgm:presLayoutVars>
          <dgm:chPref val="3"/>
        </dgm:presLayoutVars>
      </dgm:prSet>
      <dgm:spPr/>
    </dgm:pt>
    <dgm:pt modelId="{B06CDB4E-D647-4234-867F-020215FF3B19}" type="pres">
      <dgm:prSet presAssocID="{9DCE09EC-5985-419B-B218-803A3C6895D1}" presName="hierChild5" presStyleCnt="0"/>
      <dgm:spPr/>
    </dgm:pt>
  </dgm:ptLst>
  <dgm:cxnLst>
    <dgm:cxn modelId="{DC89FC03-D904-478B-84DF-79B5676096B5}" type="presOf" srcId="{BF39E59B-7E1B-41CD-A0B3-96C8CF00B874}" destId="{534A6F2B-681A-4D4F-BCE9-68DC0AD7588A}" srcOrd="0" destOrd="0" presId="urn:microsoft.com/office/officeart/2005/8/layout/hierarchy1"/>
    <dgm:cxn modelId="{EFBBEE0A-E6EB-484F-B3EB-220F2F0D56B2}" type="presOf" srcId="{A426CA64-0591-46F5-AE37-1939FEB903D1}" destId="{5CD6DC73-FE4D-4997-9E72-9E41379C2B8C}" srcOrd="0" destOrd="0" presId="urn:microsoft.com/office/officeart/2005/8/layout/hierarchy1"/>
    <dgm:cxn modelId="{E483ED12-DBCD-44EA-8958-DE7E0693DFDA}" srcId="{BF39E59B-7E1B-41CD-A0B3-96C8CF00B874}" destId="{C20B69E2-8EEA-4508-8015-AC7358DDD6AB}" srcOrd="1" destOrd="0" parTransId="{F94B6902-6A7A-453F-9730-30F51C097F87}" sibTransId="{2E312F00-D87A-44CD-91CB-CCED6671D56D}"/>
    <dgm:cxn modelId="{2F23691F-C286-4789-A924-E25AC56249F2}" type="presOf" srcId="{078A0960-D923-4560-9848-14EC4D0F46E9}" destId="{F1CE5F3F-714A-4E9D-AC91-C4CF28213F0E}" srcOrd="0" destOrd="0" presId="urn:microsoft.com/office/officeart/2005/8/layout/hierarchy1"/>
    <dgm:cxn modelId="{90389223-FBBF-4C48-9A24-5EC63830D1E4}" srcId="{54CB746F-A223-407E-AB2E-AA46D9B4CC0F}" destId="{70A83FDE-201E-4682-BD44-629472B3505E}" srcOrd="0" destOrd="0" parTransId="{CA7617CE-2E9D-4007-BEAA-9F6D80FFB09E}" sibTransId="{B64C78C8-14A5-4E15-ADC9-2AB632E02C78}"/>
    <dgm:cxn modelId="{E8637225-3993-4EBC-9A98-077612AB0478}" type="presOf" srcId="{CA7617CE-2E9D-4007-BEAA-9F6D80FFB09E}" destId="{D8189B30-4CBB-404F-B54E-C6CA90F2F644}" srcOrd="0" destOrd="0" presId="urn:microsoft.com/office/officeart/2005/8/layout/hierarchy1"/>
    <dgm:cxn modelId="{94FC5D28-3884-4500-A134-AD086F18F4E2}" type="presOf" srcId="{C044E032-D81A-4E1D-A7DA-78E733ECB3D8}" destId="{0A6097C0-ED04-42E0-B0D4-3D2D9058826F}" srcOrd="0" destOrd="0" presId="urn:microsoft.com/office/officeart/2005/8/layout/hierarchy1"/>
    <dgm:cxn modelId="{20E0C72D-D6C3-4BD9-BA02-E4D35C1561B7}" srcId="{BF39E59B-7E1B-41CD-A0B3-96C8CF00B874}" destId="{1F8775FE-C907-4D32-A51A-91E7F6A7BF66}" srcOrd="0" destOrd="0" parTransId="{078A0960-D923-4560-9848-14EC4D0F46E9}" sibTransId="{53F8464B-CF5B-4BED-B299-67F5AE69AF65}"/>
    <dgm:cxn modelId="{BD796038-E915-45C6-8731-177CA661F682}" srcId="{14BD56F5-A129-4DD5-86A7-C930152812B5}" destId="{54CB746F-A223-407E-AB2E-AA46D9B4CC0F}" srcOrd="0" destOrd="0" parTransId="{25FA7A5B-F550-42B4-83D4-8F1C543A9050}" sibTransId="{64ADC6D7-8E30-4C49-BC00-A9E46D5DB7BA}"/>
    <dgm:cxn modelId="{18739560-4718-4FB1-9758-DCD145C58C9C}" type="presOf" srcId="{4799A54B-920C-4C78-A335-EA540A1BEAF8}" destId="{3B3A4C6B-2521-4E0A-B108-2269A77094EB}" srcOrd="0" destOrd="0" presId="urn:microsoft.com/office/officeart/2005/8/layout/hierarchy1"/>
    <dgm:cxn modelId="{D092E741-9ED2-4E77-BC5E-1B6908120C83}" type="presOf" srcId="{F94B6902-6A7A-453F-9730-30F51C097F87}" destId="{2AB0926C-3BB5-4B70-97EB-3183A2C73D47}" srcOrd="0" destOrd="0" presId="urn:microsoft.com/office/officeart/2005/8/layout/hierarchy1"/>
    <dgm:cxn modelId="{EAA3A342-0D99-4B16-B1EC-A6F1BE47CE20}" type="presOf" srcId="{70A83FDE-201E-4682-BD44-629472B3505E}" destId="{CBA56B7F-0120-404F-BA31-EA1E5F81A9A3}" srcOrd="0" destOrd="0" presId="urn:microsoft.com/office/officeart/2005/8/layout/hierarchy1"/>
    <dgm:cxn modelId="{D6F28B45-D58A-46C7-84C3-58B24B56B1E6}" srcId="{C044E032-D81A-4E1D-A7DA-78E733ECB3D8}" destId="{BF39E59B-7E1B-41CD-A0B3-96C8CF00B874}" srcOrd="0" destOrd="0" parTransId="{9E94BE78-7F03-43F8-9B8F-39A7EF60FF4C}" sibTransId="{15CFCCA1-83E3-4B25-9D55-0286F77A5E97}"/>
    <dgm:cxn modelId="{D40ECE67-4B86-4883-BAEC-624F2BBB93E4}" type="presOf" srcId="{9E94BE78-7F03-43F8-9B8F-39A7EF60FF4C}" destId="{6A6104FA-7CC5-40B4-83AD-C75834156C96}" srcOrd="0" destOrd="0" presId="urn:microsoft.com/office/officeart/2005/8/layout/hierarchy1"/>
    <dgm:cxn modelId="{595D1C49-4700-46FD-B6FE-9A58AD17CCA7}" type="presOf" srcId="{1F8775FE-C907-4D32-A51A-91E7F6A7BF66}" destId="{3BC7CF26-9133-4D30-8F88-1F88BFC7E81A}" srcOrd="0" destOrd="0" presId="urn:microsoft.com/office/officeart/2005/8/layout/hierarchy1"/>
    <dgm:cxn modelId="{38FB9369-A005-4087-9324-56A206F77585}" type="presOf" srcId="{14BD56F5-A129-4DD5-86A7-C930152812B5}" destId="{D56B0511-284F-4B33-AC5B-CEAE927C47DE}" srcOrd="0" destOrd="0" presId="urn:microsoft.com/office/officeart/2005/8/layout/hierarchy1"/>
    <dgm:cxn modelId="{7C3B4770-1175-43D4-97F3-4F795D3EA82C}" type="presOf" srcId="{9DCE09EC-5985-419B-B218-803A3C6895D1}" destId="{E14CE49D-7A55-4661-BF00-5066737D6C7B}" srcOrd="0" destOrd="0" presId="urn:microsoft.com/office/officeart/2005/8/layout/hierarchy1"/>
    <dgm:cxn modelId="{9D7EDA54-0D9D-45DF-B165-BF4FEF8C6DA2}" srcId="{14BD56F5-A129-4DD5-86A7-C930152812B5}" destId="{C044E032-D81A-4E1D-A7DA-78E733ECB3D8}" srcOrd="1" destOrd="0" parTransId="{4799A54B-920C-4C78-A335-EA540A1BEAF8}" sibTransId="{17FFDC78-B12A-40BD-9738-12AA820E599A}"/>
    <dgm:cxn modelId="{C9FD3E84-5553-48EA-88A3-33C34701C276}" srcId="{5EE70F80-3903-407B-8C40-CD6F74213DB7}" destId="{14BD56F5-A129-4DD5-86A7-C930152812B5}" srcOrd="0" destOrd="0" parTransId="{BA1BB621-7481-4189-9671-38D5D81ECCB8}" sibTransId="{C4433DC6-2990-465B-8AC9-C36F5A204C78}"/>
    <dgm:cxn modelId="{C8F33085-65C9-41BC-95E8-6A43136B6529}" type="presOf" srcId="{54CB746F-A223-407E-AB2E-AA46D9B4CC0F}" destId="{D7ABDF99-40AF-4409-BFAE-3EEE897974BB}" srcOrd="0" destOrd="0" presId="urn:microsoft.com/office/officeart/2005/8/layout/hierarchy1"/>
    <dgm:cxn modelId="{E9B0628A-B728-439A-947A-87DF8EE9ABFE}" type="presOf" srcId="{35084E10-0586-4B91-9F6E-B1944185D1A0}" destId="{CEBD5D9A-8D5E-4C50-99AB-88E5A23B91FB}" srcOrd="0" destOrd="0" presId="urn:microsoft.com/office/officeart/2005/8/layout/hierarchy1"/>
    <dgm:cxn modelId="{725FD592-79E3-41D0-8E7E-673A80A8380D}" type="presOf" srcId="{FA7DCD8C-1BBE-484C-9558-17261203CF1C}" destId="{02AE6641-F352-4CF6-BDC4-C7BBC6B263BD}" srcOrd="0" destOrd="0" presId="urn:microsoft.com/office/officeart/2005/8/layout/hierarchy1"/>
    <dgm:cxn modelId="{91564FA9-3E52-471E-A085-7CC729C6C0EC}" type="presOf" srcId="{5EE70F80-3903-407B-8C40-CD6F74213DB7}" destId="{8A9A41F7-770C-43A8-AFFE-33ACE8C3E11C}" srcOrd="0" destOrd="0" presId="urn:microsoft.com/office/officeart/2005/8/layout/hierarchy1"/>
    <dgm:cxn modelId="{3B7F94AF-4B22-450E-B584-043AD1DE4BF9}" type="presOf" srcId="{C7C96D50-E97F-408C-9B15-586D14D3CA66}" destId="{18C7428E-C560-42CE-877D-1B7A3A1E6ADC}" srcOrd="0" destOrd="0" presId="urn:microsoft.com/office/officeart/2005/8/layout/hierarchy1"/>
    <dgm:cxn modelId="{A4402FD2-DEED-44C2-8AF4-39A4238E73DA}" srcId="{BF39E59B-7E1B-41CD-A0B3-96C8CF00B874}" destId="{9DCE09EC-5985-419B-B218-803A3C6895D1}" srcOrd="3" destOrd="0" parTransId="{A426CA64-0591-46F5-AE37-1939FEB903D1}" sibTransId="{6EC533F8-FA24-44C2-ACBD-36D06BF625AD}"/>
    <dgm:cxn modelId="{F5C933DF-E5DA-4BFF-B938-0AA18A8F0C5D}" srcId="{BF39E59B-7E1B-41CD-A0B3-96C8CF00B874}" destId="{35084E10-0586-4B91-9F6E-B1944185D1A0}" srcOrd="2" destOrd="0" parTransId="{C7C96D50-E97F-408C-9B15-586D14D3CA66}" sibTransId="{82DDDBFE-313A-458C-9AD8-633F8A29BF05}"/>
    <dgm:cxn modelId="{20907DE4-BB84-4098-AD91-49E307DA13CF}" type="presOf" srcId="{DF36DE19-8810-4714-8390-A147B83C6F54}" destId="{AC29710D-18DB-4996-BC86-48F57D31B28A}" srcOrd="0" destOrd="0" presId="urn:microsoft.com/office/officeart/2005/8/layout/hierarchy1"/>
    <dgm:cxn modelId="{17BA99E4-75FB-4529-A27D-CE0202D54E42}" type="presOf" srcId="{25FA7A5B-F550-42B4-83D4-8F1C543A9050}" destId="{4C15D684-6D54-4B7A-86AA-8087AC71FCA5}" srcOrd="0" destOrd="0" presId="urn:microsoft.com/office/officeart/2005/8/layout/hierarchy1"/>
    <dgm:cxn modelId="{414B5CE9-E953-4968-A9B4-05AD86648AB6}" srcId="{54CB746F-A223-407E-AB2E-AA46D9B4CC0F}" destId="{FA7DCD8C-1BBE-484C-9558-17261203CF1C}" srcOrd="1" destOrd="0" parTransId="{DF36DE19-8810-4714-8390-A147B83C6F54}" sibTransId="{53021252-7871-4DFF-B400-7F9EDE045840}"/>
    <dgm:cxn modelId="{8F3C93FE-6AF6-4589-A413-1171AE38D59A}" type="presOf" srcId="{C20B69E2-8EEA-4508-8015-AC7358DDD6AB}" destId="{4F06CCF7-6ED4-480A-9095-C2F5FE7BD61C}" srcOrd="0" destOrd="0" presId="urn:microsoft.com/office/officeart/2005/8/layout/hierarchy1"/>
    <dgm:cxn modelId="{9A023C92-DDBC-47D3-820A-60BD9986D1F7}" type="presParOf" srcId="{8A9A41F7-770C-43A8-AFFE-33ACE8C3E11C}" destId="{48AC8DDC-F7D3-4609-A6C2-D8E201327F83}" srcOrd="0" destOrd="0" presId="urn:microsoft.com/office/officeart/2005/8/layout/hierarchy1"/>
    <dgm:cxn modelId="{91C0B8E2-2E5F-4375-8286-FBA76FEE5E29}" type="presParOf" srcId="{48AC8DDC-F7D3-4609-A6C2-D8E201327F83}" destId="{1E47A24A-D2AC-4877-8AF9-AF21E1A8D409}" srcOrd="0" destOrd="0" presId="urn:microsoft.com/office/officeart/2005/8/layout/hierarchy1"/>
    <dgm:cxn modelId="{18B0094F-814F-499D-8308-E12BF50DD62E}" type="presParOf" srcId="{1E47A24A-D2AC-4877-8AF9-AF21E1A8D409}" destId="{3B11FA6C-7C24-41C2-A989-CCAAC4EAF302}" srcOrd="0" destOrd="0" presId="urn:microsoft.com/office/officeart/2005/8/layout/hierarchy1"/>
    <dgm:cxn modelId="{52F78E09-BF62-442D-A06B-16220C830656}" type="presParOf" srcId="{1E47A24A-D2AC-4877-8AF9-AF21E1A8D409}" destId="{D56B0511-284F-4B33-AC5B-CEAE927C47DE}" srcOrd="1" destOrd="0" presId="urn:microsoft.com/office/officeart/2005/8/layout/hierarchy1"/>
    <dgm:cxn modelId="{A4170B51-832C-480D-BE6D-665A2FEB5C63}" type="presParOf" srcId="{48AC8DDC-F7D3-4609-A6C2-D8E201327F83}" destId="{810475FD-EF9C-47F1-9273-CFDA970971AB}" srcOrd="1" destOrd="0" presId="urn:microsoft.com/office/officeart/2005/8/layout/hierarchy1"/>
    <dgm:cxn modelId="{024985D3-FAEF-4BC5-9B92-CDA41D05CBAC}" type="presParOf" srcId="{810475FD-EF9C-47F1-9273-CFDA970971AB}" destId="{4C15D684-6D54-4B7A-86AA-8087AC71FCA5}" srcOrd="0" destOrd="0" presId="urn:microsoft.com/office/officeart/2005/8/layout/hierarchy1"/>
    <dgm:cxn modelId="{A08036F7-0F06-4BCE-97D3-49734537EE36}" type="presParOf" srcId="{810475FD-EF9C-47F1-9273-CFDA970971AB}" destId="{6E12D95C-A855-4E50-8294-D91A8232419B}" srcOrd="1" destOrd="0" presId="urn:microsoft.com/office/officeart/2005/8/layout/hierarchy1"/>
    <dgm:cxn modelId="{86AB3DBA-AA54-4C31-A048-030050D5FA37}" type="presParOf" srcId="{6E12D95C-A855-4E50-8294-D91A8232419B}" destId="{2C93488E-D8F3-4A2B-B7B9-29B805F73BF9}" srcOrd="0" destOrd="0" presId="urn:microsoft.com/office/officeart/2005/8/layout/hierarchy1"/>
    <dgm:cxn modelId="{05696EB2-7280-4617-99E7-65FA51945ECD}" type="presParOf" srcId="{2C93488E-D8F3-4A2B-B7B9-29B805F73BF9}" destId="{20FA1F31-8C8C-484E-BFCF-7C221E7DDF68}" srcOrd="0" destOrd="0" presId="urn:microsoft.com/office/officeart/2005/8/layout/hierarchy1"/>
    <dgm:cxn modelId="{DCAC33C6-1C52-4C0A-B277-A7DE9721D61B}" type="presParOf" srcId="{2C93488E-D8F3-4A2B-B7B9-29B805F73BF9}" destId="{D7ABDF99-40AF-4409-BFAE-3EEE897974BB}" srcOrd="1" destOrd="0" presId="urn:microsoft.com/office/officeart/2005/8/layout/hierarchy1"/>
    <dgm:cxn modelId="{45F29E5F-1F76-4906-9679-DAB18712A405}" type="presParOf" srcId="{6E12D95C-A855-4E50-8294-D91A8232419B}" destId="{9AA91940-D930-435B-99D4-A550E038AABB}" srcOrd="1" destOrd="0" presId="urn:microsoft.com/office/officeart/2005/8/layout/hierarchy1"/>
    <dgm:cxn modelId="{BDA68DDB-43B9-4683-B21E-3334AE36D4C0}" type="presParOf" srcId="{9AA91940-D930-435B-99D4-A550E038AABB}" destId="{D8189B30-4CBB-404F-B54E-C6CA90F2F644}" srcOrd="0" destOrd="0" presId="urn:microsoft.com/office/officeart/2005/8/layout/hierarchy1"/>
    <dgm:cxn modelId="{C78C1D7A-05EA-4D77-A456-AF6053B104A5}" type="presParOf" srcId="{9AA91940-D930-435B-99D4-A550E038AABB}" destId="{C77F0E5D-B1F0-494C-AF14-A3F755619594}" srcOrd="1" destOrd="0" presId="urn:microsoft.com/office/officeart/2005/8/layout/hierarchy1"/>
    <dgm:cxn modelId="{26B987CE-99F7-4A55-A313-2F6113DA3C3D}" type="presParOf" srcId="{C77F0E5D-B1F0-494C-AF14-A3F755619594}" destId="{51295026-E36D-4815-B51D-5C803E9F3379}" srcOrd="0" destOrd="0" presId="urn:microsoft.com/office/officeart/2005/8/layout/hierarchy1"/>
    <dgm:cxn modelId="{11F7DE8D-5509-4F4E-9EAF-4AECC9A90CCF}" type="presParOf" srcId="{51295026-E36D-4815-B51D-5C803E9F3379}" destId="{E96F49B0-AEB3-4631-8985-DA89DA363625}" srcOrd="0" destOrd="0" presId="urn:microsoft.com/office/officeart/2005/8/layout/hierarchy1"/>
    <dgm:cxn modelId="{ECD37855-26E1-4CB9-B957-FB5CC7EC5E71}" type="presParOf" srcId="{51295026-E36D-4815-B51D-5C803E9F3379}" destId="{CBA56B7F-0120-404F-BA31-EA1E5F81A9A3}" srcOrd="1" destOrd="0" presId="urn:microsoft.com/office/officeart/2005/8/layout/hierarchy1"/>
    <dgm:cxn modelId="{07FB65C8-EE3E-45B5-A484-9472E161CB04}" type="presParOf" srcId="{C77F0E5D-B1F0-494C-AF14-A3F755619594}" destId="{8070F75D-342E-40A8-883F-379BAEABC343}" srcOrd="1" destOrd="0" presId="urn:microsoft.com/office/officeart/2005/8/layout/hierarchy1"/>
    <dgm:cxn modelId="{EEC88A3D-BE4E-445C-90C5-AEFBAED6BF60}" type="presParOf" srcId="{9AA91940-D930-435B-99D4-A550E038AABB}" destId="{AC29710D-18DB-4996-BC86-48F57D31B28A}" srcOrd="2" destOrd="0" presId="urn:microsoft.com/office/officeart/2005/8/layout/hierarchy1"/>
    <dgm:cxn modelId="{D483ACD6-FA91-4466-BE94-9CFAB4120905}" type="presParOf" srcId="{9AA91940-D930-435B-99D4-A550E038AABB}" destId="{241418BA-5C2E-4440-95E0-185E2C7DC7C2}" srcOrd="3" destOrd="0" presId="urn:microsoft.com/office/officeart/2005/8/layout/hierarchy1"/>
    <dgm:cxn modelId="{A4C6501A-6609-47F6-8248-6115DA04CCAE}" type="presParOf" srcId="{241418BA-5C2E-4440-95E0-185E2C7DC7C2}" destId="{C0049737-605A-4221-9874-4CFF2B91EEFA}" srcOrd="0" destOrd="0" presId="urn:microsoft.com/office/officeart/2005/8/layout/hierarchy1"/>
    <dgm:cxn modelId="{814A4C50-6B52-42BB-A9DB-F6BF61E7D174}" type="presParOf" srcId="{C0049737-605A-4221-9874-4CFF2B91EEFA}" destId="{F284AF06-C101-48FA-9212-97DD24F98BF7}" srcOrd="0" destOrd="0" presId="urn:microsoft.com/office/officeart/2005/8/layout/hierarchy1"/>
    <dgm:cxn modelId="{5E6DBCA7-4CB5-47BF-B41E-F67D78018F68}" type="presParOf" srcId="{C0049737-605A-4221-9874-4CFF2B91EEFA}" destId="{02AE6641-F352-4CF6-BDC4-C7BBC6B263BD}" srcOrd="1" destOrd="0" presId="urn:microsoft.com/office/officeart/2005/8/layout/hierarchy1"/>
    <dgm:cxn modelId="{8271BF28-A605-4703-8209-2335B52FCD2A}" type="presParOf" srcId="{241418BA-5C2E-4440-95E0-185E2C7DC7C2}" destId="{C1140AB9-3218-439C-8FC7-D08289191EC9}" srcOrd="1" destOrd="0" presId="urn:microsoft.com/office/officeart/2005/8/layout/hierarchy1"/>
    <dgm:cxn modelId="{9D4DE3E0-B8EA-4465-B139-EB3C3ED7B848}" type="presParOf" srcId="{810475FD-EF9C-47F1-9273-CFDA970971AB}" destId="{3B3A4C6B-2521-4E0A-B108-2269A77094EB}" srcOrd="2" destOrd="0" presId="urn:microsoft.com/office/officeart/2005/8/layout/hierarchy1"/>
    <dgm:cxn modelId="{EBF52E0E-AED9-4836-AEF6-4906D8D0E32F}" type="presParOf" srcId="{810475FD-EF9C-47F1-9273-CFDA970971AB}" destId="{5A4C5DFC-6EBD-4CED-BB11-DAB226B97682}" srcOrd="3" destOrd="0" presId="urn:microsoft.com/office/officeart/2005/8/layout/hierarchy1"/>
    <dgm:cxn modelId="{37D34E29-0FB7-40C4-B41E-E66593974014}" type="presParOf" srcId="{5A4C5DFC-6EBD-4CED-BB11-DAB226B97682}" destId="{651A3C41-6C56-481B-9F38-34A93128B1E8}" srcOrd="0" destOrd="0" presId="urn:microsoft.com/office/officeart/2005/8/layout/hierarchy1"/>
    <dgm:cxn modelId="{D7774DDA-0CCE-4E0C-867A-096BF379B1EF}" type="presParOf" srcId="{651A3C41-6C56-481B-9F38-34A93128B1E8}" destId="{985FABEA-7B8C-4525-9B07-1A7032378D8C}" srcOrd="0" destOrd="0" presId="urn:microsoft.com/office/officeart/2005/8/layout/hierarchy1"/>
    <dgm:cxn modelId="{72A8BEA1-BBF9-48AA-BDD7-5DA63C2D808F}" type="presParOf" srcId="{651A3C41-6C56-481B-9F38-34A93128B1E8}" destId="{0A6097C0-ED04-42E0-B0D4-3D2D9058826F}" srcOrd="1" destOrd="0" presId="urn:microsoft.com/office/officeart/2005/8/layout/hierarchy1"/>
    <dgm:cxn modelId="{47A002D9-D50B-4859-BF66-AE92CF6ACF09}" type="presParOf" srcId="{5A4C5DFC-6EBD-4CED-BB11-DAB226B97682}" destId="{A4287817-C8D5-4747-93BD-848B742B3935}" srcOrd="1" destOrd="0" presId="urn:microsoft.com/office/officeart/2005/8/layout/hierarchy1"/>
    <dgm:cxn modelId="{A1579B41-C437-40A7-B140-FE33FC14531E}" type="presParOf" srcId="{A4287817-C8D5-4747-93BD-848B742B3935}" destId="{6A6104FA-7CC5-40B4-83AD-C75834156C96}" srcOrd="0" destOrd="0" presId="urn:microsoft.com/office/officeart/2005/8/layout/hierarchy1"/>
    <dgm:cxn modelId="{69868137-B1A6-42AB-A679-05E4B30C586F}" type="presParOf" srcId="{A4287817-C8D5-4747-93BD-848B742B3935}" destId="{6BE4F814-0B06-47D9-AFCF-C7C891C9730D}" srcOrd="1" destOrd="0" presId="urn:microsoft.com/office/officeart/2005/8/layout/hierarchy1"/>
    <dgm:cxn modelId="{963E1FE7-58B8-49EF-B922-95D930E36EC7}" type="presParOf" srcId="{6BE4F814-0B06-47D9-AFCF-C7C891C9730D}" destId="{D64D384F-CA6F-4D94-8D8D-593B378066D3}" srcOrd="0" destOrd="0" presId="urn:microsoft.com/office/officeart/2005/8/layout/hierarchy1"/>
    <dgm:cxn modelId="{9B21A2A7-ECF7-4A9F-B35B-15BCEC6C1D13}" type="presParOf" srcId="{D64D384F-CA6F-4D94-8D8D-593B378066D3}" destId="{728A29C2-DCD3-4FFB-B062-75FFDB1F73DC}" srcOrd="0" destOrd="0" presId="urn:microsoft.com/office/officeart/2005/8/layout/hierarchy1"/>
    <dgm:cxn modelId="{ED33AE2A-8939-428D-AD61-3B08522F1051}" type="presParOf" srcId="{D64D384F-CA6F-4D94-8D8D-593B378066D3}" destId="{534A6F2B-681A-4D4F-BCE9-68DC0AD7588A}" srcOrd="1" destOrd="0" presId="urn:microsoft.com/office/officeart/2005/8/layout/hierarchy1"/>
    <dgm:cxn modelId="{AFE1BD5B-7255-4B01-94E8-E82FC54D62B4}" type="presParOf" srcId="{6BE4F814-0B06-47D9-AFCF-C7C891C9730D}" destId="{9DF58158-5721-4F51-A795-562DE758D717}" srcOrd="1" destOrd="0" presId="urn:microsoft.com/office/officeart/2005/8/layout/hierarchy1"/>
    <dgm:cxn modelId="{3B2CDA53-6FDC-4C2F-9BF7-038C1A2B21CA}" type="presParOf" srcId="{9DF58158-5721-4F51-A795-562DE758D717}" destId="{F1CE5F3F-714A-4E9D-AC91-C4CF28213F0E}" srcOrd="0" destOrd="0" presId="urn:microsoft.com/office/officeart/2005/8/layout/hierarchy1"/>
    <dgm:cxn modelId="{A936739E-2E4C-469A-988A-BB8E6E42D515}" type="presParOf" srcId="{9DF58158-5721-4F51-A795-562DE758D717}" destId="{4629587E-E644-49CF-9376-E672138D5560}" srcOrd="1" destOrd="0" presId="urn:microsoft.com/office/officeart/2005/8/layout/hierarchy1"/>
    <dgm:cxn modelId="{246E990A-7FE0-4B28-9941-2ADDED058976}" type="presParOf" srcId="{4629587E-E644-49CF-9376-E672138D5560}" destId="{ECAD247F-6026-4DB8-9CFD-39F8E3139EB0}" srcOrd="0" destOrd="0" presId="urn:microsoft.com/office/officeart/2005/8/layout/hierarchy1"/>
    <dgm:cxn modelId="{A3725F57-0B60-45EB-ACAD-796995D1A96B}" type="presParOf" srcId="{ECAD247F-6026-4DB8-9CFD-39F8E3139EB0}" destId="{B5AFCD64-79ED-40F5-99B2-AFE88C133F2D}" srcOrd="0" destOrd="0" presId="urn:microsoft.com/office/officeart/2005/8/layout/hierarchy1"/>
    <dgm:cxn modelId="{9F83CCD1-666C-4432-8BCD-1FB2974FBE1F}" type="presParOf" srcId="{ECAD247F-6026-4DB8-9CFD-39F8E3139EB0}" destId="{3BC7CF26-9133-4D30-8F88-1F88BFC7E81A}" srcOrd="1" destOrd="0" presId="urn:microsoft.com/office/officeart/2005/8/layout/hierarchy1"/>
    <dgm:cxn modelId="{CD2FB367-B954-4801-866A-4D69A145A2D7}" type="presParOf" srcId="{4629587E-E644-49CF-9376-E672138D5560}" destId="{74723561-78ED-440E-8614-92D32E448601}" srcOrd="1" destOrd="0" presId="urn:microsoft.com/office/officeart/2005/8/layout/hierarchy1"/>
    <dgm:cxn modelId="{554E7A05-7B2E-44BE-B210-693A5370B7E1}" type="presParOf" srcId="{9DF58158-5721-4F51-A795-562DE758D717}" destId="{2AB0926C-3BB5-4B70-97EB-3183A2C73D47}" srcOrd="2" destOrd="0" presId="urn:microsoft.com/office/officeart/2005/8/layout/hierarchy1"/>
    <dgm:cxn modelId="{41CA5F24-4FF9-4F5C-9E95-5B5181A198A7}" type="presParOf" srcId="{9DF58158-5721-4F51-A795-562DE758D717}" destId="{C98626BD-862C-467F-9425-4358D1B596EB}" srcOrd="3" destOrd="0" presId="urn:microsoft.com/office/officeart/2005/8/layout/hierarchy1"/>
    <dgm:cxn modelId="{0157275D-3B86-4479-93FA-DC6223F761D4}" type="presParOf" srcId="{C98626BD-862C-467F-9425-4358D1B596EB}" destId="{5CD7C73E-2A59-4AB6-9790-244F25FF0054}" srcOrd="0" destOrd="0" presId="urn:microsoft.com/office/officeart/2005/8/layout/hierarchy1"/>
    <dgm:cxn modelId="{986332AE-88BA-4CB0-857E-A742DBBD1994}" type="presParOf" srcId="{5CD7C73E-2A59-4AB6-9790-244F25FF0054}" destId="{B7191BE9-E9FD-44A5-AC13-69B611B1037E}" srcOrd="0" destOrd="0" presId="urn:microsoft.com/office/officeart/2005/8/layout/hierarchy1"/>
    <dgm:cxn modelId="{E93AD7E3-14CE-4609-BB81-8D3EC0618660}" type="presParOf" srcId="{5CD7C73E-2A59-4AB6-9790-244F25FF0054}" destId="{4F06CCF7-6ED4-480A-9095-C2F5FE7BD61C}" srcOrd="1" destOrd="0" presId="urn:microsoft.com/office/officeart/2005/8/layout/hierarchy1"/>
    <dgm:cxn modelId="{37E5B6ED-B787-4261-B8C7-8840A967BDAF}" type="presParOf" srcId="{C98626BD-862C-467F-9425-4358D1B596EB}" destId="{B848E7A8-B21B-42A0-8145-B1872CE3C4D4}" srcOrd="1" destOrd="0" presId="urn:microsoft.com/office/officeart/2005/8/layout/hierarchy1"/>
    <dgm:cxn modelId="{34043955-6E95-4570-97CD-EB9F05EA55EB}" type="presParOf" srcId="{9DF58158-5721-4F51-A795-562DE758D717}" destId="{18C7428E-C560-42CE-877D-1B7A3A1E6ADC}" srcOrd="4" destOrd="0" presId="urn:microsoft.com/office/officeart/2005/8/layout/hierarchy1"/>
    <dgm:cxn modelId="{FEAFB404-E0D9-4D6F-B4AC-4C66DE16E3BD}" type="presParOf" srcId="{9DF58158-5721-4F51-A795-562DE758D717}" destId="{79601D3D-1F8C-4CDA-BFCC-0DA066E721AD}" srcOrd="5" destOrd="0" presId="urn:microsoft.com/office/officeart/2005/8/layout/hierarchy1"/>
    <dgm:cxn modelId="{B00E5B5C-55A3-426D-862E-3E46341962F2}" type="presParOf" srcId="{79601D3D-1F8C-4CDA-BFCC-0DA066E721AD}" destId="{296988BB-BD36-4332-B7A5-1FB4F27C553F}" srcOrd="0" destOrd="0" presId="urn:microsoft.com/office/officeart/2005/8/layout/hierarchy1"/>
    <dgm:cxn modelId="{4FB6607E-AABA-454E-BBE2-3606AE284C22}" type="presParOf" srcId="{296988BB-BD36-4332-B7A5-1FB4F27C553F}" destId="{D0290E58-472D-4CCF-9005-E753EAF272CB}" srcOrd="0" destOrd="0" presId="urn:microsoft.com/office/officeart/2005/8/layout/hierarchy1"/>
    <dgm:cxn modelId="{153E92BF-E71C-4DCD-9A10-4FC775FE743C}" type="presParOf" srcId="{296988BB-BD36-4332-B7A5-1FB4F27C553F}" destId="{CEBD5D9A-8D5E-4C50-99AB-88E5A23B91FB}" srcOrd="1" destOrd="0" presId="urn:microsoft.com/office/officeart/2005/8/layout/hierarchy1"/>
    <dgm:cxn modelId="{9FF2D3B4-FB4E-4E70-AAF1-5E0E15A67246}" type="presParOf" srcId="{79601D3D-1F8C-4CDA-BFCC-0DA066E721AD}" destId="{6F08E2A4-1F97-4DA1-8D2D-17C71B0761A1}" srcOrd="1" destOrd="0" presId="urn:microsoft.com/office/officeart/2005/8/layout/hierarchy1"/>
    <dgm:cxn modelId="{399F0B0B-179B-4E5A-96AF-4EA210F36EAD}" type="presParOf" srcId="{9DF58158-5721-4F51-A795-562DE758D717}" destId="{5CD6DC73-FE4D-4997-9E72-9E41379C2B8C}" srcOrd="6" destOrd="0" presId="urn:microsoft.com/office/officeart/2005/8/layout/hierarchy1"/>
    <dgm:cxn modelId="{299E44C4-B9FB-4881-91C8-A8075908D14E}" type="presParOf" srcId="{9DF58158-5721-4F51-A795-562DE758D717}" destId="{C9DF3021-73B5-4FA2-95AE-07E433A228D0}" srcOrd="7" destOrd="0" presId="urn:microsoft.com/office/officeart/2005/8/layout/hierarchy1"/>
    <dgm:cxn modelId="{CE978BAA-6AAC-45C2-8A24-8AF9A081A28C}" type="presParOf" srcId="{C9DF3021-73B5-4FA2-95AE-07E433A228D0}" destId="{A213AAD2-6D38-42BF-A72B-6B8283A4F21A}" srcOrd="0" destOrd="0" presId="urn:microsoft.com/office/officeart/2005/8/layout/hierarchy1"/>
    <dgm:cxn modelId="{48E37DDE-03D8-4A79-87BC-23A6FFEE87FA}" type="presParOf" srcId="{A213AAD2-6D38-42BF-A72B-6B8283A4F21A}" destId="{1010487A-61B3-48E7-AC2E-A7D79870C2B5}" srcOrd="0" destOrd="0" presId="urn:microsoft.com/office/officeart/2005/8/layout/hierarchy1"/>
    <dgm:cxn modelId="{A3C994B9-8DFF-46BE-9C05-95F238E7992B}" type="presParOf" srcId="{A213AAD2-6D38-42BF-A72B-6B8283A4F21A}" destId="{E14CE49D-7A55-4661-BF00-5066737D6C7B}" srcOrd="1" destOrd="0" presId="urn:microsoft.com/office/officeart/2005/8/layout/hierarchy1"/>
    <dgm:cxn modelId="{C38B2D55-8E26-4A9F-82CA-6580C66B7C3E}" type="presParOf" srcId="{C9DF3021-73B5-4FA2-95AE-07E433A228D0}" destId="{B06CDB4E-D647-4234-867F-020215FF3B19}"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D6DC73-FE4D-4997-9E72-9E41379C2B8C}">
      <dsp:nvSpPr>
        <dsp:cNvPr id="0" name=""/>
        <dsp:cNvSpPr/>
      </dsp:nvSpPr>
      <dsp:spPr>
        <a:xfrm>
          <a:off x="5435139" y="4633200"/>
          <a:ext cx="3382177" cy="536536"/>
        </a:xfrm>
        <a:custGeom>
          <a:avLst/>
          <a:gdLst/>
          <a:ahLst/>
          <a:cxnLst/>
          <a:rect l="0" t="0" r="0" b="0"/>
          <a:pathLst>
            <a:path>
              <a:moveTo>
                <a:pt x="0" y="0"/>
              </a:moveTo>
              <a:lnTo>
                <a:pt x="0" y="365633"/>
              </a:lnTo>
              <a:lnTo>
                <a:pt x="3382177" y="365633"/>
              </a:lnTo>
              <a:lnTo>
                <a:pt x="3382177" y="53653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8C7428E-C560-42CE-877D-1B7A3A1E6ADC}">
      <dsp:nvSpPr>
        <dsp:cNvPr id="0" name=""/>
        <dsp:cNvSpPr/>
      </dsp:nvSpPr>
      <dsp:spPr>
        <a:xfrm>
          <a:off x="5435139" y="4633200"/>
          <a:ext cx="1127392" cy="536536"/>
        </a:xfrm>
        <a:custGeom>
          <a:avLst/>
          <a:gdLst/>
          <a:ahLst/>
          <a:cxnLst/>
          <a:rect l="0" t="0" r="0" b="0"/>
          <a:pathLst>
            <a:path>
              <a:moveTo>
                <a:pt x="0" y="0"/>
              </a:moveTo>
              <a:lnTo>
                <a:pt x="0" y="365633"/>
              </a:lnTo>
              <a:lnTo>
                <a:pt x="1127392" y="365633"/>
              </a:lnTo>
              <a:lnTo>
                <a:pt x="1127392" y="53653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B0926C-3BB5-4B70-97EB-3183A2C73D47}">
      <dsp:nvSpPr>
        <dsp:cNvPr id="0" name=""/>
        <dsp:cNvSpPr/>
      </dsp:nvSpPr>
      <dsp:spPr>
        <a:xfrm>
          <a:off x="4307746" y="4633200"/>
          <a:ext cx="1127392" cy="536536"/>
        </a:xfrm>
        <a:custGeom>
          <a:avLst/>
          <a:gdLst/>
          <a:ahLst/>
          <a:cxnLst/>
          <a:rect l="0" t="0" r="0" b="0"/>
          <a:pathLst>
            <a:path>
              <a:moveTo>
                <a:pt x="1127392" y="0"/>
              </a:moveTo>
              <a:lnTo>
                <a:pt x="1127392" y="365633"/>
              </a:lnTo>
              <a:lnTo>
                <a:pt x="0" y="365633"/>
              </a:lnTo>
              <a:lnTo>
                <a:pt x="0" y="53653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1CE5F3F-714A-4E9D-AC91-C4CF28213F0E}">
      <dsp:nvSpPr>
        <dsp:cNvPr id="0" name=""/>
        <dsp:cNvSpPr/>
      </dsp:nvSpPr>
      <dsp:spPr>
        <a:xfrm>
          <a:off x="2052961" y="4633200"/>
          <a:ext cx="3382177" cy="536536"/>
        </a:xfrm>
        <a:custGeom>
          <a:avLst/>
          <a:gdLst/>
          <a:ahLst/>
          <a:cxnLst/>
          <a:rect l="0" t="0" r="0" b="0"/>
          <a:pathLst>
            <a:path>
              <a:moveTo>
                <a:pt x="3382177" y="0"/>
              </a:moveTo>
              <a:lnTo>
                <a:pt x="3382177" y="365633"/>
              </a:lnTo>
              <a:lnTo>
                <a:pt x="0" y="365633"/>
              </a:lnTo>
              <a:lnTo>
                <a:pt x="0" y="53653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A6104FA-7CC5-40B4-83AD-C75834156C96}">
      <dsp:nvSpPr>
        <dsp:cNvPr id="0" name=""/>
        <dsp:cNvSpPr/>
      </dsp:nvSpPr>
      <dsp:spPr>
        <a:xfrm>
          <a:off x="5389419" y="2925200"/>
          <a:ext cx="91440" cy="536536"/>
        </a:xfrm>
        <a:custGeom>
          <a:avLst/>
          <a:gdLst/>
          <a:ahLst/>
          <a:cxnLst/>
          <a:rect l="0" t="0" r="0" b="0"/>
          <a:pathLst>
            <a:path>
              <a:moveTo>
                <a:pt x="45720" y="0"/>
              </a:moveTo>
              <a:lnTo>
                <a:pt x="45720" y="53653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B3A4C6B-2521-4E0A-B108-2269A77094EB}">
      <dsp:nvSpPr>
        <dsp:cNvPr id="0" name=""/>
        <dsp:cNvSpPr/>
      </dsp:nvSpPr>
      <dsp:spPr>
        <a:xfrm>
          <a:off x="3744050" y="1217200"/>
          <a:ext cx="1691088" cy="536536"/>
        </a:xfrm>
        <a:custGeom>
          <a:avLst/>
          <a:gdLst/>
          <a:ahLst/>
          <a:cxnLst/>
          <a:rect l="0" t="0" r="0" b="0"/>
          <a:pathLst>
            <a:path>
              <a:moveTo>
                <a:pt x="0" y="0"/>
              </a:moveTo>
              <a:lnTo>
                <a:pt x="0" y="365633"/>
              </a:lnTo>
              <a:lnTo>
                <a:pt x="1691088" y="365633"/>
              </a:lnTo>
              <a:lnTo>
                <a:pt x="1691088" y="536536"/>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C29710D-18DB-4996-BC86-48F57D31B28A}">
      <dsp:nvSpPr>
        <dsp:cNvPr id="0" name=""/>
        <dsp:cNvSpPr/>
      </dsp:nvSpPr>
      <dsp:spPr>
        <a:xfrm>
          <a:off x="2052961" y="2925200"/>
          <a:ext cx="1127392" cy="536536"/>
        </a:xfrm>
        <a:custGeom>
          <a:avLst/>
          <a:gdLst/>
          <a:ahLst/>
          <a:cxnLst/>
          <a:rect l="0" t="0" r="0" b="0"/>
          <a:pathLst>
            <a:path>
              <a:moveTo>
                <a:pt x="0" y="0"/>
              </a:moveTo>
              <a:lnTo>
                <a:pt x="0" y="365633"/>
              </a:lnTo>
              <a:lnTo>
                <a:pt x="1127392" y="365633"/>
              </a:lnTo>
              <a:lnTo>
                <a:pt x="1127392" y="53653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8189B30-4CBB-404F-B54E-C6CA90F2F644}">
      <dsp:nvSpPr>
        <dsp:cNvPr id="0" name=""/>
        <dsp:cNvSpPr/>
      </dsp:nvSpPr>
      <dsp:spPr>
        <a:xfrm>
          <a:off x="925569" y="2925200"/>
          <a:ext cx="1127392" cy="536536"/>
        </a:xfrm>
        <a:custGeom>
          <a:avLst/>
          <a:gdLst/>
          <a:ahLst/>
          <a:cxnLst/>
          <a:rect l="0" t="0" r="0" b="0"/>
          <a:pathLst>
            <a:path>
              <a:moveTo>
                <a:pt x="1127392" y="0"/>
              </a:moveTo>
              <a:lnTo>
                <a:pt x="1127392" y="365633"/>
              </a:lnTo>
              <a:lnTo>
                <a:pt x="0" y="365633"/>
              </a:lnTo>
              <a:lnTo>
                <a:pt x="0" y="536536"/>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C15D684-6D54-4B7A-86AA-8087AC71FCA5}">
      <dsp:nvSpPr>
        <dsp:cNvPr id="0" name=""/>
        <dsp:cNvSpPr/>
      </dsp:nvSpPr>
      <dsp:spPr>
        <a:xfrm>
          <a:off x="2052961" y="1217200"/>
          <a:ext cx="1691088" cy="536536"/>
        </a:xfrm>
        <a:custGeom>
          <a:avLst/>
          <a:gdLst/>
          <a:ahLst/>
          <a:cxnLst/>
          <a:rect l="0" t="0" r="0" b="0"/>
          <a:pathLst>
            <a:path>
              <a:moveTo>
                <a:pt x="1691088" y="0"/>
              </a:moveTo>
              <a:lnTo>
                <a:pt x="1691088" y="365633"/>
              </a:lnTo>
              <a:lnTo>
                <a:pt x="0" y="365633"/>
              </a:lnTo>
              <a:lnTo>
                <a:pt x="0" y="536536"/>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B11FA6C-7C24-41C2-A989-CCAAC4EAF302}">
      <dsp:nvSpPr>
        <dsp:cNvPr id="0" name=""/>
        <dsp:cNvSpPr/>
      </dsp:nvSpPr>
      <dsp:spPr>
        <a:xfrm>
          <a:off x="2821638" y="45737"/>
          <a:ext cx="1844824" cy="117146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D56B0511-284F-4B33-AC5B-CEAE927C47DE}">
      <dsp:nvSpPr>
        <dsp:cNvPr id="0" name=""/>
        <dsp:cNvSpPr/>
      </dsp:nvSpPr>
      <dsp:spPr>
        <a:xfrm>
          <a:off x="3026619" y="240468"/>
          <a:ext cx="1844824" cy="117146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hu-HU" sz="1800" kern="1200" dirty="0"/>
            <a:t>Gazdasági szereplők</a:t>
          </a:r>
        </a:p>
      </dsp:txBody>
      <dsp:txXfrm>
        <a:off x="3060930" y="274779"/>
        <a:ext cx="1776202" cy="1102841"/>
      </dsp:txXfrm>
    </dsp:sp>
    <dsp:sp modelId="{20FA1F31-8C8C-484E-BFCF-7C221E7DDF68}">
      <dsp:nvSpPr>
        <dsp:cNvPr id="0" name=""/>
        <dsp:cNvSpPr/>
      </dsp:nvSpPr>
      <dsp:spPr>
        <a:xfrm>
          <a:off x="1130549" y="1753737"/>
          <a:ext cx="1844824" cy="117146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D7ABDF99-40AF-4409-BFAE-3EEE897974BB}">
      <dsp:nvSpPr>
        <dsp:cNvPr id="0" name=""/>
        <dsp:cNvSpPr/>
      </dsp:nvSpPr>
      <dsp:spPr>
        <a:xfrm>
          <a:off x="1335530" y="1948468"/>
          <a:ext cx="1844824" cy="117146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hu-HU" sz="1800" kern="1200" dirty="0"/>
            <a:t>Nem jogi személyek</a:t>
          </a:r>
        </a:p>
      </dsp:txBody>
      <dsp:txXfrm>
        <a:off x="1369841" y="1982779"/>
        <a:ext cx="1776202" cy="1102841"/>
      </dsp:txXfrm>
    </dsp:sp>
    <dsp:sp modelId="{E96F49B0-AEB3-4631-8985-DA89DA363625}">
      <dsp:nvSpPr>
        <dsp:cNvPr id="0" name=""/>
        <dsp:cNvSpPr/>
      </dsp:nvSpPr>
      <dsp:spPr>
        <a:xfrm>
          <a:off x="3157" y="3461736"/>
          <a:ext cx="1844824" cy="117146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CBA56B7F-0120-404F-BA31-EA1E5F81A9A3}">
      <dsp:nvSpPr>
        <dsp:cNvPr id="0" name=""/>
        <dsp:cNvSpPr/>
      </dsp:nvSpPr>
      <dsp:spPr>
        <a:xfrm>
          <a:off x="208137" y="3656468"/>
          <a:ext cx="1844824" cy="117146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hu-HU" sz="1800" kern="1200" dirty="0"/>
            <a:t>Egyéni vállalkozó</a:t>
          </a:r>
        </a:p>
      </dsp:txBody>
      <dsp:txXfrm>
        <a:off x="242448" y="3690779"/>
        <a:ext cx="1776202" cy="1102841"/>
      </dsp:txXfrm>
    </dsp:sp>
    <dsp:sp modelId="{F284AF06-C101-48FA-9212-97DD24F98BF7}">
      <dsp:nvSpPr>
        <dsp:cNvPr id="0" name=""/>
        <dsp:cNvSpPr/>
      </dsp:nvSpPr>
      <dsp:spPr>
        <a:xfrm>
          <a:off x="2257942" y="3461736"/>
          <a:ext cx="1844824" cy="117146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02AE6641-F352-4CF6-BDC4-C7BBC6B263BD}">
      <dsp:nvSpPr>
        <dsp:cNvPr id="0" name=""/>
        <dsp:cNvSpPr/>
      </dsp:nvSpPr>
      <dsp:spPr>
        <a:xfrm>
          <a:off x="2462922" y="3656468"/>
          <a:ext cx="1844824" cy="117146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hu-HU" sz="1800" kern="1200" dirty="0"/>
            <a:t>Egyéni cég</a:t>
          </a:r>
        </a:p>
      </dsp:txBody>
      <dsp:txXfrm>
        <a:off x="2497233" y="3690779"/>
        <a:ext cx="1776202" cy="1102841"/>
      </dsp:txXfrm>
    </dsp:sp>
    <dsp:sp modelId="{985FABEA-7B8C-4525-9B07-1A7032378D8C}">
      <dsp:nvSpPr>
        <dsp:cNvPr id="0" name=""/>
        <dsp:cNvSpPr/>
      </dsp:nvSpPr>
      <dsp:spPr>
        <a:xfrm>
          <a:off x="4512727" y="1753737"/>
          <a:ext cx="1844824" cy="117146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0A6097C0-ED04-42E0-B0D4-3D2D9058826F}">
      <dsp:nvSpPr>
        <dsp:cNvPr id="0" name=""/>
        <dsp:cNvSpPr/>
      </dsp:nvSpPr>
      <dsp:spPr>
        <a:xfrm>
          <a:off x="4717707" y="1948468"/>
          <a:ext cx="1844824" cy="117146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hu-HU" sz="1800" kern="1200" dirty="0"/>
            <a:t>Jogi személyek</a:t>
          </a:r>
        </a:p>
      </dsp:txBody>
      <dsp:txXfrm>
        <a:off x="4752018" y="1982779"/>
        <a:ext cx="1776202" cy="1102841"/>
      </dsp:txXfrm>
    </dsp:sp>
    <dsp:sp modelId="{728A29C2-DCD3-4FFB-B062-75FFDB1F73DC}">
      <dsp:nvSpPr>
        <dsp:cNvPr id="0" name=""/>
        <dsp:cNvSpPr/>
      </dsp:nvSpPr>
      <dsp:spPr>
        <a:xfrm>
          <a:off x="4512727" y="3461736"/>
          <a:ext cx="1844824" cy="117146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534A6F2B-681A-4D4F-BCE9-68DC0AD7588A}">
      <dsp:nvSpPr>
        <dsp:cNvPr id="0" name=""/>
        <dsp:cNvSpPr/>
      </dsp:nvSpPr>
      <dsp:spPr>
        <a:xfrm>
          <a:off x="4717707" y="3656468"/>
          <a:ext cx="1844824" cy="117146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hu-HU" sz="1800" kern="1200" dirty="0"/>
            <a:t>Gazdasági társaságok</a:t>
          </a:r>
        </a:p>
      </dsp:txBody>
      <dsp:txXfrm>
        <a:off x="4752018" y="3690779"/>
        <a:ext cx="1776202" cy="1102841"/>
      </dsp:txXfrm>
    </dsp:sp>
    <dsp:sp modelId="{B5AFCD64-79ED-40F5-99B2-AFE88C133F2D}">
      <dsp:nvSpPr>
        <dsp:cNvPr id="0" name=""/>
        <dsp:cNvSpPr/>
      </dsp:nvSpPr>
      <dsp:spPr>
        <a:xfrm>
          <a:off x="1130549" y="5169736"/>
          <a:ext cx="1844824" cy="117146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3BC7CF26-9133-4D30-8F88-1F88BFC7E81A}">
      <dsp:nvSpPr>
        <dsp:cNvPr id="0" name=""/>
        <dsp:cNvSpPr/>
      </dsp:nvSpPr>
      <dsp:spPr>
        <a:xfrm>
          <a:off x="1335530" y="5364468"/>
          <a:ext cx="1844824" cy="117146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hu-HU" sz="1800" kern="1200" dirty="0"/>
            <a:t>Közkereseti társaság</a:t>
          </a:r>
        </a:p>
      </dsp:txBody>
      <dsp:txXfrm>
        <a:off x="1369841" y="5398779"/>
        <a:ext cx="1776202" cy="1102841"/>
      </dsp:txXfrm>
    </dsp:sp>
    <dsp:sp modelId="{B7191BE9-E9FD-44A5-AC13-69B611B1037E}">
      <dsp:nvSpPr>
        <dsp:cNvPr id="0" name=""/>
        <dsp:cNvSpPr/>
      </dsp:nvSpPr>
      <dsp:spPr>
        <a:xfrm>
          <a:off x="3385334" y="5169736"/>
          <a:ext cx="1844824" cy="117146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4F06CCF7-6ED4-480A-9095-C2F5FE7BD61C}">
      <dsp:nvSpPr>
        <dsp:cNvPr id="0" name=""/>
        <dsp:cNvSpPr/>
      </dsp:nvSpPr>
      <dsp:spPr>
        <a:xfrm>
          <a:off x="3590315" y="5364468"/>
          <a:ext cx="1844824" cy="117146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hu-HU" sz="1800" kern="1200" dirty="0"/>
            <a:t>Betéti társaság</a:t>
          </a:r>
        </a:p>
      </dsp:txBody>
      <dsp:txXfrm>
        <a:off x="3624626" y="5398779"/>
        <a:ext cx="1776202" cy="1102841"/>
      </dsp:txXfrm>
    </dsp:sp>
    <dsp:sp modelId="{D0290E58-472D-4CCF-9005-E753EAF272CB}">
      <dsp:nvSpPr>
        <dsp:cNvPr id="0" name=""/>
        <dsp:cNvSpPr/>
      </dsp:nvSpPr>
      <dsp:spPr>
        <a:xfrm>
          <a:off x="5640120" y="5169736"/>
          <a:ext cx="1844824" cy="117146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CEBD5D9A-8D5E-4C50-99AB-88E5A23B91FB}">
      <dsp:nvSpPr>
        <dsp:cNvPr id="0" name=""/>
        <dsp:cNvSpPr/>
      </dsp:nvSpPr>
      <dsp:spPr>
        <a:xfrm>
          <a:off x="5845100" y="5364468"/>
          <a:ext cx="1844824" cy="117146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hu-HU" sz="1800" kern="1200"/>
            <a:t>Korlátolt felelősségű társaság</a:t>
          </a:r>
          <a:endParaRPr lang="hu-HU" sz="1800" kern="1200" dirty="0"/>
        </a:p>
      </dsp:txBody>
      <dsp:txXfrm>
        <a:off x="5879411" y="5398779"/>
        <a:ext cx="1776202" cy="1102841"/>
      </dsp:txXfrm>
    </dsp:sp>
    <dsp:sp modelId="{1010487A-61B3-48E7-AC2E-A7D79870C2B5}">
      <dsp:nvSpPr>
        <dsp:cNvPr id="0" name=""/>
        <dsp:cNvSpPr/>
      </dsp:nvSpPr>
      <dsp:spPr>
        <a:xfrm>
          <a:off x="7894905" y="5169736"/>
          <a:ext cx="1844824" cy="117146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E14CE49D-7A55-4661-BF00-5066737D6C7B}">
      <dsp:nvSpPr>
        <dsp:cNvPr id="0" name=""/>
        <dsp:cNvSpPr/>
      </dsp:nvSpPr>
      <dsp:spPr>
        <a:xfrm>
          <a:off x="8099885" y="5364468"/>
          <a:ext cx="1844824" cy="117146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hu-HU" sz="1800" kern="1200" dirty="0"/>
            <a:t>Részvénytársaság </a:t>
          </a:r>
        </a:p>
      </dsp:txBody>
      <dsp:txXfrm>
        <a:off x="8134196" y="5398779"/>
        <a:ext cx="1776202" cy="110284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351902-8744-4943-B748-BFD58DAC34BF}" type="datetimeFigureOut">
              <a:rPr lang="hu-HU" smtClean="0"/>
              <a:t>2026. 03. 13.</a:t>
            </a:fld>
            <a:endParaRPr lang="hu-HU"/>
          </a:p>
        </p:txBody>
      </p:sp>
      <p:sp>
        <p:nvSpPr>
          <p:cNvPr id="4" name="Diakép hely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0B8238-ECA3-4358-AAA8-5B48188795BB}" type="slidenum">
              <a:rPr lang="hu-HU" smtClean="0"/>
              <a:t>‹#›</a:t>
            </a:fld>
            <a:endParaRPr lang="hu-HU"/>
          </a:p>
        </p:txBody>
      </p:sp>
    </p:spTree>
    <p:extLst>
      <p:ext uri="{BB962C8B-B14F-4D97-AF65-F5344CB8AC3E}">
        <p14:creationId xmlns:p14="http://schemas.microsoft.com/office/powerpoint/2010/main" val="1802229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webujsag.kibernet.hu/informaciokozvetitok/13.htm"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dirty="0"/>
              <a:t>Az üzleti életben a </a:t>
            </a:r>
            <a:r>
              <a:rPr lang="hu-HU" sz="1200" b="1" dirty="0"/>
              <a:t>vállalkozók</a:t>
            </a:r>
            <a:r>
              <a:rPr lang="hu-HU" sz="1200" dirty="0"/>
              <a:t> (természetes személyek) és a </a:t>
            </a:r>
            <a:r>
              <a:rPr lang="hu-HU" sz="1200" b="1" dirty="0"/>
              <a:t>gazdasági társaságok </a:t>
            </a:r>
            <a:r>
              <a:rPr lang="hu-HU" sz="1200" dirty="0"/>
              <a:t>(jogi személyek) játszanak fontos szerepet, de más jogalanyok (pl. szövetkezet (jogi személy)) is részt vehetnek az üzleti tranzakciókban. Rendszerint minden jogrendszerben szabályozva van, hogy ki és milyen feltételek mellett folytathat üzleti tevékenységet.</a:t>
            </a:r>
          </a:p>
          <a:p>
            <a:endParaRPr lang="hu-HU" dirty="0"/>
          </a:p>
        </p:txBody>
      </p:sp>
      <p:sp>
        <p:nvSpPr>
          <p:cNvPr id="4" name="Dia számának helye 3"/>
          <p:cNvSpPr>
            <a:spLocks noGrp="1"/>
          </p:cNvSpPr>
          <p:nvPr>
            <p:ph type="sldNum" sz="quarter" idx="5"/>
          </p:nvPr>
        </p:nvSpPr>
        <p:spPr/>
        <p:txBody>
          <a:bodyPr/>
          <a:lstStyle/>
          <a:p>
            <a:fld id="{3B0B8238-ECA3-4358-AAA8-5B48188795BB}" type="slidenum">
              <a:rPr lang="hu-HU" smtClean="0"/>
              <a:t>2</a:t>
            </a:fld>
            <a:endParaRPr lang="hu-HU"/>
          </a:p>
        </p:txBody>
      </p:sp>
    </p:spTree>
    <p:extLst>
      <p:ext uri="{BB962C8B-B14F-4D97-AF65-F5344CB8AC3E}">
        <p14:creationId xmlns:p14="http://schemas.microsoft.com/office/powerpoint/2010/main" val="674553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Kinek az oldalán realizálódnak a jogok és kötelezettségek?</a:t>
            </a:r>
          </a:p>
        </p:txBody>
      </p:sp>
      <p:sp>
        <p:nvSpPr>
          <p:cNvPr id="4" name="Dia számának helye 3"/>
          <p:cNvSpPr>
            <a:spLocks noGrp="1"/>
          </p:cNvSpPr>
          <p:nvPr>
            <p:ph type="sldNum" sz="quarter" idx="5"/>
          </p:nvPr>
        </p:nvSpPr>
        <p:spPr/>
        <p:txBody>
          <a:bodyPr/>
          <a:lstStyle/>
          <a:p>
            <a:fld id="{3B0B8238-ECA3-4358-AAA8-5B48188795BB}" type="slidenum">
              <a:rPr lang="hu-HU" smtClean="0"/>
              <a:t>3</a:t>
            </a:fld>
            <a:endParaRPr lang="hu-HU"/>
          </a:p>
        </p:txBody>
      </p:sp>
    </p:spTree>
    <p:extLst>
      <p:ext uri="{BB962C8B-B14F-4D97-AF65-F5344CB8AC3E}">
        <p14:creationId xmlns:p14="http://schemas.microsoft.com/office/powerpoint/2010/main" val="701540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Egyéni vállalkozók számának folyamatos növekedése (</a:t>
            </a:r>
            <a:r>
              <a:rPr lang="hu-HU" dirty="0">
                <a:sym typeface="Wingdings" panose="05000000000000000000" pitchFamily="2" charset="2"/>
              </a:rPr>
              <a:t>világszintű tendencia)  </a:t>
            </a:r>
            <a:r>
              <a:rPr lang="hu-HU" dirty="0" err="1">
                <a:sym typeface="Wingdings" panose="05000000000000000000" pitchFamily="2" charset="2"/>
              </a:rPr>
              <a:t>coworking</a:t>
            </a:r>
            <a:r>
              <a:rPr lang="hu-HU" dirty="0">
                <a:sym typeface="Wingdings" panose="05000000000000000000" pitchFamily="2" charset="2"/>
              </a:rPr>
              <a:t> irodák számának ugrásszerű növekedése.</a:t>
            </a:r>
          </a:p>
          <a:p>
            <a:r>
              <a:rPr lang="hu-HU" dirty="0"/>
              <a:t>Minden nemzetgazdasági ágazatban nőtt az egyéni vállalkozók száma.</a:t>
            </a:r>
          </a:p>
          <a:p>
            <a:r>
              <a:rPr lang="hu-HU" sz="1200" b="0" i="0" kern="1200" dirty="0">
                <a:solidFill>
                  <a:schemeClr val="tx1"/>
                </a:solidFill>
                <a:effectLst/>
                <a:latin typeface="+mn-lt"/>
                <a:ea typeface="+mn-ea"/>
                <a:cs typeface="+mn-cs"/>
              </a:rPr>
              <a:t>Legnagyobb mértékben: információs és kommunikációs területen.</a:t>
            </a:r>
          </a:p>
          <a:p>
            <a:r>
              <a:rPr lang="hu-HU" sz="1200" b="0" i="0" kern="1200" dirty="0">
                <a:solidFill>
                  <a:schemeClr val="tx1"/>
                </a:solidFill>
                <a:effectLst/>
                <a:latin typeface="+mn-lt"/>
                <a:ea typeface="+mn-ea"/>
                <a:cs typeface="+mn-cs"/>
              </a:rPr>
              <a:t>Jelentős növekedés: művészetből, szórakoztatásból élő egyéni vállalkozók számában is; </a:t>
            </a:r>
          </a:p>
          <a:p>
            <a:r>
              <a:rPr lang="hu-HU" sz="1200" b="0" i="0" kern="1200" dirty="0">
                <a:solidFill>
                  <a:schemeClr val="tx1"/>
                </a:solidFill>
                <a:effectLst/>
                <a:latin typeface="+mn-lt"/>
                <a:ea typeface="+mn-ea"/>
                <a:cs typeface="+mn-cs"/>
              </a:rPr>
              <a:t>ingatlanügylettel és a szakmai tudományos, műszaki tevékenységgel foglalkozó egyéni vállalkozók </a:t>
            </a:r>
            <a:endParaRPr lang="hu-HU" dirty="0"/>
          </a:p>
        </p:txBody>
      </p:sp>
      <p:sp>
        <p:nvSpPr>
          <p:cNvPr id="4" name="Dia számának helye 3"/>
          <p:cNvSpPr>
            <a:spLocks noGrp="1"/>
          </p:cNvSpPr>
          <p:nvPr>
            <p:ph type="sldNum" sz="quarter" idx="5"/>
          </p:nvPr>
        </p:nvSpPr>
        <p:spPr/>
        <p:txBody>
          <a:bodyPr/>
          <a:lstStyle/>
          <a:p>
            <a:fld id="{3B0B8238-ECA3-4358-AAA8-5B48188795BB}" type="slidenum">
              <a:rPr lang="hu-HU" smtClean="0"/>
              <a:t>6</a:t>
            </a:fld>
            <a:endParaRPr lang="hu-HU"/>
          </a:p>
        </p:txBody>
      </p:sp>
    </p:spTree>
    <p:extLst>
      <p:ext uri="{BB962C8B-B14F-4D97-AF65-F5344CB8AC3E}">
        <p14:creationId xmlns:p14="http://schemas.microsoft.com/office/powerpoint/2010/main" val="29781721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endParaRPr lang="hu-HU" dirty="0"/>
          </a:p>
        </p:txBody>
      </p:sp>
      <p:sp>
        <p:nvSpPr>
          <p:cNvPr id="4" name="Dia számának helye 3"/>
          <p:cNvSpPr>
            <a:spLocks noGrp="1"/>
          </p:cNvSpPr>
          <p:nvPr>
            <p:ph type="sldNum" sz="quarter" idx="5"/>
          </p:nvPr>
        </p:nvSpPr>
        <p:spPr/>
        <p:txBody>
          <a:bodyPr/>
          <a:lstStyle/>
          <a:p>
            <a:fld id="{3B0B8238-ECA3-4358-AAA8-5B48188795BB}" type="slidenum">
              <a:rPr lang="hu-HU" smtClean="0"/>
              <a:t>7</a:t>
            </a:fld>
            <a:endParaRPr lang="hu-HU"/>
          </a:p>
        </p:txBody>
      </p:sp>
    </p:spTree>
    <p:extLst>
      <p:ext uri="{BB962C8B-B14F-4D97-AF65-F5344CB8AC3E}">
        <p14:creationId xmlns:p14="http://schemas.microsoft.com/office/powerpoint/2010/main" val="1748593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Vadgazdálkodás, fakitermelés, bányászat,</a:t>
            </a:r>
            <a:r>
              <a:rPr lang="hu-HU" baseline="0" dirty="0"/>
              <a:t> nemesfémgyártás, növényvédőszerkereskedelem</a:t>
            </a:r>
            <a:endParaRPr lang="hu-HU" dirty="0"/>
          </a:p>
          <a:p>
            <a:endParaRPr lang="hu-HU" dirty="0"/>
          </a:p>
          <a:p>
            <a:r>
              <a:rPr lang="hu-HU" dirty="0"/>
              <a:t>https://cegalapitas.net/engedelykoteles-tevekenysegek.html </a:t>
            </a:r>
          </a:p>
        </p:txBody>
      </p:sp>
      <p:sp>
        <p:nvSpPr>
          <p:cNvPr id="4" name="Dia számának helye 3"/>
          <p:cNvSpPr>
            <a:spLocks noGrp="1"/>
          </p:cNvSpPr>
          <p:nvPr>
            <p:ph type="sldNum" sz="quarter" idx="5"/>
          </p:nvPr>
        </p:nvSpPr>
        <p:spPr/>
        <p:txBody>
          <a:bodyPr/>
          <a:lstStyle/>
          <a:p>
            <a:fld id="{3B0B8238-ECA3-4358-AAA8-5B48188795BB}" type="slidenum">
              <a:rPr lang="hu-HU" smtClean="0"/>
              <a:t>14</a:t>
            </a:fld>
            <a:endParaRPr lang="hu-HU"/>
          </a:p>
        </p:txBody>
      </p:sp>
    </p:spTree>
    <p:extLst>
      <p:ext uri="{BB962C8B-B14F-4D97-AF65-F5344CB8AC3E}">
        <p14:creationId xmlns:p14="http://schemas.microsoft.com/office/powerpoint/2010/main" val="8110451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sz="1200" b="0" i="0" kern="1200" dirty="0">
                <a:solidFill>
                  <a:schemeClr val="tx1"/>
                </a:solidFill>
                <a:effectLst/>
                <a:latin typeface="+mn-lt"/>
                <a:ea typeface="+mn-ea"/>
                <a:cs typeface="+mn-cs"/>
              </a:rPr>
              <a:t>valamint található az interneten egy összeállítás </a:t>
            </a:r>
            <a:r>
              <a:rPr lang="hu-HU" sz="1200" b="0" i="0" u="none" strike="noStrike" kern="1200" dirty="0">
                <a:solidFill>
                  <a:schemeClr val="tx1"/>
                </a:solidFill>
                <a:effectLst/>
                <a:latin typeface="+mn-lt"/>
                <a:ea typeface="+mn-ea"/>
                <a:cs typeface="+mn-cs"/>
                <a:hlinkClick r:id="rId3"/>
              </a:rPr>
              <a:t>a szakképesítéshez nem kötött vállalkozások jegyzékéről</a:t>
            </a:r>
            <a:r>
              <a:rPr lang="hu-HU" sz="1200" b="0" i="0" kern="1200" dirty="0">
                <a:solidFill>
                  <a:schemeClr val="tx1"/>
                </a:solidFill>
                <a:effectLst/>
                <a:latin typeface="+mn-lt"/>
                <a:ea typeface="+mn-ea"/>
                <a:cs typeface="+mn-cs"/>
              </a:rPr>
              <a:t>, de olyan </a:t>
            </a:r>
            <a:r>
              <a:rPr lang="hu-HU" sz="1200" b="1" i="0" kern="1200" dirty="0">
                <a:solidFill>
                  <a:schemeClr val="tx1"/>
                </a:solidFill>
                <a:effectLst/>
                <a:latin typeface="+mn-lt"/>
                <a:ea typeface="+mn-ea"/>
                <a:cs typeface="+mn-cs"/>
              </a:rPr>
              <a:t>hivatalos, nyilvános adatbázis nem érhető el, amelyik megmondaná az ÖVTJ számot választó vállalkozónak, hogy a választott tevékenységéhez van e szükség szakképzettségre, és amennyiben igen, úgy azt is, hogy milyen szakképesítés van számára előírva.</a:t>
            </a:r>
            <a:endParaRPr lang="hu-HU" sz="1200" b="0" i="0" kern="1200" dirty="0">
              <a:solidFill>
                <a:schemeClr val="tx1"/>
              </a:solidFill>
              <a:effectLst/>
              <a:latin typeface="+mn-lt"/>
              <a:ea typeface="+mn-ea"/>
              <a:cs typeface="+mn-cs"/>
            </a:endParaRPr>
          </a:p>
          <a:p>
            <a:r>
              <a:rPr lang="hu-HU" sz="1200" b="0" i="0" kern="1200" dirty="0">
                <a:solidFill>
                  <a:schemeClr val="tx1"/>
                </a:solidFill>
                <a:effectLst/>
                <a:latin typeface="+mn-lt"/>
                <a:ea typeface="+mn-ea"/>
                <a:cs typeface="+mn-cs"/>
              </a:rPr>
              <a:t>Ezen adatbázissal ugyan rendelkeznek a Kormányhivatalok, de azt csak konkrét kérdésre adják ki, ha a vállalkozó megjelenik a Kormányablaknál, vagy írásban kéri azok kiadását.</a:t>
            </a:r>
          </a:p>
          <a:p>
            <a:endParaRPr lang="hu-HU" dirty="0"/>
          </a:p>
          <a:p>
            <a:r>
              <a:rPr lang="hu-HU" dirty="0"/>
              <a:t>Pl.</a:t>
            </a:r>
          </a:p>
          <a:p>
            <a:r>
              <a:rPr lang="hu-HU" dirty="0"/>
              <a:t>Személybiztonsági tevékenység, nyomozás, házfelügyelet, kazánfűtő, kéménytisztító,</a:t>
            </a:r>
            <a:r>
              <a:rPr lang="hu-HU" baseline="0" dirty="0"/>
              <a:t> kereskedelmi bemutató-, vásárszervezés, alapfokú művészeti oktatás</a:t>
            </a:r>
            <a:endParaRPr lang="hu-HU" dirty="0"/>
          </a:p>
          <a:p>
            <a:endParaRPr lang="hu-HU" dirty="0"/>
          </a:p>
        </p:txBody>
      </p:sp>
      <p:sp>
        <p:nvSpPr>
          <p:cNvPr id="4" name="Dia számának helye 3"/>
          <p:cNvSpPr>
            <a:spLocks noGrp="1"/>
          </p:cNvSpPr>
          <p:nvPr>
            <p:ph type="sldNum" sz="quarter" idx="5"/>
          </p:nvPr>
        </p:nvSpPr>
        <p:spPr/>
        <p:txBody>
          <a:bodyPr/>
          <a:lstStyle/>
          <a:p>
            <a:fld id="{3B0B8238-ECA3-4358-AAA8-5B48188795BB}" type="slidenum">
              <a:rPr lang="hu-HU" smtClean="0"/>
              <a:t>15</a:t>
            </a:fld>
            <a:endParaRPr lang="hu-HU"/>
          </a:p>
        </p:txBody>
      </p:sp>
    </p:spTree>
    <p:extLst>
      <p:ext uri="{BB962C8B-B14F-4D97-AF65-F5344CB8AC3E}">
        <p14:creationId xmlns:p14="http://schemas.microsoft.com/office/powerpoint/2010/main" val="38078773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effectLst/>
              </a:rPr>
              <a:t>A szünetelés bejelentése után, annak tartama alatt az egyéni vállalkozó</a:t>
            </a:r>
          </a:p>
          <a:p>
            <a:r>
              <a:rPr lang="hu-HU" dirty="0">
                <a:effectLst/>
              </a:rPr>
              <a:t>egyéni vállalkozói tevékenységet nem végezhet,</a:t>
            </a:r>
          </a:p>
          <a:p>
            <a:r>
              <a:rPr lang="hu-HU" dirty="0">
                <a:effectLst/>
              </a:rPr>
              <a:t>egyéni vállalkozói tevékenységhez kötődő új jogosultságot nem szerezhet,</a:t>
            </a:r>
          </a:p>
          <a:p>
            <a:r>
              <a:rPr lang="hu-HU" dirty="0">
                <a:effectLst/>
              </a:rPr>
              <a:t>új kötelezettséget nem vállalhat.</a:t>
            </a:r>
          </a:p>
          <a:p>
            <a:r>
              <a:rPr lang="hu-HU" dirty="0"/>
              <a:t>Az egyéni vállalkozó a szünetelésig keletkezett és azt követően esedékessé váló fizetési kötelezettségeit a szünetelés ideje alatt is köteles fizetni.</a:t>
            </a:r>
          </a:p>
        </p:txBody>
      </p:sp>
      <p:sp>
        <p:nvSpPr>
          <p:cNvPr id="4" name="Dia számának helye 3"/>
          <p:cNvSpPr>
            <a:spLocks noGrp="1"/>
          </p:cNvSpPr>
          <p:nvPr>
            <p:ph type="sldNum" sz="quarter" idx="5"/>
          </p:nvPr>
        </p:nvSpPr>
        <p:spPr/>
        <p:txBody>
          <a:bodyPr/>
          <a:lstStyle/>
          <a:p>
            <a:fld id="{3B0B8238-ECA3-4358-AAA8-5B48188795BB}" type="slidenum">
              <a:rPr lang="hu-HU" smtClean="0"/>
              <a:t>16</a:t>
            </a:fld>
            <a:endParaRPr lang="hu-HU"/>
          </a:p>
        </p:txBody>
      </p:sp>
    </p:spTree>
    <p:extLst>
      <p:ext uri="{BB962C8B-B14F-4D97-AF65-F5344CB8AC3E}">
        <p14:creationId xmlns:p14="http://schemas.microsoft.com/office/powerpoint/2010/main" val="6592912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dirty="0">
                <a:latin typeface="Times New Roman" panose="02020603050405020304" pitchFamily="18" charset="0"/>
                <a:cs typeface="Times New Roman" panose="02020603050405020304" pitchFamily="18" charset="0"/>
              </a:rPr>
              <a:t> az </a:t>
            </a:r>
            <a:r>
              <a:rPr lang="hu-HU" sz="1200" dirty="0" err="1">
                <a:latin typeface="Times New Roman" panose="02020603050405020304" pitchFamily="18" charset="0"/>
                <a:cs typeface="Times New Roman" panose="02020603050405020304" pitchFamily="18" charset="0"/>
              </a:rPr>
              <a:t>egyéni</a:t>
            </a:r>
            <a:r>
              <a:rPr lang="hu-HU" sz="1200" dirty="0">
                <a:latin typeface="Times New Roman" panose="02020603050405020304" pitchFamily="18" charset="0"/>
                <a:cs typeface="Times New Roman" panose="02020603050405020304" pitchFamily="18" charset="0"/>
              </a:rPr>
              <a:t> </a:t>
            </a:r>
            <a:r>
              <a:rPr lang="hu-HU" sz="1200" dirty="0" err="1">
                <a:latin typeface="Times New Roman" panose="02020603050405020304" pitchFamily="18" charset="0"/>
                <a:cs typeface="Times New Roman" panose="02020603050405020304" pitchFamily="18" charset="0"/>
              </a:rPr>
              <a:t>céget</a:t>
            </a:r>
            <a:r>
              <a:rPr lang="hu-HU" sz="1200" dirty="0">
                <a:latin typeface="Times New Roman" panose="02020603050405020304" pitchFamily="18" charset="0"/>
                <a:cs typeface="Times New Roman" panose="02020603050405020304" pitchFamily="18" charset="0"/>
              </a:rPr>
              <a:t> </a:t>
            </a:r>
            <a:r>
              <a:rPr lang="hu-HU" sz="1200" dirty="0" err="1">
                <a:latin typeface="Times New Roman" panose="02020603050405020304" pitchFamily="18" charset="0"/>
                <a:cs typeface="Times New Roman" panose="02020603050405020304" pitchFamily="18" charset="0"/>
              </a:rPr>
              <a:t>bármilyen</a:t>
            </a:r>
            <a:r>
              <a:rPr lang="hu-HU" sz="1200" dirty="0">
                <a:latin typeface="Times New Roman" panose="02020603050405020304" pitchFamily="18" charset="0"/>
                <a:cs typeface="Times New Roman" panose="02020603050405020304" pitchFamily="18" charset="0"/>
              </a:rPr>
              <a:t> összeggel </a:t>
            </a:r>
            <a:r>
              <a:rPr lang="hu-HU" sz="1200" dirty="0" err="1">
                <a:latin typeface="Times New Roman" panose="02020603050405020304" pitchFamily="18" charset="0"/>
                <a:cs typeface="Times New Roman" panose="02020603050405020304" pitchFamily="18" charset="0"/>
              </a:rPr>
              <a:t>létre</a:t>
            </a:r>
            <a:r>
              <a:rPr lang="hu-HU" sz="1200" dirty="0">
                <a:latin typeface="Times New Roman" panose="02020603050405020304" pitchFamily="18" charset="0"/>
                <a:cs typeface="Times New Roman" panose="02020603050405020304" pitchFamily="18" charset="0"/>
              </a:rPr>
              <a:t> lehet hozni </a:t>
            </a:r>
          </a:p>
          <a:p>
            <a:endParaRPr lang="hu-HU" dirty="0"/>
          </a:p>
        </p:txBody>
      </p:sp>
      <p:sp>
        <p:nvSpPr>
          <p:cNvPr id="4" name="Dia számának helye 3"/>
          <p:cNvSpPr>
            <a:spLocks noGrp="1"/>
          </p:cNvSpPr>
          <p:nvPr>
            <p:ph type="sldNum" sz="quarter" idx="5"/>
          </p:nvPr>
        </p:nvSpPr>
        <p:spPr/>
        <p:txBody>
          <a:bodyPr/>
          <a:lstStyle/>
          <a:p>
            <a:fld id="{3B0B8238-ECA3-4358-AAA8-5B48188795BB}" type="slidenum">
              <a:rPr lang="hu-HU" smtClean="0"/>
              <a:t>19</a:t>
            </a:fld>
            <a:endParaRPr lang="hu-HU"/>
          </a:p>
        </p:txBody>
      </p:sp>
    </p:spTree>
    <p:extLst>
      <p:ext uri="{BB962C8B-B14F-4D97-AF65-F5344CB8AC3E}">
        <p14:creationId xmlns:p14="http://schemas.microsoft.com/office/powerpoint/2010/main" val="370874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lvl="0" indent="0">
              <a:lnSpc>
                <a:spcPct val="100000"/>
              </a:lnSpc>
              <a:spcBef>
                <a:spcPct val="20000"/>
              </a:spcBef>
            </a:pPr>
            <a:r>
              <a:rPr lang="hu-HU" sz="1200" dirty="0">
                <a:solidFill>
                  <a:srgbClr val="212222"/>
                </a:solidFill>
              </a:rPr>
              <a:t>Országhoz kötöttség!! – tagállami szabályozás – tartalom hasonló lehet (</a:t>
            </a:r>
            <a:r>
              <a:rPr lang="hu-HU" sz="1200" dirty="0" err="1">
                <a:solidFill>
                  <a:srgbClr val="212222"/>
                </a:solidFill>
              </a:rPr>
              <a:t>Lidl</a:t>
            </a:r>
            <a:r>
              <a:rPr lang="hu-HU" sz="1200" dirty="0">
                <a:solidFill>
                  <a:srgbClr val="212222"/>
                </a:solidFill>
              </a:rPr>
              <a:t> bt. Formában!)</a:t>
            </a:r>
          </a:p>
          <a:p>
            <a:pPr marL="0" lvl="0" indent="0">
              <a:lnSpc>
                <a:spcPct val="100000"/>
              </a:lnSpc>
              <a:spcBef>
                <a:spcPct val="20000"/>
              </a:spcBef>
            </a:pPr>
            <a:endParaRPr lang="hu-HU" sz="1200" dirty="0">
              <a:solidFill>
                <a:srgbClr val="212222"/>
              </a:solidFill>
            </a:endParaRPr>
          </a:p>
          <a:p>
            <a:pPr marL="0" lvl="0" indent="0">
              <a:lnSpc>
                <a:spcPct val="100000"/>
              </a:lnSpc>
              <a:spcBef>
                <a:spcPct val="20000"/>
              </a:spcBef>
            </a:pPr>
            <a:r>
              <a:rPr lang="hu-HU" sz="1200" dirty="0">
                <a:solidFill>
                  <a:srgbClr val="212222"/>
                </a:solidFill>
              </a:rPr>
              <a:t>A </a:t>
            </a:r>
            <a:r>
              <a:rPr lang="hu-HU" sz="1200" b="1" dirty="0">
                <a:solidFill>
                  <a:srgbClr val="212222"/>
                </a:solidFill>
              </a:rPr>
              <a:t>Polgári Törvénykönyv </a:t>
            </a:r>
            <a:r>
              <a:rPr lang="hu-HU" sz="1200" dirty="0">
                <a:solidFill>
                  <a:srgbClr val="212222"/>
                </a:solidFill>
              </a:rPr>
              <a:t>szabályozza:</a:t>
            </a:r>
          </a:p>
          <a:p>
            <a:pPr marL="0" lvl="0" indent="0">
              <a:lnSpc>
                <a:spcPct val="100000"/>
              </a:lnSpc>
              <a:spcBef>
                <a:spcPct val="20000"/>
              </a:spcBef>
            </a:pPr>
            <a:r>
              <a:rPr lang="hu-HU" sz="1200" dirty="0">
                <a:solidFill>
                  <a:srgbClr val="212222"/>
                </a:solidFill>
              </a:rPr>
              <a:t>1. a</a:t>
            </a:r>
            <a:r>
              <a:rPr lang="hu-HU" sz="1200" b="1" dirty="0">
                <a:solidFill>
                  <a:srgbClr val="212222"/>
                </a:solidFill>
              </a:rPr>
              <a:t> </a:t>
            </a:r>
            <a:r>
              <a:rPr lang="hu-HU" sz="1200" dirty="0">
                <a:solidFill>
                  <a:srgbClr val="212222"/>
                </a:solidFill>
              </a:rPr>
              <a:t>jogi személyek általános szabályai a gazdasági társaságokra is vonatkoznak</a:t>
            </a:r>
          </a:p>
          <a:p>
            <a:pPr marL="0" lvl="0" indent="0">
              <a:lnSpc>
                <a:spcPct val="100000"/>
              </a:lnSpc>
              <a:spcBef>
                <a:spcPct val="20000"/>
              </a:spcBef>
            </a:pPr>
            <a:r>
              <a:rPr lang="hu-HU" sz="1200" dirty="0">
                <a:solidFill>
                  <a:srgbClr val="212222"/>
                </a:solidFill>
              </a:rPr>
              <a:t>2.  gazdasági társaságok közös szabályai: valamennyi gazdasági társaságra általános rendelkezések</a:t>
            </a:r>
          </a:p>
          <a:p>
            <a:pPr marL="0" lvl="0" indent="0">
              <a:lnSpc>
                <a:spcPct val="100000"/>
              </a:lnSpc>
              <a:spcBef>
                <a:spcPct val="20000"/>
              </a:spcBef>
            </a:pPr>
            <a:r>
              <a:rPr lang="hu-HU" sz="1200" dirty="0">
                <a:solidFill>
                  <a:srgbClr val="212222"/>
                </a:solidFill>
              </a:rPr>
              <a:t>3. az egyes gazdasági formákra pedig külön vannak még ezen felül rendelkezések a Polgári Törvénykönyvben</a:t>
            </a:r>
          </a:p>
          <a:p>
            <a:endParaRPr lang="hu-HU" dirty="0"/>
          </a:p>
        </p:txBody>
      </p:sp>
      <p:sp>
        <p:nvSpPr>
          <p:cNvPr id="4" name="Dia számának helye 3"/>
          <p:cNvSpPr>
            <a:spLocks noGrp="1"/>
          </p:cNvSpPr>
          <p:nvPr>
            <p:ph type="sldNum" sz="quarter" idx="5"/>
          </p:nvPr>
        </p:nvSpPr>
        <p:spPr/>
        <p:txBody>
          <a:bodyPr/>
          <a:lstStyle/>
          <a:p>
            <a:fld id="{3B0B8238-ECA3-4358-AAA8-5B48188795BB}" type="slidenum">
              <a:rPr lang="hu-HU" smtClean="0"/>
              <a:t>21</a:t>
            </a:fld>
            <a:endParaRPr lang="hu-HU"/>
          </a:p>
        </p:txBody>
      </p:sp>
    </p:spTree>
    <p:extLst>
      <p:ext uri="{BB962C8B-B14F-4D97-AF65-F5344CB8AC3E}">
        <p14:creationId xmlns:p14="http://schemas.microsoft.com/office/powerpoint/2010/main" val="30871320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indent="0">
              <a:buNone/>
            </a:pPr>
            <a:r>
              <a:rPr lang="hu-HU" sz="1200" b="1" dirty="0"/>
              <a:t>Az </a:t>
            </a:r>
            <a:r>
              <a:rPr lang="hu-HU" sz="1200" b="1" dirty="0">
                <a:solidFill>
                  <a:srgbClr val="FF0000"/>
                </a:solidFill>
              </a:rPr>
              <a:t>rt. csak zártan alapítható, de működhet nyilvánosan is: </a:t>
            </a:r>
          </a:p>
          <a:p>
            <a:pPr marL="0" indent="0">
              <a:buNone/>
            </a:pPr>
            <a:br>
              <a:rPr lang="hu-HU" sz="1200" b="1" dirty="0">
                <a:solidFill>
                  <a:srgbClr val="FF0000"/>
                </a:solidFill>
              </a:rPr>
            </a:br>
            <a:r>
              <a:rPr lang="hu-HU" sz="1200" b="1" dirty="0">
                <a:solidFill>
                  <a:srgbClr val="FF0000"/>
                </a:solidFill>
              </a:rPr>
              <a:t>nyilvánosan működik, ha a részvényei nyilvánosan kerülnek forgalomba, a tőzsdére bevezették</a:t>
            </a:r>
            <a:r>
              <a:rPr lang="hu-HU" sz="1200" b="1" i="1" dirty="0"/>
              <a:t> </a:t>
            </a:r>
            <a:r>
              <a:rPr lang="hu-HU" sz="1200" dirty="0">
                <a:effectLst/>
              </a:rPr>
              <a:t> (ld. </a:t>
            </a:r>
            <a:r>
              <a:rPr lang="hu-HU" sz="1200" dirty="0"/>
              <a:t>z</a:t>
            </a:r>
            <a:r>
              <a:rPr lang="hu-HU" sz="1200" dirty="0">
                <a:effectLst/>
              </a:rPr>
              <a:t>rt., nyrt.)</a:t>
            </a:r>
            <a:endParaRPr lang="hu-HU" sz="1200" dirty="0">
              <a:solidFill>
                <a:srgbClr val="FF0000"/>
              </a:solidFill>
              <a:effectLst/>
            </a:endParaRPr>
          </a:p>
          <a:p>
            <a:endParaRPr lang="hu-HU" dirty="0"/>
          </a:p>
        </p:txBody>
      </p:sp>
      <p:sp>
        <p:nvSpPr>
          <p:cNvPr id="4" name="Dia számának helye 3"/>
          <p:cNvSpPr>
            <a:spLocks noGrp="1"/>
          </p:cNvSpPr>
          <p:nvPr>
            <p:ph type="sldNum" sz="quarter" idx="5"/>
          </p:nvPr>
        </p:nvSpPr>
        <p:spPr/>
        <p:txBody>
          <a:bodyPr/>
          <a:lstStyle/>
          <a:p>
            <a:fld id="{3B0B8238-ECA3-4358-AAA8-5B48188795BB}" type="slidenum">
              <a:rPr lang="hu-HU" smtClean="0"/>
              <a:t>45</a:t>
            </a:fld>
            <a:endParaRPr lang="hu-HU"/>
          </a:p>
        </p:txBody>
      </p:sp>
    </p:spTree>
    <p:extLst>
      <p:ext uri="{BB962C8B-B14F-4D97-AF65-F5344CB8AC3E}">
        <p14:creationId xmlns:p14="http://schemas.microsoft.com/office/powerpoint/2010/main" val="14550034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indent="0">
              <a:buNone/>
            </a:pPr>
            <a:r>
              <a:rPr lang="hu-HU" b="1" dirty="0"/>
              <a:t>Értékpapír, amely tagsági jogokat testesít meg. </a:t>
            </a:r>
            <a:r>
              <a:rPr lang="hu-HU" dirty="0">
                <a:effectLst/>
              </a:rPr>
              <a:t> </a:t>
            </a:r>
          </a:p>
          <a:p>
            <a:pPr marL="0" indent="0">
              <a:buNone/>
            </a:pPr>
            <a:r>
              <a:rPr lang="hu-HU" dirty="0"/>
              <a:t>A részvény a kibocsátó részvénytársaságban gyakorolt tagsági jogokat megtestesítő, névre szóló, névértékkel rendelkező, forgalomképes értékpapír. </a:t>
            </a:r>
            <a:r>
              <a:rPr lang="hu-HU" dirty="0">
                <a:effectLst/>
              </a:rPr>
              <a:t> </a:t>
            </a:r>
            <a:endParaRPr lang="hu-HU" dirty="0"/>
          </a:p>
          <a:p>
            <a:endParaRPr lang="hu-HU" dirty="0"/>
          </a:p>
        </p:txBody>
      </p:sp>
      <p:sp>
        <p:nvSpPr>
          <p:cNvPr id="4" name="Dia számának helye 3"/>
          <p:cNvSpPr>
            <a:spLocks noGrp="1"/>
          </p:cNvSpPr>
          <p:nvPr>
            <p:ph type="sldNum" sz="quarter" idx="5"/>
          </p:nvPr>
        </p:nvSpPr>
        <p:spPr/>
        <p:txBody>
          <a:bodyPr/>
          <a:lstStyle/>
          <a:p>
            <a:fld id="{3B0B8238-ECA3-4358-AAA8-5B48188795BB}" type="slidenum">
              <a:rPr lang="hu-HU" smtClean="0"/>
              <a:t>46</a:t>
            </a:fld>
            <a:endParaRPr lang="hu-HU"/>
          </a:p>
        </p:txBody>
      </p:sp>
    </p:spTree>
    <p:extLst>
      <p:ext uri="{BB962C8B-B14F-4D97-AF65-F5344CB8AC3E}">
        <p14:creationId xmlns:p14="http://schemas.microsoft.com/office/powerpoint/2010/main" val="2059796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ímdia">
    <p:spTree>
      <p:nvGrpSpPr>
        <p:cNvPr id="1" name=""/>
        <p:cNvGrpSpPr/>
        <p:nvPr/>
      </p:nvGrpSpPr>
      <p:grpSpPr>
        <a:xfrm>
          <a:off x="0" y="0"/>
          <a:ext cx="0" cy="0"/>
          <a:chOff x="0" y="0"/>
          <a:chExt cx="0" cy="0"/>
        </a:xfrm>
      </p:grpSpPr>
      <p:grpSp>
        <p:nvGrpSpPr>
          <p:cNvPr id="1557" name="Group 1556"/>
          <p:cNvGrpSpPr/>
          <p:nvPr/>
        </p:nvGrpSpPr>
        <p:grpSpPr>
          <a:xfrm>
            <a:off x="0" y="420256"/>
            <a:ext cx="12188952" cy="3795497"/>
            <a:chOff x="0" y="420256"/>
            <a:chExt cx="12188952" cy="3795497"/>
          </a:xfrm>
        </p:grpSpPr>
        <p:cxnSp>
          <p:nvCxnSpPr>
            <p:cNvPr id="1558" name="Straight Connector 1557"/>
            <p:cNvCxnSpPr/>
            <p:nvPr/>
          </p:nvCxnSpPr>
          <p:spPr>
            <a:xfrm>
              <a:off x="0" y="4215753"/>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59" name="Straight Connector 1558"/>
            <p:cNvCxnSpPr/>
            <p:nvPr/>
          </p:nvCxnSpPr>
          <p:spPr>
            <a:xfrm>
              <a:off x="0" y="3794032"/>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0" name="Straight Connector 1559"/>
            <p:cNvCxnSpPr/>
            <p:nvPr/>
          </p:nvCxnSpPr>
          <p:spPr>
            <a:xfrm>
              <a:off x="0" y="3372310"/>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1" name="Straight Connector 1560"/>
            <p:cNvCxnSpPr/>
            <p:nvPr/>
          </p:nvCxnSpPr>
          <p:spPr>
            <a:xfrm>
              <a:off x="0" y="2950588"/>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2" name="Straight Connector 1561"/>
            <p:cNvCxnSpPr/>
            <p:nvPr/>
          </p:nvCxnSpPr>
          <p:spPr>
            <a:xfrm>
              <a:off x="0" y="2528866"/>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3" name="Straight Connector 1562"/>
            <p:cNvCxnSpPr/>
            <p:nvPr/>
          </p:nvCxnSpPr>
          <p:spPr>
            <a:xfrm>
              <a:off x="0" y="2107144"/>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4" name="Straight Connector 1563"/>
            <p:cNvCxnSpPr/>
            <p:nvPr/>
          </p:nvCxnSpPr>
          <p:spPr>
            <a:xfrm>
              <a:off x="0" y="1685422"/>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5" name="Straight Connector 1564"/>
            <p:cNvCxnSpPr/>
            <p:nvPr/>
          </p:nvCxnSpPr>
          <p:spPr>
            <a:xfrm>
              <a:off x="0" y="1263700"/>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6" name="Straight Connector 1565"/>
            <p:cNvCxnSpPr/>
            <p:nvPr/>
          </p:nvCxnSpPr>
          <p:spPr>
            <a:xfrm>
              <a:off x="0" y="841978"/>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7" name="Straight Connector 1566"/>
            <p:cNvCxnSpPr/>
            <p:nvPr/>
          </p:nvCxnSpPr>
          <p:spPr>
            <a:xfrm>
              <a:off x="0" y="420256"/>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568" name="Rectangle 379"/>
          <p:cNvSpPr/>
          <p:nvPr/>
        </p:nvSpPr>
        <p:spPr>
          <a:xfrm rot="18900000" flipV="1">
            <a:off x="9445819" y="-965459"/>
            <a:ext cx="13717" cy="6493220"/>
          </a:xfrm>
          <a:custGeom>
            <a:avLst/>
            <a:gdLst/>
            <a:ahLst/>
            <a:cxnLst/>
            <a:rect l="l" t="t" r="r" b="b"/>
            <a:pathLst>
              <a:path w="13717" h="6493220">
                <a:moveTo>
                  <a:pt x="1" y="6493220"/>
                </a:moveTo>
                <a:lnTo>
                  <a:pt x="13717" y="6479504"/>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69" name="Rectangle 56"/>
          <p:cNvSpPr/>
          <p:nvPr/>
        </p:nvSpPr>
        <p:spPr>
          <a:xfrm>
            <a:off x="0" y="0"/>
            <a:ext cx="11816540" cy="4572004"/>
          </a:xfrm>
          <a:custGeom>
            <a:avLst/>
            <a:gdLst/>
            <a:ahLst/>
            <a:cxnLst/>
            <a:rect l="l" t="t" r="r" b="b"/>
            <a:pathLst>
              <a:path w="11816540" h="4572004">
                <a:moveTo>
                  <a:pt x="11802824" y="4"/>
                </a:moveTo>
                <a:lnTo>
                  <a:pt x="11816540" y="4"/>
                </a:lnTo>
                <a:lnTo>
                  <a:pt x="11816540" y="4572004"/>
                </a:lnTo>
                <a:lnTo>
                  <a:pt x="11802824" y="4572004"/>
                </a:lnTo>
                <a:close/>
                <a:moveTo>
                  <a:pt x="5901406" y="4"/>
                </a:moveTo>
                <a:lnTo>
                  <a:pt x="5915122" y="4"/>
                </a:lnTo>
                <a:lnTo>
                  <a:pt x="5915122" y="4572004"/>
                </a:lnTo>
                <a:lnTo>
                  <a:pt x="5901406" y="4572004"/>
                </a:lnTo>
                <a:close/>
                <a:moveTo>
                  <a:pt x="10959754" y="3"/>
                </a:moveTo>
                <a:lnTo>
                  <a:pt x="10973470" y="3"/>
                </a:lnTo>
                <a:lnTo>
                  <a:pt x="10973470" y="4572003"/>
                </a:lnTo>
                <a:lnTo>
                  <a:pt x="10959754" y="4572003"/>
                </a:lnTo>
                <a:close/>
                <a:moveTo>
                  <a:pt x="5058348" y="3"/>
                </a:moveTo>
                <a:lnTo>
                  <a:pt x="5072064" y="3"/>
                </a:lnTo>
                <a:lnTo>
                  <a:pt x="5072064" y="4572003"/>
                </a:lnTo>
                <a:lnTo>
                  <a:pt x="5058348" y="4572003"/>
                </a:lnTo>
                <a:close/>
                <a:moveTo>
                  <a:pt x="11381283" y="2"/>
                </a:moveTo>
                <a:lnTo>
                  <a:pt x="11394999" y="2"/>
                </a:lnTo>
                <a:lnTo>
                  <a:pt x="11394999" y="4572002"/>
                </a:lnTo>
                <a:lnTo>
                  <a:pt x="11381283" y="4572002"/>
                </a:lnTo>
                <a:close/>
                <a:moveTo>
                  <a:pt x="10538225" y="2"/>
                </a:moveTo>
                <a:lnTo>
                  <a:pt x="10551941" y="2"/>
                </a:lnTo>
                <a:lnTo>
                  <a:pt x="10551941" y="4572002"/>
                </a:lnTo>
                <a:lnTo>
                  <a:pt x="10538225" y="4572002"/>
                </a:lnTo>
                <a:close/>
                <a:moveTo>
                  <a:pt x="10116696" y="2"/>
                </a:moveTo>
                <a:lnTo>
                  <a:pt x="10130412" y="2"/>
                </a:lnTo>
                <a:lnTo>
                  <a:pt x="10130412" y="4572002"/>
                </a:lnTo>
                <a:lnTo>
                  <a:pt x="10116696" y="4572002"/>
                </a:lnTo>
                <a:close/>
                <a:moveTo>
                  <a:pt x="6322935" y="2"/>
                </a:moveTo>
                <a:lnTo>
                  <a:pt x="6336651" y="2"/>
                </a:lnTo>
                <a:lnTo>
                  <a:pt x="6336651" y="4572002"/>
                </a:lnTo>
                <a:lnTo>
                  <a:pt x="6322935" y="4572002"/>
                </a:lnTo>
                <a:close/>
                <a:moveTo>
                  <a:pt x="5479877" y="2"/>
                </a:moveTo>
                <a:lnTo>
                  <a:pt x="5493593" y="2"/>
                </a:lnTo>
                <a:lnTo>
                  <a:pt x="5493593" y="4572002"/>
                </a:lnTo>
                <a:lnTo>
                  <a:pt x="5479877" y="4572002"/>
                </a:lnTo>
                <a:close/>
                <a:moveTo>
                  <a:pt x="4636819" y="2"/>
                </a:moveTo>
                <a:lnTo>
                  <a:pt x="4650535" y="2"/>
                </a:lnTo>
                <a:lnTo>
                  <a:pt x="4650535" y="4572002"/>
                </a:lnTo>
                <a:lnTo>
                  <a:pt x="4636819" y="4572002"/>
                </a:lnTo>
                <a:close/>
                <a:moveTo>
                  <a:pt x="4215290" y="2"/>
                </a:moveTo>
                <a:lnTo>
                  <a:pt x="4229006" y="2"/>
                </a:lnTo>
                <a:lnTo>
                  <a:pt x="4229006" y="4572002"/>
                </a:lnTo>
                <a:lnTo>
                  <a:pt x="4215290" y="4572002"/>
                </a:lnTo>
                <a:close/>
                <a:moveTo>
                  <a:pt x="421529" y="2"/>
                </a:moveTo>
                <a:lnTo>
                  <a:pt x="435245" y="2"/>
                </a:lnTo>
                <a:lnTo>
                  <a:pt x="435245" y="4572002"/>
                </a:lnTo>
                <a:lnTo>
                  <a:pt x="421529" y="4572002"/>
                </a:lnTo>
                <a:close/>
                <a:moveTo>
                  <a:pt x="0" y="2"/>
                </a:moveTo>
                <a:lnTo>
                  <a:pt x="13716" y="2"/>
                </a:lnTo>
                <a:lnTo>
                  <a:pt x="13716" y="4572002"/>
                </a:lnTo>
                <a:lnTo>
                  <a:pt x="0" y="4572002"/>
                </a:lnTo>
                <a:close/>
                <a:moveTo>
                  <a:pt x="9273638" y="1"/>
                </a:moveTo>
                <a:lnTo>
                  <a:pt x="9287354" y="1"/>
                </a:lnTo>
                <a:lnTo>
                  <a:pt x="9287354" y="4572001"/>
                </a:lnTo>
                <a:lnTo>
                  <a:pt x="9273638" y="4572001"/>
                </a:lnTo>
                <a:close/>
                <a:moveTo>
                  <a:pt x="3372232" y="1"/>
                </a:moveTo>
                <a:lnTo>
                  <a:pt x="3385948" y="1"/>
                </a:lnTo>
                <a:lnTo>
                  <a:pt x="3385948" y="4572001"/>
                </a:lnTo>
                <a:lnTo>
                  <a:pt x="3372232" y="4572001"/>
                </a:lnTo>
                <a:close/>
                <a:moveTo>
                  <a:pt x="9695167" y="0"/>
                </a:moveTo>
                <a:lnTo>
                  <a:pt x="9708883" y="0"/>
                </a:lnTo>
                <a:lnTo>
                  <a:pt x="9708883" y="4572000"/>
                </a:lnTo>
                <a:lnTo>
                  <a:pt x="9695167" y="4572000"/>
                </a:lnTo>
                <a:close/>
                <a:moveTo>
                  <a:pt x="8852109" y="0"/>
                </a:moveTo>
                <a:lnTo>
                  <a:pt x="8865825" y="0"/>
                </a:lnTo>
                <a:lnTo>
                  <a:pt x="8865825" y="4572000"/>
                </a:lnTo>
                <a:lnTo>
                  <a:pt x="8852109" y="4572000"/>
                </a:lnTo>
                <a:close/>
                <a:moveTo>
                  <a:pt x="8430580" y="0"/>
                </a:moveTo>
                <a:lnTo>
                  <a:pt x="8444296" y="0"/>
                </a:lnTo>
                <a:lnTo>
                  <a:pt x="8444296" y="4572000"/>
                </a:lnTo>
                <a:lnTo>
                  <a:pt x="8430580" y="4572000"/>
                </a:lnTo>
                <a:close/>
                <a:moveTo>
                  <a:pt x="8009051" y="0"/>
                </a:moveTo>
                <a:lnTo>
                  <a:pt x="8022767" y="0"/>
                </a:lnTo>
                <a:lnTo>
                  <a:pt x="8022767" y="4572000"/>
                </a:lnTo>
                <a:lnTo>
                  <a:pt x="8009051" y="4572000"/>
                </a:lnTo>
                <a:close/>
                <a:moveTo>
                  <a:pt x="7587522" y="0"/>
                </a:moveTo>
                <a:lnTo>
                  <a:pt x="7601238" y="0"/>
                </a:lnTo>
                <a:lnTo>
                  <a:pt x="7601238" y="4572000"/>
                </a:lnTo>
                <a:lnTo>
                  <a:pt x="7587522" y="4572000"/>
                </a:lnTo>
                <a:close/>
                <a:moveTo>
                  <a:pt x="7165993" y="0"/>
                </a:moveTo>
                <a:lnTo>
                  <a:pt x="7179709" y="0"/>
                </a:lnTo>
                <a:lnTo>
                  <a:pt x="7179709" y="4572000"/>
                </a:lnTo>
                <a:lnTo>
                  <a:pt x="7165993" y="4572000"/>
                </a:lnTo>
                <a:close/>
                <a:moveTo>
                  <a:pt x="6744464" y="0"/>
                </a:moveTo>
                <a:lnTo>
                  <a:pt x="6758180" y="0"/>
                </a:lnTo>
                <a:lnTo>
                  <a:pt x="6758180" y="4572000"/>
                </a:lnTo>
                <a:lnTo>
                  <a:pt x="6744464" y="4572000"/>
                </a:lnTo>
                <a:close/>
                <a:moveTo>
                  <a:pt x="3793761" y="0"/>
                </a:moveTo>
                <a:lnTo>
                  <a:pt x="3807477" y="0"/>
                </a:lnTo>
                <a:lnTo>
                  <a:pt x="3807477" y="4572000"/>
                </a:lnTo>
                <a:lnTo>
                  <a:pt x="3793761" y="4572000"/>
                </a:lnTo>
                <a:close/>
                <a:moveTo>
                  <a:pt x="2950703" y="0"/>
                </a:moveTo>
                <a:lnTo>
                  <a:pt x="2964419" y="0"/>
                </a:lnTo>
                <a:lnTo>
                  <a:pt x="2964419" y="4572000"/>
                </a:lnTo>
                <a:lnTo>
                  <a:pt x="2950703" y="4572000"/>
                </a:lnTo>
                <a:close/>
                <a:moveTo>
                  <a:pt x="2529174" y="0"/>
                </a:moveTo>
                <a:lnTo>
                  <a:pt x="2542890" y="0"/>
                </a:lnTo>
                <a:lnTo>
                  <a:pt x="2542890" y="4572000"/>
                </a:lnTo>
                <a:lnTo>
                  <a:pt x="2529174" y="4572000"/>
                </a:lnTo>
                <a:close/>
                <a:moveTo>
                  <a:pt x="2107645" y="0"/>
                </a:moveTo>
                <a:lnTo>
                  <a:pt x="2121361" y="0"/>
                </a:lnTo>
                <a:lnTo>
                  <a:pt x="2121361" y="4572000"/>
                </a:lnTo>
                <a:lnTo>
                  <a:pt x="2107645" y="4572000"/>
                </a:lnTo>
                <a:close/>
                <a:moveTo>
                  <a:pt x="1686116" y="0"/>
                </a:moveTo>
                <a:lnTo>
                  <a:pt x="1699832" y="0"/>
                </a:lnTo>
                <a:lnTo>
                  <a:pt x="1699832" y="4572000"/>
                </a:lnTo>
                <a:lnTo>
                  <a:pt x="1686116" y="4572000"/>
                </a:lnTo>
                <a:close/>
                <a:moveTo>
                  <a:pt x="1264587" y="0"/>
                </a:moveTo>
                <a:lnTo>
                  <a:pt x="1278303" y="0"/>
                </a:lnTo>
                <a:lnTo>
                  <a:pt x="1278303" y="4572000"/>
                </a:lnTo>
                <a:lnTo>
                  <a:pt x="1264587" y="4572000"/>
                </a:lnTo>
                <a:close/>
                <a:moveTo>
                  <a:pt x="843058" y="0"/>
                </a:moveTo>
                <a:lnTo>
                  <a:pt x="856774" y="0"/>
                </a:lnTo>
                <a:lnTo>
                  <a:pt x="856774" y="4572000"/>
                </a:lnTo>
                <a:lnTo>
                  <a:pt x="843058" y="457200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70" name="Rectangle 87"/>
          <p:cNvSpPr/>
          <p:nvPr/>
        </p:nvSpPr>
        <p:spPr>
          <a:xfrm rot="2700000">
            <a:off x="2311242" y="-967047"/>
            <a:ext cx="13716" cy="6570294"/>
          </a:xfrm>
          <a:custGeom>
            <a:avLst/>
            <a:gdLst/>
            <a:ahLst/>
            <a:cxnLst/>
            <a:rect l="l" t="t" r="r" b="b"/>
            <a:pathLst>
              <a:path w="13716" h="6570294">
                <a:moveTo>
                  <a:pt x="0" y="6556578"/>
                </a:moveTo>
                <a:lnTo>
                  <a:pt x="13716" y="6570294"/>
                </a:lnTo>
                <a:lnTo>
                  <a:pt x="13716" y="6570294"/>
                </a:lnTo>
                <a:lnTo>
                  <a:pt x="0" y="6556578"/>
                </a:lnTo>
                <a:close/>
                <a:moveTo>
                  <a:pt x="0" y="13716"/>
                </a:moveTo>
                <a:lnTo>
                  <a:pt x="13716" y="0"/>
                </a:lnTo>
                <a:lnTo>
                  <a:pt x="13716" y="6465786"/>
                </a:lnTo>
                <a:lnTo>
                  <a:pt x="0" y="647950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71" name="Rectangle 88"/>
          <p:cNvSpPr/>
          <p:nvPr/>
        </p:nvSpPr>
        <p:spPr>
          <a:xfrm rot="2700000">
            <a:off x="3186527" y="-953751"/>
            <a:ext cx="13716" cy="6479503"/>
          </a:xfrm>
          <a:custGeom>
            <a:avLst/>
            <a:gdLst/>
            <a:ahLst/>
            <a:cxnLst/>
            <a:rect l="l" t="t" r="r" b="b"/>
            <a:pathLst>
              <a:path w="13716" h="6479503">
                <a:moveTo>
                  <a:pt x="0" y="13716"/>
                </a:moveTo>
                <a:lnTo>
                  <a:pt x="13716" y="0"/>
                </a:lnTo>
                <a:lnTo>
                  <a:pt x="13716" y="6465786"/>
                </a:lnTo>
                <a:lnTo>
                  <a:pt x="0" y="647950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72" name="Rectangle 89"/>
          <p:cNvSpPr/>
          <p:nvPr/>
        </p:nvSpPr>
        <p:spPr>
          <a:xfrm rot="2700000">
            <a:off x="4029713" y="-953750"/>
            <a:ext cx="13716" cy="6479503"/>
          </a:xfrm>
          <a:custGeom>
            <a:avLst/>
            <a:gdLst/>
            <a:ahLst/>
            <a:cxnLst/>
            <a:rect l="l" t="t" r="r" b="b"/>
            <a:pathLst>
              <a:path w="13716" h="6479503">
                <a:moveTo>
                  <a:pt x="0" y="13716"/>
                </a:moveTo>
                <a:lnTo>
                  <a:pt x="13716" y="0"/>
                </a:lnTo>
                <a:lnTo>
                  <a:pt x="13716" y="6465787"/>
                </a:lnTo>
                <a:lnTo>
                  <a:pt x="0" y="647950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73" name="Rectangle 90"/>
          <p:cNvSpPr/>
          <p:nvPr/>
        </p:nvSpPr>
        <p:spPr>
          <a:xfrm rot="2700000">
            <a:off x="4872899" y="-953750"/>
            <a:ext cx="13716" cy="6479503"/>
          </a:xfrm>
          <a:custGeom>
            <a:avLst/>
            <a:gdLst/>
            <a:ahLst/>
            <a:cxnLst/>
            <a:rect l="l" t="t" r="r" b="b"/>
            <a:pathLst>
              <a:path w="13716" h="6479503">
                <a:moveTo>
                  <a:pt x="0" y="13716"/>
                </a:moveTo>
                <a:lnTo>
                  <a:pt x="13716" y="0"/>
                </a:lnTo>
                <a:lnTo>
                  <a:pt x="13716" y="6465786"/>
                </a:lnTo>
                <a:lnTo>
                  <a:pt x="0" y="647950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74" name="Rectangle 91"/>
          <p:cNvSpPr/>
          <p:nvPr/>
        </p:nvSpPr>
        <p:spPr>
          <a:xfrm rot="2700000">
            <a:off x="5716086" y="-953749"/>
            <a:ext cx="13716" cy="6479501"/>
          </a:xfrm>
          <a:custGeom>
            <a:avLst/>
            <a:gdLst/>
            <a:ahLst/>
            <a:cxnLst/>
            <a:rect l="l" t="t" r="r" b="b"/>
            <a:pathLst>
              <a:path w="13716" h="6479501">
                <a:moveTo>
                  <a:pt x="0" y="13716"/>
                </a:moveTo>
                <a:lnTo>
                  <a:pt x="13716" y="0"/>
                </a:lnTo>
                <a:lnTo>
                  <a:pt x="13716" y="6465785"/>
                </a:lnTo>
                <a:lnTo>
                  <a:pt x="0" y="6479501"/>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75" name="Rectangle 92"/>
          <p:cNvSpPr/>
          <p:nvPr/>
        </p:nvSpPr>
        <p:spPr>
          <a:xfrm rot="2700000">
            <a:off x="6559272" y="-953750"/>
            <a:ext cx="13716" cy="6479502"/>
          </a:xfrm>
          <a:custGeom>
            <a:avLst/>
            <a:gdLst/>
            <a:ahLst/>
            <a:cxnLst/>
            <a:rect l="l" t="t" r="r" b="b"/>
            <a:pathLst>
              <a:path w="13716" h="6479502">
                <a:moveTo>
                  <a:pt x="0" y="13716"/>
                </a:moveTo>
                <a:lnTo>
                  <a:pt x="13716" y="0"/>
                </a:lnTo>
                <a:lnTo>
                  <a:pt x="13715" y="6465787"/>
                </a:lnTo>
                <a:lnTo>
                  <a:pt x="0" y="647950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76" name="Rectangle 93"/>
          <p:cNvSpPr/>
          <p:nvPr/>
        </p:nvSpPr>
        <p:spPr>
          <a:xfrm rot="2700000">
            <a:off x="7402457" y="-944051"/>
            <a:ext cx="13717" cy="6479502"/>
          </a:xfrm>
          <a:custGeom>
            <a:avLst/>
            <a:gdLst/>
            <a:ahLst/>
            <a:cxnLst/>
            <a:rect l="l" t="t" r="r" b="b"/>
            <a:pathLst>
              <a:path w="13717" h="6479502">
                <a:moveTo>
                  <a:pt x="0" y="13716"/>
                </a:moveTo>
                <a:lnTo>
                  <a:pt x="13717" y="0"/>
                </a:lnTo>
                <a:lnTo>
                  <a:pt x="13716" y="6465787"/>
                </a:lnTo>
                <a:lnTo>
                  <a:pt x="1" y="647950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77" name="Rectangle 94"/>
          <p:cNvSpPr/>
          <p:nvPr/>
        </p:nvSpPr>
        <p:spPr>
          <a:xfrm rot="2700000">
            <a:off x="8245644" y="-953750"/>
            <a:ext cx="13716" cy="6479502"/>
          </a:xfrm>
          <a:custGeom>
            <a:avLst/>
            <a:gdLst/>
            <a:ahLst/>
            <a:cxnLst/>
            <a:rect l="l" t="t" r="r" b="b"/>
            <a:pathLst>
              <a:path w="13716" h="6479502">
                <a:moveTo>
                  <a:pt x="0" y="13716"/>
                </a:moveTo>
                <a:lnTo>
                  <a:pt x="13716" y="0"/>
                </a:lnTo>
                <a:lnTo>
                  <a:pt x="13715" y="6465787"/>
                </a:lnTo>
                <a:lnTo>
                  <a:pt x="0" y="647950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78" name="Rectangle 95"/>
          <p:cNvSpPr/>
          <p:nvPr/>
        </p:nvSpPr>
        <p:spPr>
          <a:xfrm rot="2700000">
            <a:off x="9088831" y="-953750"/>
            <a:ext cx="13717" cy="6479503"/>
          </a:xfrm>
          <a:custGeom>
            <a:avLst/>
            <a:gdLst/>
            <a:ahLst/>
            <a:cxnLst/>
            <a:rect l="l" t="t" r="r" b="b"/>
            <a:pathLst>
              <a:path w="13717" h="6479503">
                <a:moveTo>
                  <a:pt x="13717" y="0"/>
                </a:moveTo>
                <a:lnTo>
                  <a:pt x="13716" y="6465787"/>
                </a:lnTo>
                <a:lnTo>
                  <a:pt x="0" y="6479503"/>
                </a:lnTo>
                <a:lnTo>
                  <a:pt x="1" y="13717"/>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79" name="Rectangle 96"/>
          <p:cNvSpPr/>
          <p:nvPr/>
        </p:nvSpPr>
        <p:spPr>
          <a:xfrm rot="2700000">
            <a:off x="9912896" y="-907596"/>
            <a:ext cx="13716" cy="6425429"/>
          </a:xfrm>
          <a:custGeom>
            <a:avLst/>
            <a:gdLst/>
            <a:ahLst/>
            <a:cxnLst/>
            <a:rect l="l" t="t" r="r" b="b"/>
            <a:pathLst>
              <a:path w="13716" h="6425429">
                <a:moveTo>
                  <a:pt x="0" y="0"/>
                </a:moveTo>
                <a:lnTo>
                  <a:pt x="13716" y="13717"/>
                </a:lnTo>
                <a:lnTo>
                  <a:pt x="13716" y="6411713"/>
                </a:lnTo>
                <a:lnTo>
                  <a:pt x="0" y="6425429"/>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80" name="Rectangle 97"/>
          <p:cNvSpPr/>
          <p:nvPr/>
        </p:nvSpPr>
        <p:spPr>
          <a:xfrm rot="2700000">
            <a:off x="10334491" y="110221"/>
            <a:ext cx="13717" cy="5232981"/>
          </a:xfrm>
          <a:custGeom>
            <a:avLst/>
            <a:gdLst/>
            <a:ahLst/>
            <a:cxnLst/>
            <a:rect l="l" t="t" r="r" b="b"/>
            <a:pathLst>
              <a:path w="13717" h="5232981">
                <a:moveTo>
                  <a:pt x="0" y="0"/>
                </a:moveTo>
                <a:lnTo>
                  <a:pt x="13717" y="13716"/>
                </a:lnTo>
                <a:lnTo>
                  <a:pt x="13717" y="5219264"/>
                </a:lnTo>
                <a:lnTo>
                  <a:pt x="1" y="5232981"/>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81" name="Rectangle 98"/>
          <p:cNvSpPr/>
          <p:nvPr/>
        </p:nvSpPr>
        <p:spPr>
          <a:xfrm rot="2700000">
            <a:off x="10756084" y="1128037"/>
            <a:ext cx="13716" cy="4040537"/>
          </a:xfrm>
          <a:custGeom>
            <a:avLst/>
            <a:gdLst/>
            <a:ahLst/>
            <a:cxnLst/>
            <a:rect l="l" t="t" r="r" b="b"/>
            <a:pathLst>
              <a:path w="13716" h="4040537">
                <a:moveTo>
                  <a:pt x="0" y="0"/>
                </a:moveTo>
                <a:lnTo>
                  <a:pt x="13716" y="13716"/>
                </a:lnTo>
                <a:lnTo>
                  <a:pt x="13715" y="4026822"/>
                </a:lnTo>
                <a:lnTo>
                  <a:pt x="1" y="4040537"/>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82" name="Rectangle 99"/>
          <p:cNvSpPr/>
          <p:nvPr/>
        </p:nvSpPr>
        <p:spPr>
          <a:xfrm rot="2700000">
            <a:off x="11177678" y="2145853"/>
            <a:ext cx="13716" cy="2848091"/>
          </a:xfrm>
          <a:custGeom>
            <a:avLst/>
            <a:gdLst/>
            <a:ahLst/>
            <a:cxnLst/>
            <a:rect l="l" t="t" r="r" b="b"/>
            <a:pathLst>
              <a:path w="13716" h="2848091">
                <a:moveTo>
                  <a:pt x="0" y="0"/>
                </a:moveTo>
                <a:lnTo>
                  <a:pt x="13716" y="13716"/>
                </a:lnTo>
                <a:lnTo>
                  <a:pt x="13715" y="2834375"/>
                </a:lnTo>
                <a:lnTo>
                  <a:pt x="0" y="2848091"/>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83" name="Rectangle 100"/>
          <p:cNvSpPr/>
          <p:nvPr/>
        </p:nvSpPr>
        <p:spPr>
          <a:xfrm rot="2700000">
            <a:off x="11599272" y="3163669"/>
            <a:ext cx="13715" cy="1655644"/>
          </a:xfrm>
          <a:custGeom>
            <a:avLst/>
            <a:gdLst/>
            <a:ahLst/>
            <a:cxnLst/>
            <a:rect l="l" t="t" r="r" b="b"/>
            <a:pathLst>
              <a:path w="13715" h="1655644">
                <a:moveTo>
                  <a:pt x="0" y="0"/>
                </a:moveTo>
                <a:lnTo>
                  <a:pt x="13715" y="13716"/>
                </a:lnTo>
                <a:lnTo>
                  <a:pt x="13715" y="1641929"/>
                </a:lnTo>
                <a:lnTo>
                  <a:pt x="0" y="1655644"/>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84" name="Rectangle 101"/>
          <p:cNvSpPr/>
          <p:nvPr/>
        </p:nvSpPr>
        <p:spPr>
          <a:xfrm rot="2700000">
            <a:off x="12020868" y="4181493"/>
            <a:ext cx="13715" cy="463189"/>
          </a:xfrm>
          <a:custGeom>
            <a:avLst/>
            <a:gdLst/>
            <a:ahLst/>
            <a:cxnLst/>
            <a:rect l="l" t="t" r="r" b="b"/>
            <a:pathLst>
              <a:path w="13715" h="463189">
                <a:moveTo>
                  <a:pt x="1" y="0"/>
                </a:moveTo>
                <a:lnTo>
                  <a:pt x="13715" y="13716"/>
                </a:lnTo>
                <a:lnTo>
                  <a:pt x="13715" y="449474"/>
                </a:lnTo>
                <a:lnTo>
                  <a:pt x="0" y="463189"/>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85" name="Rectangle 102"/>
          <p:cNvSpPr/>
          <p:nvPr/>
        </p:nvSpPr>
        <p:spPr>
          <a:xfrm rot="2700000">
            <a:off x="203277" y="-93899"/>
            <a:ext cx="13716" cy="608068"/>
          </a:xfrm>
          <a:custGeom>
            <a:avLst/>
            <a:gdLst/>
            <a:ahLst/>
            <a:cxnLst/>
            <a:rect l="l" t="t" r="r" b="b"/>
            <a:pathLst>
              <a:path w="13716" h="608068">
                <a:moveTo>
                  <a:pt x="0" y="13716"/>
                </a:moveTo>
                <a:lnTo>
                  <a:pt x="13716" y="0"/>
                </a:lnTo>
                <a:lnTo>
                  <a:pt x="13716" y="608068"/>
                </a:lnTo>
                <a:lnTo>
                  <a:pt x="0" y="59435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86" name="Rectangle 103"/>
          <p:cNvSpPr/>
          <p:nvPr/>
        </p:nvSpPr>
        <p:spPr>
          <a:xfrm rot="2700000">
            <a:off x="624870" y="-268529"/>
            <a:ext cx="13716" cy="1800514"/>
          </a:xfrm>
          <a:custGeom>
            <a:avLst/>
            <a:gdLst/>
            <a:ahLst/>
            <a:cxnLst/>
            <a:rect l="l" t="t" r="r" b="b"/>
            <a:pathLst>
              <a:path w="13716" h="1800514">
                <a:moveTo>
                  <a:pt x="0" y="13716"/>
                </a:moveTo>
                <a:lnTo>
                  <a:pt x="13716" y="0"/>
                </a:lnTo>
                <a:lnTo>
                  <a:pt x="13716" y="1800514"/>
                </a:lnTo>
                <a:lnTo>
                  <a:pt x="0" y="1786798"/>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87" name="Rectangle 104"/>
          <p:cNvSpPr/>
          <p:nvPr/>
        </p:nvSpPr>
        <p:spPr>
          <a:xfrm rot="2700000">
            <a:off x="1046463" y="-443158"/>
            <a:ext cx="13716" cy="2992958"/>
          </a:xfrm>
          <a:custGeom>
            <a:avLst/>
            <a:gdLst/>
            <a:ahLst/>
            <a:cxnLst/>
            <a:rect l="l" t="t" r="r" b="b"/>
            <a:pathLst>
              <a:path w="13716" h="2992958">
                <a:moveTo>
                  <a:pt x="0" y="13716"/>
                </a:moveTo>
                <a:lnTo>
                  <a:pt x="13716" y="0"/>
                </a:lnTo>
                <a:lnTo>
                  <a:pt x="13716" y="2992958"/>
                </a:lnTo>
                <a:lnTo>
                  <a:pt x="0" y="297924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88" name="Rectangle 105"/>
          <p:cNvSpPr/>
          <p:nvPr/>
        </p:nvSpPr>
        <p:spPr>
          <a:xfrm rot="2700000">
            <a:off x="1468056" y="-617788"/>
            <a:ext cx="13716" cy="4185404"/>
          </a:xfrm>
          <a:custGeom>
            <a:avLst/>
            <a:gdLst/>
            <a:ahLst/>
            <a:cxnLst/>
            <a:rect l="l" t="t" r="r" b="b"/>
            <a:pathLst>
              <a:path w="13716" h="4185404">
                <a:moveTo>
                  <a:pt x="0" y="13716"/>
                </a:moveTo>
                <a:lnTo>
                  <a:pt x="13716" y="0"/>
                </a:lnTo>
                <a:lnTo>
                  <a:pt x="13716" y="4185404"/>
                </a:lnTo>
                <a:lnTo>
                  <a:pt x="0" y="4171688"/>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89" name="Rectangle 106"/>
          <p:cNvSpPr/>
          <p:nvPr/>
        </p:nvSpPr>
        <p:spPr>
          <a:xfrm rot="2700000">
            <a:off x="1889649" y="-792416"/>
            <a:ext cx="13716" cy="5377849"/>
          </a:xfrm>
          <a:custGeom>
            <a:avLst/>
            <a:gdLst/>
            <a:ahLst/>
            <a:cxnLst/>
            <a:rect l="l" t="t" r="r" b="b"/>
            <a:pathLst>
              <a:path w="13716" h="5377849">
                <a:moveTo>
                  <a:pt x="0" y="13716"/>
                </a:moveTo>
                <a:lnTo>
                  <a:pt x="13716" y="0"/>
                </a:lnTo>
                <a:lnTo>
                  <a:pt x="13716" y="5377849"/>
                </a:lnTo>
                <a:lnTo>
                  <a:pt x="0" y="536413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90" name="Rectangle 148"/>
          <p:cNvSpPr/>
          <p:nvPr/>
        </p:nvSpPr>
        <p:spPr>
          <a:xfrm rot="18900000" flipV="1">
            <a:off x="2070569" y="-450209"/>
            <a:ext cx="13716" cy="5889566"/>
          </a:xfrm>
          <a:custGeom>
            <a:avLst/>
            <a:gdLst/>
            <a:ahLst/>
            <a:cxnLst/>
            <a:rect l="l" t="t" r="r" b="b"/>
            <a:pathLst>
              <a:path w="13716" h="5889566">
                <a:moveTo>
                  <a:pt x="13716" y="5889566"/>
                </a:moveTo>
                <a:lnTo>
                  <a:pt x="13716" y="0"/>
                </a:lnTo>
                <a:lnTo>
                  <a:pt x="0" y="13716"/>
                </a:lnTo>
                <a:lnTo>
                  <a:pt x="0" y="587585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91" name="Rectangle 323"/>
          <p:cNvSpPr/>
          <p:nvPr/>
        </p:nvSpPr>
        <p:spPr>
          <a:xfrm rot="18900000" flipV="1">
            <a:off x="1648976" y="567610"/>
            <a:ext cx="13716" cy="4697119"/>
          </a:xfrm>
          <a:custGeom>
            <a:avLst/>
            <a:gdLst/>
            <a:ahLst/>
            <a:cxnLst/>
            <a:rect l="l" t="t" r="r" b="b"/>
            <a:pathLst>
              <a:path w="13716" h="4697119">
                <a:moveTo>
                  <a:pt x="13716" y="4697119"/>
                </a:moveTo>
                <a:lnTo>
                  <a:pt x="13716" y="0"/>
                </a:lnTo>
                <a:lnTo>
                  <a:pt x="0" y="13716"/>
                </a:lnTo>
                <a:lnTo>
                  <a:pt x="0" y="468340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92" name="Rectangle 324"/>
          <p:cNvSpPr/>
          <p:nvPr/>
        </p:nvSpPr>
        <p:spPr>
          <a:xfrm rot="18900000" flipV="1">
            <a:off x="1227383" y="1585424"/>
            <a:ext cx="13716" cy="3504674"/>
          </a:xfrm>
          <a:custGeom>
            <a:avLst/>
            <a:gdLst/>
            <a:ahLst/>
            <a:cxnLst/>
            <a:rect l="l" t="t" r="r" b="b"/>
            <a:pathLst>
              <a:path w="13716" h="3504674">
                <a:moveTo>
                  <a:pt x="13716" y="3504674"/>
                </a:moveTo>
                <a:lnTo>
                  <a:pt x="13716" y="0"/>
                </a:lnTo>
                <a:lnTo>
                  <a:pt x="0" y="13716"/>
                </a:lnTo>
                <a:lnTo>
                  <a:pt x="0" y="3490958"/>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93" name="Rectangle 325"/>
          <p:cNvSpPr/>
          <p:nvPr/>
        </p:nvSpPr>
        <p:spPr>
          <a:xfrm rot="18900000" flipV="1">
            <a:off x="805790" y="2603242"/>
            <a:ext cx="13716" cy="2312226"/>
          </a:xfrm>
          <a:custGeom>
            <a:avLst/>
            <a:gdLst/>
            <a:ahLst/>
            <a:cxnLst/>
            <a:rect l="l" t="t" r="r" b="b"/>
            <a:pathLst>
              <a:path w="13716" h="2312226">
                <a:moveTo>
                  <a:pt x="13716" y="2312226"/>
                </a:moveTo>
                <a:lnTo>
                  <a:pt x="13716" y="0"/>
                </a:lnTo>
                <a:lnTo>
                  <a:pt x="0" y="13716"/>
                </a:lnTo>
                <a:lnTo>
                  <a:pt x="0" y="229851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94" name="Rectangle 326"/>
          <p:cNvSpPr/>
          <p:nvPr/>
        </p:nvSpPr>
        <p:spPr>
          <a:xfrm rot="18900000" flipV="1">
            <a:off x="384198" y="3621057"/>
            <a:ext cx="13716" cy="1119782"/>
          </a:xfrm>
          <a:custGeom>
            <a:avLst/>
            <a:gdLst/>
            <a:ahLst/>
            <a:cxnLst/>
            <a:rect l="l" t="t" r="r" b="b"/>
            <a:pathLst>
              <a:path w="13716" h="1119782">
                <a:moveTo>
                  <a:pt x="13716" y="1119782"/>
                </a:moveTo>
                <a:lnTo>
                  <a:pt x="13716" y="0"/>
                </a:lnTo>
                <a:lnTo>
                  <a:pt x="0" y="13716"/>
                </a:lnTo>
                <a:lnTo>
                  <a:pt x="0" y="110606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95" name="Rectangle 371"/>
          <p:cNvSpPr/>
          <p:nvPr/>
        </p:nvSpPr>
        <p:spPr>
          <a:xfrm rot="18900000" flipV="1">
            <a:off x="2705180" y="-953749"/>
            <a:ext cx="13716" cy="6479500"/>
          </a:xfrm>
          <a:custGeom>
            <a:avLst/>
            <a:gdLst/>
            <a:ahLst/>
            <a:cxnLst/>
            <a:rect l="l" t="t" r="r" b="b"/>
            <a:pathLst>
              <a:path w="13716" h="6479500">
                <a:moveTo>
                  <a:pt x="0" y="6479500"/>
                </a:moveTo>
                <a:lnTo>
                  <a:pt x="13716" y="6465784"/>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96" name="Rectangle 373"/>
          <p:cNvSpPr/>
          <p:nvPr/>
        </p:nvSpPr>
        <p:spPr>
          <a:xfrm rot="18900000" flipV="1">
            <a:off x="4391552" y="-953749"/>
            <a:ext cx="13716" cy="6479500"/>
          </a:xfrm>
          <a:custGeom>
            <a:avLst/>
            <a:gdLst/>
            <a:ahLst/>
            <a:cxnLst/>
            <a:rect l="l" t="t" r="r" b="b"/>
            <a:pathLst>
              <a:path w="13716" h="6479500">
                <a:moveTo>
                  <a:pt x="0" y="6479500"/>
                </a:moveTo>
                <a:lnTo>
                  <a:pt x="13716" y="6465784"/>
                </a:lnTo>
                <a:lnTo>
                  <a:pt x="13716" y="0"/>
                </a:lnTo>
                <a:lnTo>
                  <a:pt x="0" y="13715"/>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97" name="Rectangle 375"/>
          <p:cNvSpPr/>
          <p:nvPr/>
        </p:nvSpPr>
        <p:spPr>
          <a:xfrm rot="18900000" flipV="1">
            <a:off x="6077925" y="-953749"/>
            <a:ext cx="13716" cy="6479501"/>
          </a:xfrm>
          <a:custGeom>
            <a:avLst/>
            <a:gdLst/>
            <a:ahLst/>
            <a:cxnLst/>
            <a:rect l="l" t="t" r="r" b="b"/>
            <a:pathLst>
              <a:path w="13716" h="6479501">
                <a:moveTo>
                  <a:pt x="0" y="6479501"/>
                </a:moveTo>
                <a:lnTo>
                  <a:pt x="13716" y="6465785"/>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98" name="Rectangle 376"/>
          <p:cNvSpPr/>
          <p:nvPr/>
        </p:nvSpPr>
        <p:spPr>
          <a:xfrm rot="18900000" flipV="1">
            <a:off x="6916261" y="-965458"/>
            <a:ext cx="13716" cy="6493219"/>
          </a:xfrm>
          <a:custGeom>
            <a:avLst/>
            <a:gdLst/>
            <a:ahLst/>
            <a:cxnLst/>
            <a:rect l="l" t="t" r="r" b="b"/>
            <a:pathLst>
              <a:path w="13716" h="6493219">
                <a:moveTo>
                  <a:pt x="13716" y="6479504"/>
                </a:moveTo>
                <a:lnTo>
                  <a:pt x="13716" y="0"/>
                </a:lnTo>
                <a:lnTo>
                  <a:pt x="0" y="13717"/>
                </a:lnTo>
                <a:lnTo>
                  <a:pt x="0" y="6493219"/>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599" name="Rectangle 377"/>
          <p:cNvSpPr/>
          <p:nvPr/>
        </p:nvSpPr>
        <p:spPr>
          <a:xfrm rot="18900000" flipV="1">
            <a:off x="7759447" y="-965458"/>
            <a:ext cx="13717" cy="6493219"/>
          </a:xfrm>
          <a:custGeom>
            <a:avLst/>
            <a:gdLst/>
            <a:ahLst/>
            <a:cxnLst/>
            <a:rect l="l" t="t" r="r" b="b"/>
            <a:pathLst>
              <a:path w="13717" h="6493219">
                <a:moveTo>
                  <a:pt x="0" y="6493219"/>
                </a:moveTo>
                <a:lnTo>
                  <a:pt x="13716" y="6479502"/>
                </a:lnTo>
                <a:lnTo>
                  <a:pt x="13717"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00" name="Rectangle 378"/>
          <p:cNvSpPr/>
          <p:nvPr/>
        </p:nvSpPr>
        <p:spPr>
          <a:xfrm rot="18900000" flipV="1">
            <a:off x="8602633" y="-965458"/>
            <a:ext cx="13716" cy="6493219"/>
          </a:xfrm>
          <a:custGeom>
            <a:avLst/>
            <a:gdLst/>
            <a:ahLst/>
            <a:cxnLst/>
            <a:rect l="l" t="t" r="r" b="b"/>
            <a:pathLst>
              <a:path w="13716" h="6493219">
                <a:moveTo>
                  <a:pt x="13716" y="6479504"/>
                </a:moveTo>
                <a:lnTo>
                  <a:pt x="13716" y="0"/>
                </a:lnTo>
                <a:lnTo>
                  <a:pt x="0" y="13716"/>
                </a:lnTo>
                <a:lnTo>
                  <a:pt x="0" y="6493219"/>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01" name="Rectangle 138"/>
          <p:cNvSpPr/>
          <p:nvPr/>
        </p:nvSpPr>
        <p:spPr>
          <a:xfrm rot="18900000" flipV="1">
            <a:off x="10088968" y="-882602"/>
            <a:ext cx="13716" cy="5927431"/>
          </a:xfrm>
          <a:custGeom>
            <a:avLst/>
            <a:gdLst/>
            <a:ahLst/>
            <a:cxnLst/>
            <a:rect l="l" t="t" r="r" b="b"/>
            <a:pathLst>
              <a:path w="13716" h="5927431">
                <a:moveTo>
                  <a:pt x="0" y="5927431"/>
                </a:moveTo>
                <a:lnTo>
                  <a:pt x="13715" y="5913716"/>
                </a:lnTo>
                <a:lnTo>
                  <a:pt x="13716" y="13716"/>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02" name="Rectangle 139"/>
          <p:cNvSpPr/>
          <p:nvPr/>
        </p:nvSpPr>
        <p:spPr>
          <a:xfrm rot="18900000" flipV="1">
            <a:off x="10510562" y="-707971"/>
            <a:ext cx="13716" cy="4734985"/>
          </a:xfrm>
          <a:custGeom>
            <a:avLst/>
            <a:gdLst/>
            <a:ahLst/>
            <a:cxnLst/>
            <a:rect l="l" t="t" r="r" b="b"/>
            <a:pathLst>
              <a:path w="13716" h="4734985">
                <a:moveTo>
                  <a:pt x="0" y="4734985"/>
                </a:moveTo>
                <a:lnTo>
                  <a:pt x="13715" y="4721270"/>
                </a:lnTo>
                <a:lnTo>
                  <a:pt x="13716" y="13715"/>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03" name="Rectangle 140"/>
          <p:cNvSpPr/>
          <p:nvPr/>
        </p:nvSpPr>
        <p:spPr>
          <a:xfrm rot="18900000" flipV="1">
            <a:off x="10932155" y="-533342"/>
            <a:ext cx="13716" cy="3542540"/>
          </a:xfrm>
          <a:custGeom>
            <a:avLst/>
            <a:gdLst/>
            <a:ahLst/>
            <a:cxnLst/>
            <a:rect l="l" t="t" r="r" b="b"/>
            <a:pathLst>
              <a:path w="13716" h="3542540">
                <a:moveTo>
                  <a:pt x="0" y="3542540"/>
                </a:moveTo>
                <a:lnTo>
                  <a:pt x="13715" y="3528825"/>
                </a:lnTo>
                <a:lnTo>
                  <a:pt x="13716" y="13716"/>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04" name="Rectangle 141"/>
          <p:cNvSpPr/>
          <p:nvPr/>
        </p:nvSpPr>
        <p:spPr>
          <a:xfrm rot="18900000" flipV="1">
            <a:off x="11353748" y="-358712"/>
            <a:ext cx="13716" cy="2350095"/>
          </a:xfrm>
          <a:custGeom>
            <a:avLst/>
            <a:gdLst/>
            <a:ahLst/>
            <a:cxnLst/>
            <a:rect l="l" t="t" r="r" b="b"/>
            <a:pathLst>
              <a:path w="13716" h="2350095">
                <a:moveTo>
                  <a:pt x="0" y="2350095"/>
                </a:moveTo>
                <a:lnTo>
                  <a:pt x="13715" y="2336380"/>
                </a:lnTo>
                <a:lnTo>
                  <a:pt x="13716" y="13714"/>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05" name="Rectangle 142"/>
          <p:cNvSpPr/>
          <p:nvPr/>
        </p:nvSpPr>
        <p:spPr>
          <a:xfrm rot="18900000" flipV="1">
            <a:off x="11775341" y="-184083"/>
            <a:ext cx="13716" cy="1157650"/>
          </a:xfrm>
          <a:custGeom>
            <a:avLst/>
            <a:gdLst/>
            <a:ahLst/>
            <a:cxnLst/>
            <a:rect l="l" t="t" r="r" b="b"/>
            <a:pathLst>
              <a:path w="13716" h="1157650">
                <a:moveTo>
                  <a:pt x="0" y="1157650"/>
                </a:moveTo>
                <a:lnTo>
                  <a:pt x="13716" y="1143934"/>
                </a:lnTo>
                <a:lnTo>
                  <a:pt x="13716" y="13716"/>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06" name="Rectangle 372"/>
          <p:cNvSpPr/>
          <p:nvPr/>
        </p:nvSpPr>
        <p:spPr>
          <a:xfrm rot="18900000" flipV="1">
            <a:off x="3543517" y="-965458"/>
            <a:ext cx="13716" cy="6493219"/>
          </a:xfrm>
          <a:custGeom>
            <a:avLst/>
            <a:gdLst/>
            <a:ahLst/>
            <a:cxnLst/>
            <a:rect l="l" t="t" r="r" b="b"/>
            <a:pathLst>
              <a:path w="13716" h="6493219">
                <a:moveTo>
                  <a:pt x="0" y="6493219"/>
                </a:moveTo>
                <a:lnTo>
                  <a:pt x="13716" y="6479503"/>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07" name="Rectangle 374"/>
          <p:cNvSpPr/>
          <p:nvPr/>
        </p:nvSpPr>
        <p:spPr>
          <a:xfrm rot="18900000" flipV="1">
            <a:off x="5229889" y="-965458"/>
            <a:ext cx="13716" cy="6493220"/>
          </a:xfrm>
          <a:custGeom>
            <a:avLst/>
            <a:gdLst/>
            <a:ahLst/>
            <a:cxnLst/>
            <a:rect l="l" t="t" r="r" b="b"/>
            <a:pathLst>
              <a:path w="13716" h="6493220">
                <a:moveTo>
                  <a:pt x="0" y="6493220"/>
                </a:moveTo>
                <a:lnTo>
                  <a:pt x="13716" y="6479504"/>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08" name="Teardrop 3"/>
          <p:cNvSpPr/>
          <p:nvPr/>
        </p:nvSpPr>
        <p:spPr>
          <a:xfrm rot="5400000" flipH="1" flipV="1">
            <a:off x="64427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09" name="Oval 1608"/>
          <p:cNvSpPr/>
          <p:nvPr/>
        </p:nvSpPr>
        <p:spPr>
          <a:xfrm>
            <a:off x="712049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610" name="Teardrop 3"/>
          <p:cNvSpPr/>
          <p:nvPr/>
        </p:nvSpPr>
        <p:spPr>
          <a:xfrm rot="5400000" flipH="1" flipV="1">
            <a:off x="-148774" y="258315"/>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1"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6" y="223846"/>
                </a:cubicBezTo>
                <a:lnTo>
                  <a:pt x="221347" y="232509"/>
                </a:lnTo>
                <a:cubicBezTo>
                  <a:pt x="224389" y="249009"/>
                  <a:pt x="232545" y="264623"/>
                  <a:pt x="245300" y="277378"/>
                </a:cubicBezTo>
                <a:cubicBezTo>
                  <a:pt x="262207" y="294285"/>
                  <a:pt x="284136"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0" y="272349"/>
                  <a:pt x="214766" y="256482"/>
                  <a:pt x="210610" y="239626"/>
                </a:cubicBezTo>
                <a:cubicBezTo>
                  <a:pt x="195839" y="248693"/>
                  <a:pt x="178427" y="253666"/>
                  <a:pt x="159854" y="253666"/>
                </a:cubicBezTo>
                <a:cubicBezTo>
                  <a:pt x="132604" y="253666"/>
                  <a:pt x="107854" y="242961"/>
                  <a:pt x="89720" y="225380"/>
                </a:cubicBezTo>
                <a:lnTo>
                  <a:pt x="89720" y="225380"/>
                </a:lnTo>
                <a:cubicBezTo>
                  <a:pt x="72139" y="207247"/>
                  <a:pt x="61434" y="182497"/>
                  <a:pt x="61434" y="155247"/>
                </a:cubicBezTo>
                <a:cubicBezTo>
                  <a:pt x="61434" y="136673"/>
                  <a:pt x="66407"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89" y="30964"/>
                  <a:pt x="20815" y="52893"/>
                  <a:pt x="37722" y="69800"/>
                </a:cubicBezTo>
                <a:cubicBezTo>
                  <a:pt x="50477" y="82555"/>
                  <a:pt x="66091" y="90711"/>
                  <a:pt x="82591" y="93753"/>
                </a:cubicBezTo>
                <a:cubicBezTo>
                  <a:pt x="100880" y="69151"/>
                  <a:pt x="130228" y="53433"/>
                  <a:pt x="163247" y="53433"/>
                </a:cubicBezTo>
                <a:cubicBezTo>
                  <a:pt x="186137" y="53872"/>
                  <a:pt x="201262" y="50984"/>
                  <a:pt x="211354" y="39116"/>
                </a:cubicBezTo>
                <a:cubicBezTo>
                  <a:pt x="212796" y="37420"/>
                  <a:pt x="214135" y="35542"/>
                  <a:pt x="215380" y="33463"/>
                </a:cubicBezTo>
                <a:lnTo>
                  <a:pt x="215236" y="0"/>
                </a:lnTo>
                <a:lnTo>
                  <a:pt x="223506" y="0"/>
                </a:lnTo>
                <a:cubicBezTo>
                  <a:pt x="219687"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8"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8" y="30964"/>
                  <a:pt x="601147" y="8808"/>
                </a:cubicBezTo>
                <a:lnTo>
                  <a:pt x="515981" y="8808"/>
                </a:lnTo>
                <a:lnTo>
                  <a:pt x="515981" y="8744"/>
                </a:lnTo>
                <a:lnTo>
                  <a:pt x="601147" y="8744"/>
                </a:lnTo>
                <a:lnTo>
                  <a:pt x="599274"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11" name="Oval 1610"/>
          <p:cNvSpPr/>
          <p:nvPr/>
        </p:nvSpPr>
        <p:spPr>
          <a:xfrm>
            <a:off x="37745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612" name="Teardrop 3"/>
          <p:cNvSpPr/>
          <p:nvPr/>
        </p:nvSpPr>
        <p:spPr>
          <a:xfrm rot="5400000" flipH="1" flipV="1">
            <a:off x="13875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13" name="Teardrop 3"/>
          <p:cNvSpPr/>
          <p:nvPr/>
        </p:nvSpPr>
        <p:spPr>
          <a:xfrm rot="5400000" flipH="1" flipV="1">
            <a:off x="22300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14" name="Teardrop 3"/>
          <p:cNvSpPr/>
          <p:nvPr/>
        </p:nvSpPr>
        <p:spPr>
          <a:xfrm rot="5400000" flipH="1" flipV="1">
            <a:off x="307261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15" name="Teardrop 3"/>
          <p:cNvSpPr/>
          <p:nvPr/>
        </p:nvSpPr>
        <p:spPr>
          <a:xfrm rot="5400000" flipH="1" flipV="1">
            <a:off x="391515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16" name="Teardrop 3"/>
          <p:cNvSpPr/>
          <p:nvPr/>
        </p:nvSpPr>
        <p:spPr>
          <a:xfrm rot="5400000" flipH="1" flipV="1">
            <a:off x="47576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17" name="Teardrop 3"/>
          <p:cNvSpPr/>
          <p:nvPr/>
        </p:nvSpPr>
        <p:spPr>
          <a:xfrm rot="5400000" flipH="1" flipV="1">
            <a:off x="56002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18" name="Oval 1617"/>
          <p:cNvSpPr/>
          <p:nvPr/>
        </p:nvSpPr>
        <p:spPr>
          <a:xfrm>
            <a:off x="122033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619" name="Oval 1618"/>
          <p:cNvSpPr/>
          <p:nvPr/>
        </p:nvSpPr>
        <p:spPr>
          <a:xfrm>
            <a:off x="206321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620" name="Oval 1619"/>
          <p:cNvSpPr/>
          <p:nvPr/>
        </p:nvSpPr>
        <p:spPr>
          <a:xfrm>
            <a:off x="290609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621" name="Oval 1620"/>
          <p:cNvSpPr/>
          <p:nvPr/>
        </p:nvSpPr>
        <p:spPr>
          <a:xfrm>
            <a:off x="374897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622" name="Oval 1621"/>
          <p:cNvSpPr/>
          <p:nvPr/>
        </p:nvSpPr>
        <p:spPr>
          <a:xfrm>
            <a:off x="459185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623" name="Oval 1622"/>
          <p:cNvSpPr/>
          <p:nvPr/>
        </p:nvSpPr>
        <p:spPr>
          <a:xfrm>
            <a:off x="543473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624" name="Oval 1623"/>
          <p:cNvSpPr/>
          <p:nvPr/>
        </p:nvSpPr>
        <p:spPr>
          <a:xfrm>
            <a:off x="627761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625" name="Teardrop 3"/>
          <p:cNvSpPr/>
          <p:nvPr/>
        </p:nvSpPr>
        <p:spPr>
          <a:xfrm rot="5400000" flipH="1" flipV="1">
            <a:off x="812785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26" name="Oval 1625"/>
          <p:cNvSpPr/>
          <p:nvPr/>
        </p:nvSpPr>
        <p:spPr>
          <a:xfrm>
            <a:off x="880625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627" name="Teardrop 3"/>
          <p:cNvSpPr/>
          <p:nvPr/>
        </p:nvSpPr>
        <p:spPr>
          <a:xfrm rot="5400000" flipH="1" flipV="1">
            <a:off x="728531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28" name="Oval 1627"/>
          <p:cNvSpPr/>
          <p:nvPr/>
        </p:nvSpPr>
        <p:spPr>
          <a:xfrm>
            <a:off x="796337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629" name="Teardrop 3"/>
          <p:cNvSpPr/>
          <p:nvPr/>
        </p:nvSpPr>
        <p:spPr>
          <a:xfrm rot="5400000" flipH="1" flipV="1">
            <a:off x="98129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30" name="Oval 1629"/>
          <p:cNvSpPr/>
          <p:nvPr/>
        </p:nvSpPr>
        <p:spPr>
          <a:xfrm>
            <a:off x="1049201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631" name="Teardrop 3"/>
          <p:cNvSpPr/>
          <p:nvPr/>
        </p:nvSpPr>
        <p:spPr>
          <a:xfrm rot="5400000" flipH="1" flipV="1">
            <a:off x="89703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32" name="Oval 1631"/>
          <p:cNvSpPr/>
          <p:nvPr/>
        </p:nvSpPr>
        <p:spPr>
          <a:xfrm>
            <a:off x="964913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633" name="Teardrop 3"/>
          <p:cNvSpPr/>
          <p:nvPr/>
        </p:nvSpPr>
        <p:spPr>
          <a:xfrm rot="5400000" flipH="1" flipV="1">
            <a:off x="11498011"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34" name="Teardrop 3"/>
          <p:cNvSpPr/>
          <p:nvPr/>
        </p:nvSpPr>
        <p:spPr>
          <a:xfrm rot="5400000" flipH="1" flipV="1">
            <a:off x="106554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35" name="Oval 1634"/>
          <p:cNvSpPr/>
          <p:nvPr/>
        </p:nvSpPr>
        <p:spPr>
          <a:xfrm>
            <a:off x="1133489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636" name="Teardrop 3"/>
          <p:cNvSpPr/>
          <p:nvPr/>
        </p:nvSpPr>
        <p:spPr>
          <a:xfrm rot="5400000" flipH="1" flipV="1">
            <a:off x="5449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37" name="Oval 1636"/>
          <p:cNvSpPr/>
          <p:nvPr/>
        </p:nvSpPr>
        <p:spPr>
          <a:xfrm>
            <a:off x="66645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38" name="Oval 167"/>
          <p:cNvSpPr/>
          <p:nvPr/>
        </p:nvSpPr>
        <p:spPr>
          <a:xfrm>
            <a:off x="0" y="331699"/>
            <a:ext cx="93942" cy="4240302"/>
          </a:xfrm>
          <a:custGeom>
            <a:avLst/>
            <a:gdLst/>
            <a:ahLst/>
            <a:cxnLst/>
            <a:rect l="l" t="t" r="r" b="b"/>
            <a:pathLst>
              <a:path w="93942" h="4240302">
                <a:moveTo>
                  <a:pt x="9066" y="4229620"/>
                </a:moveTo>
                <a:cubicBezTo>
                  <a:pt x="23324" y="4229620"/>
                  <a:pt x="36761" y="4233136"/>
                  <a:pt x="48054" y="4240302"/>
                </a:cubicBezTo>
                <a:lnTo>
                  <a:pt x="0" y="4240302"/>
                </a:lnTo>
                <a:lnTo>
                  <a:pt x="0" y="4231451"/>
                </a:lnTo>
                <a:cubicBezTo>
                  <a:pt x="2881" y="4229788"/>
                  <a:pt x="5954" y="4229620"/>
                  <a:pt x="9066" y="4229620"/>
                </a:cubicBezTo>
                <a:close/>
                <a:moveTo>
                  <a:pt x="9066" y="3380947"/>
                </a:moveTo>
                <a:cubicBezTo>
                  <a:pt x="55942" y="3380947"/>
                  <a:pt x="93942" y="3418947"/>
                  <a:pt x="93942" y="3465822"/>
                </a:cubicBezTo>
                <a:cubicBezTo>
                  <a:pt x="93942" y="3512697"/>
                  <a:pt x="55942" y="3550697"/>
                  <a:pt x="9066" y="3550697"/>
                </a:cubicBezTo>
                <a:lnTo>
                  <a:pt x="0" y="3548867"/>
                </a:lnTo>
                <a:lnTo>
                  <a:pt x="0" y="3382777"/>
                </a:lnTo>
                <a:cubicBezTo>
                  <a:pt x="2881" y="3381115"/>
                  <a:pt x="5954" y="3380947"/>
                  <a:pt x="9066" y="3380947"/>
                </a:cubicBezTo>
                <a:close/>
                <a:moveTo>
                  <a:pt x="9066" y="2536768"/>
                </a:moveTo>
                <a:cubicBezTo>
                  <a:pt x="55942" y="2536768"/>
                  <a:pt x="93942" y="2574768"/>
                  <a:pt x="93942" y="2621643"/>
                </a:cubicBezTo>
                <a:cubicBezTo>
                  <a:pt x="93942" y="2668518"/>
                  <a:pt x="55942" y="2706518"/>
                  <a:pt x="9066" y="2706518"/>
                </a:cubicBezTo>
                <a:lnTo>
                  <a:pt x="0" y="2704688"/>
                </a:lnTo>
                <a:lnTo>
                  <a:pt x="0" y="2538598"/>
                </a:lnTo>
                <a:cubicBezTo>
                  <a:pt x="2881" y="2536936"/>
                  <a:pt x="5954" y="2536768"/>
                  <a:pt x="9066" y="2536768"/>
                </a:cubicBezTo>
                <a:close/>
                <a:moveTo>
                  <a:pt x="9066" y="1688095"/>
                </a:moveTo>
                <a:cubicBezTo>
                  <a:pt x="55942" y="1688095"/>
                  <a:pt x="93942" y="1726095"/>
                  <a:pt x="93942" y="1772970"/>
                </a:cubicBezTo>
                <a:cubicBezTo>
                  <a:pt x="93942" y="1819845"/>
                  <a:pt x="55942" y="1857845"/>
                  <a:pt x="9066" y="1857845"/>
                </a:cubicBezTo>
                <a:lnTo>
                  <a:pt x="0" y="1856015"/>
                </a:lnTo>
                <a:lnTo>
                  <a:pt x="0" y="1689925"/>
                </a:lnTo>
                <a:cubicBezTo>
                  <a:pt x="2881" y="1688263"/>
                  <a:pt x="5954" y="1688095"/>
                  <a:pt x="9066" y="1688095"/>
                </a:cubicBezTo>
                <a:close/>
                <a:moveTo>
                  <a:pt x="9066" y="845498"/>
                </a:moveTo>
                <a:cubicBezTo>
                  <a:pt x="55942" y="845498"/>
                  <a:pt x="93942" y="883498"/>
                  <a:pt x="93942" y="930373"/>
                </a:cubicBezTo>
                <a:cubicBezTo>
                  <a:pt x="93942" y="977248"/>
                  <a:pt x="55942" y="1015248"/>
                  <a:pt x="9066" y="1015248"/>
                </a:cubicBezTo>
                <a:lnTo>
                  <a:pt x="0" y="1013418"/>
                </a:lnTo>
                <a:lnTo>
                  <a:pt x="0" y="847328"/>
                </a:lnTo>
                <a:cubicBezTo>
                  <a:pt x="2881" y="845666"/>
                  <a:pt x="5954" y="845498"/>
                  <a:pt x="9066" y="845498"/>
                </a:cubicBezTo>
                <a:close/>
                <a:moveTo>
                  <a:pt x="9066" y="0"/>
                </a:moveTo>
                <a:cubicBezTo>
                  <a:pt x="55942" y="0"/>
                  <a:pt x="93942" y="38000"/>
                  <a:pt x="93942" y="84875"/>
                </a:cubicBezTo>
                <a:cubicBezTo>
                  <a:pt x="93942" y="131750"/>
                  <a:pt x="55942" y="169750"/>
                  <a:pt x="9066" y="169750"/>
                </a:cubicBezTo>
                <a:lnTo>
                  <a:pt x="0" y="167920"/>
                </a:lnTo>
                <a:lnTo>
                  <a:pt x="0" y="1830"/>
                </a:lnTo>
                <a:cubicBezTo>
                  <a:pt x="2881" y="167"/>
                  <a:pt x="5954" y="0"/>
                  <a:pt x="906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39" name="Oval 1638"/>
          <p:cNvSpPr/>
          <p:nvPr/>
        </p:nvSpPr>
        <p:spPr>
          <a:xfrm>
            <a:off x="7667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40" name="Oval 1639"/>
          <p:cNvSpPr/>
          <p:nvPr/>
        </p:nvSpPr>
        <p:spPr>
          <a:xfrm>
            <a:off x="16092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41" name="Oval 1640"/>
          <p:cNvSpPr/>
          <p:nvPr/>
        </p:nvSpPr>
        <p:spPr>
          <a:xfrm>
            <a:off x="24518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42" name="Oval 1641"/>
          <p:cNvSpPr/>
          <p:nvPr/>
        </p:nvSpPr>
        <p:spPr>
          <a:xfrm>
            <a:off x="329435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43" name="Oval 1642"/>
          <p:cNvSpPr/>
          <p:nvPr/>
        </p:nvSpPr>
        <p:spPr>
          <a:xfrm>
            <a:off x="413689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44" name="Oval 1643"/>
          <p:cNvSpPr/>
          <p:nvPr/>
        </p:nvSpPr>
        <p:spPr>
          <a:xfrm>
            <a:off x="49794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45" name="Oval 1644"/>
          <p:cNvSpPr/>
          <p:nvPr/>
        </p:nvSpPr>
        <p:spPr>
          <a:xfrm>
            <a:off x="58219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46" name="Oval 1645"/>
          <p:cNvSpPr/>
          <p:nvPr/>
        </p:nvSpPr>
        <p:spPr>
          <a:xfrm>
            <a:off x="834959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47" name="Oval 1646"/>
          <p:cNvSpPr/>
          <p:nvPr/>
        </p:nvSpPr>
        <p:spPr>
          <a:xfrm>
            <a:off x="750705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48" name="Oval 1647"/>
          <p:cNvSpPr/>
          <p:nvPr/>
        </p:nvSpPr>
        <p:spPr>
          <a:xfrm>
            <a:off x="100346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49" name="Oval 1648"/>
          <p:cNvSpPr/>
          <p:nvPr/>
        </p:nvSpPr>
        <p:spPr>
          <a:xfrm>
            <a:off x="91921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50" name="Oval 1649"/>
          <p:cNvSpPr/>
          <p:nvPr/>
        </p:nvSpPr>
        <p:spPr>
          <a:xfrm>
            <a:off x="11719750"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51" name="Oval 1650"/>
          <p:cNvSpPr/>
          <p:nvPr/>
        </p:nvSpPr>
        <p:spPr>
          <a:xfrm>
            <a:off x="108772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52" name="Teardrop 3"/>
          <p:cNvSpPr/>
          <p:nvPr/>
        </p:nvSpPr>
        <p:spPr>
          <a:xfrm rot="5400000" flipH="1" flipV="1">
            <a:off x="60211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53" name="Teardrop 3"/>
          <p:cNvSpPr/>
          <p:nvPr/>
        </p:nvSpPr>
        <p:spPr>
          <a:xfrm rot="5400000" flipH="1" flipV="1">
            <a:off x="9659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54" name="Teardrop 3"/>
          <p:cNvSpPr/>
          <p:nvPr/>
        </p:nvSpPr>
        <p:spPr>
          <a:xfrm rot="5400000" flipH="1" flipV="1">
            <a:off x="18084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55" name="Teardrop 3"/>
          <p:cNvSpPr/>
          <p:nvPr/>
        </p:nvSpPr>
        <p:spPr>
          <a:xfrm rot="5400000" flipH="1" flipV="1">
            <a:off x="265102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56" name="Teardrop 3"/>
          <p:cNvSpPr/>
          <p:nvPr/>
        </p:nvSpPr>
        <p:spPr>
          <a:xfrm rot="5400000" flipH="1" flipV="1">
            <a:off x="349356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57" name="Teardrop 3"/>
          <p:cNvSpPr/>
          <p:nvPr/>
        </p:nvSpPr>
        <p:spPr>
          <a:xfrm rot="5400000" flipH="1" flipV="1">
            <a:off x="43361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58" name="Teardrop 3"/>
          <p:cNvSpPr/>
          <p:nvPr/>
        </p:nvSpPr>
        <p:spPr>
          <a:xfrm rot="5400000" flipH="1" flipV="1">
            <a:off x="51786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59" name="Teardrop 3"/>
          <p:cNvSpPr/>
          <p:nvPr/>
        </p:nvSpPr>
        <p:spPr>
          <a:xfrm rot="5400000" flipH="1" flipV="1">
            <a:off x="770626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60" name="Teardrop 3"/>
          <p:cNvSpPr/>
          <p:nvPr/>
        </p:nvSpPr>
        <p:spPr>
          <a:xfrm rot="5400000" flipH="1" flipV="1">
            <a:off x="686372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61" name="Teardrop 3"/>
          <p:cNvSpPr/>
          <p:nvPr/>
        </p:nvSpPr>
        <p:spPr>
          <a:xfrm rot="5400000" flipH="1" flipV="1">
            <a:off x="93913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62" name="Teardrop 3"/>
          <p:cNvSpPr/>
          <p:nvPr/>
        </p:nvSpPr>
        <p:spPr>
          <a:xfrm rot="5400000" flipH="1" flipV="1">
            <a:off x="85488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63" name="Teardrop 3"/>
          <p:cNvSpPr/>
          <p:nvPr/>
        </p:nvSpPr>
        <p:spPr>
          <a:xfrm rot="5400000" flipH="1" flipV="1">
            <a:off x="11076421"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64" name="Teardrop 3"/>
          <p:cNvSpPr/>
          <p:nvPr/>
        </p:nvSpPr>
        <p:spPr>
          <a:xfrm rot="5400000" flipH="1" flipV="1">
            <a:off x="102338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65" name="Teardrop 3"/>
          <p:cNvSpPr/>
          <p:nvPr/>
        </p:nvSpPr>
        <p:spPr>
          <a:xfrm rot="5400000" flipH="1" flipV="1">
            <a:off x="1234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66" name="Teardrop 3"/>
          <p:cNvSpPr/>
          <p:nvPr/>
        </p:nvSpPr>
        <p:spPr>
          <a:xfrm rot="5400000" flipH="1" flipV="1">
            <a:off x="11760003" y="685578"/>
            <a:ext cx="595780" cy="268215"/>
          </a:xfrm>
          <a:custGeom>
            <a:avLst/>
            <a:gdLst/>
            <a:ahLst/>
            <a:cxnLst/>
            <a:rect l="l" t="t" r="r" b="b"/>
            <a:pathLst>
              <a:path w="595780"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1" y="73244"/>
                  <a:pt x="354103" y="113792"/>
                  <a:pt x="354103" y="163811"/>
                </a:cubicBezTo>
                <a:cubicBezTo>
                  <a:pt x="354469"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0"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0"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67" name="Oval 1666"/>
          <p:cNvSpPr/>
          <p:nvPr/>
        </p:nvSpPr>
        <p:spPr>
          <a:xfrm>
            <a:off x="70866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68" name="Oval 1667"/>
          <p:cNvSpPr/>
          <p:nvPr/>
        </p:nvSpPr>
        <p:spPr>
          <a:xfrm>
            <a:off x="3463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69" name="Oval 1668"/>
          <p:cNvSpPr/>
          <p:nvPr/>
        </p:nvSpPr>
        <p:spPr>
          <a:xfrm>
            <a:off x="11888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70" name="Oval 1669"/>
          <p:cNvSpPr/>
          <p:nvPr/>
        </p:nvSpPr>
        <p:spPr>
          <a:xfrm>
            <a:off x="20314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71" name="Oval 1670"/>
          <p:cNvSpPr/>
          <p:nvPr/>
        </p:nvSpPr>
        <p:spPr>
          <a:xfrm>
            <a:off x="28739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72" name="Oval 1671"/>
          <p:cNvSpPr/>
          <p:nvPr/>
        </p:nvSpPr>
        <p:spPr>
          <a:xfrm>
            <a:off x="371649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73" name="Oval 1672"/>
          <p:cNvSpPr/>
          <p:nvPr/>
        </p:nvSpPr>
        <p:spPr>
          <a:xfrm>
            <a:off x="45590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74" name="Oval 1673"/>
          <p:cNvSpPr/>
          <p:nvPr/>
        </p:nvSpPr>
        <p:spPr>
          <a:xfrm>
            <a:off x="54015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75" name="Oval 1674"/>
          <p:cNvSpPr/>
          <p:nvPr/>
        </p:nvSpPr>
        <p:spPr>
          <a:xfrm>
            <a:off x="62441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76" name="Oval 1675"/>
          <p:cNvSpPr/>
          <p:nvPr/>
        </p:nvSpPr>
        <p:spPr>
          <a:xfrm>
            <a:off x="87717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77" name="Oval 1676"/>
          <p:cNvSpPr/>
          <p:nvPr/>
        </p:nvSpPr>
        <p:spPr>
          <a:xfrm>
            <a:off x="792919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78" name="Oval 1677"/>
          <p:cNvSpPr/>
          <p:nvPr/>
        </p:nvSpPr>
        <p:spPr>
          <a:xfrm>
            <a:off x="104568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79" name="Oval 1678"/>
          <p:cNvSpPr/>
          <p:nvPr/>
        </p:nvSpPr>
        <p:spPr>
          <a:xfrm>
            <a:off x="96142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80" name="Oval 860"/>
          <p:cNvSpPr/>
          <p:nvPr/>
        </p:nvSpPr>
        <p:spPr>
          <a:xfrm>
            <a:off x="12141892" y="758852"/>
            <a:ext cx="50109" cy="3538433"/>
          </a:xfrm>
          <a:custGeom>
            <a:avLst/>
            <a:gdLst/>
            <a:ahLst/>
            <a:cxnLst/>
            <a:rect l="l" t="t" r="r" b="b"/>
            <a:pathLst>
              <a:path w="50109" h="3538433">
                <a:moveTo>
                  <a:pt x="50109" y="3384355"/>
                </a:moveTo>
                <a:lnTo>
                  <a:pt x="50109" y="3538433"/>
                </a:lnTo>
                <a:cubicBezTo>
                  <a:pt x="20497" y="3525461"/>
                  <a:pt x="0" y="3495821"/>
                  <a:pt x="0" y="3461394"/>
                </a:cubicBezTo>
                <a:cubicBezTo>
                  <a:pt x="0" y="3426967"/>
                  <a:pt x="20497" y="3397327"/>
                  <a:pt x="50109" y="3384355"/>
                </a:cubicBezTo>
                <a:close/>
                <a:moveTo>
                  <a:pt x="50109" y="2538350"/>
                </a:moveTo>
                <a:lnTo>
                  <a:pt x="50109" y="2692428"/>
                </a:lnTo>
                <a:cubicBezTo>
                  <a:pt x="20497" y="2679456"/>
                  <a:pt x="0" y="2649816"/>
                  <a:pt x="0" y="2615389"/>
                </a:cubicBezTo>
                <a:cubicBezTo>
                  <a:pt x="0" y="2580962"/>
                  <a:pt x="20497" y="2551322"/>
                  <a:pt x="50109" y="2538350"/>
                </a:cubicBezTo>
                <a:close/>
                <a:moveTo>
                  <a:pt x="50109" y="1688095"/>
                </a:moveTo>
                <a:lnTo>
                  <a:pt x="50109" y="1842173"/>
                </a:lnTo>
                <a:cubicBezTo>
                  <a:pt x="20497" y="1829201"/>
                  <a:pt x="0" y="1799561"/>
                  <a:pt x="0" y="1765134"/>
                </a:cubicBezTo>
                <a:cubicBezTo>
                  <a:pt x="0" y="1730707"/>
                  <a:pt x="20497" y="1701067"/>
                  <a:pt x="50109" y="1688095"/>
                </a:cubicBezTo>
                <a:close/>
                <a:moveTo>
                  <a:pt x="50109" y="845498"/>
                </a:moveTo>
                <a:lnTo>
                  <a:pt x="50109" y="999576"/>
                </a:lnTo>
                <a:cubicBezTo>
                  <a:pt x="20497" y="986604"/>
                  <a:pt x="0" y="956964"/>
                  <a:pt x="0" y="922537"/>
                </a:cubicBezTo>
                <a:cubicBezTo>
                  <a:pt x="0" y="888110"/>
                  <a:pt x="20497" y="858470"/>
                  <a:pt x="50109" y="845498"/>
                </a:cubicBezTo>
                <a:close/>
                <a:moveTo>
                  <a:pt x="50109" y="0"/>
                </a:moveTo>
                <a:lnTo>
                  <a:pt x="50109" y="154078"/>
                </a:lnTo>
                <a:cubicBezTo>
                  <a:pt x="20497" y="141106"/>
                  <a:pt x="0" y="111466"/>
                  <a:pt x="0" y="77039"/>
                </a:cubicBezTo>
                <a:cubicBezTo>
                  <a:pt x="0" y="42612"/>
                  <a:pt x="20497" y="12972"/>
                  <a:pt x="5010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81" name="Oval 1680"/>
          <p:cNvSpPr/>
          <p:nvPr/>
        </p:nvSpPr>
        <p:spPr>
          <a:xfrm>
            <a:off x="112993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82" name="Teardrop 3"/>
          <p:cNvSpPr/>
          <p:nvPr/>
        </p:nvSpPr>
        <p:spPr>
          <a:xfrm rot="5400000" flipH="1" flipV="1">
            <a:off x="617401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83" name="Teardrop 3"/>
          <p:cNvSpPr/>
          <p:nvPr/>
        </p:nvSpPr>
        <p:spPr>
          <a:xfrm rot="5400000" flipH="1" flipV="1">
            <a:off x="111877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699"/>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4"/>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8"/>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84" name="Teardrop 3"/>
          <p:cNvSpPr/>
          <p:nvPr/>
        </p:nvSpPr>
        <p:spPr>
          <a:xfrm rot="5400000" flipH="1" flipV="1">
            <a:off x="196131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4"/>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90"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85" name="Teardrop 3"/>
          <p:cNvSpPr/>
          <p:nvPr/>
        </p:nvSpPr>
        <p:spPr>
          <a:xfrm rot="5400000" flipH="1" flipV="1">
            <a:off x="280385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2"/>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5"/>
                  <a:pt x="61434" y="178458"/>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86" name="Teardrop 3"/>
          <p:cNvSpPr/>
          <p:nvPr/>
        </p:nvSpPr>
        <p:spPr>
          <a:xfrm rot="5400000" flipH="1" flipV="1">
            <a:off x="364639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2"/>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5"/>
                  <a:pt x="61434" y="178458"/>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87" name="Teardrop 3"/>
          <p:cNvSpPr/>
          <p:nvPr/>
        </p:nvSpPr>
        <p:spPr>
          <a:xfrm rot="5400000" flipH="1" flipV="1">
            <a:off x="448893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8"/>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88" name="Teardrop 3"/>
          <p:cNvSpPr/>
          <p:nvPr/>
        </p:nvSpPr>
        <p:spPr>
          <a:xfrm rot="5400000" flipH="1" flipV="1">
            <a:off x="533147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89" name="Teardrop 3"/>
          <p:cNvSpPr/>
          <p:nvPr/>
        </p:nvSpPr>
        <p:spPr>
          <a:xfrm rot="5400000" flipH="1" flipV="1">
            <a:off x="785909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8"/>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90" name="Teardrop 3"/>
          <p:cNvSpPr/>
          <p:nvPr/>
        </p:nvSpPr>
        <p:spPr>
          <a:xfrm rot="5400000" flipH="1" flipV="1">
            <a:off x="701655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91" name="Teardrop 3"/>
          <p:cNvSpPr/>
          <p:nvPr/>
        </p:nvSpPr>
        <p:spPr>
          <a:xfrm rot="5400000" flipH="1" flipV="1">
            <a:off x="954417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90"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92" name="Teardrop 3"/>
          <p:cNvSpPr/>
          <p:nvPr/>
        </p:nvSpPr>
        <p:spPr>
          <a:xfrm rot="5400000" flipH="1" flipV="1">
            <a:off x="870163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93" name="Teardrop 3"/>
          <p:cNvSpPr/>
          <p:nvPr/>
        </p:nvSpPr>
        <p:spPr>
          <a:xfrm rot="5400000" flipH="1" flipV="1">
            <a:off x="11229252"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94" name="Teardrop 3"/>
          <p:cNvSpPr/>
          <p:nvPr/>
        </p:nvSpPr>
        <p:spPr>
          <a:xfrm rot="5400000" flipH="1" flipV="1">
            <a:off x="1038671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95" name="Teardrop 3"/>
          <p:cNvSpPr/>
          <p:nvPr/>
        </p:nvSpPr>
        <p:spPr>
          <a:xfrm rot="5400000" flipH="1" flipV="1">
            <a:off x="27623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8"/>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2"/>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96" name="Teardrop 3"/>
          <p:cNvSpPr/>
          <p:nvPr/>
        </p:nvSpPr>
        <p:spPr>
          <a:xfrm rot="5400000" flipH="1" flipV="1">
            <a:off x="11908617" y="4923"/>
            <a:ext cx="298552" cy="268215"/>
          </a:xfrm>
          <a:custGeom>
            <a:avLst/>
            <a:gdLst/>
            <a:ahLst/>
            <a:cxnLst/>
            <a:rect l="l" t="t" r="r" b="b"/>
            <a:pathLst>
              <a:path w="298552"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298552" y="138"/>
                </a:moveTo>
                <a:lnTo>
                  <a:pt x="298552" y="11636"/>
                </a:lnTo>
                <a:cubicBezTo>
                  <a:pt x="298344" y="11511"/>
                  <a:pt x="298133" y="11506"/>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4" y="189232"/>
                  <a:pt x="256525" y="205210"/>
                  <a:pt x="272877" y="215167"/>
                </a:cubicBezTo>
                <a:lnTo>
                  <a:pt x="298552" y="215277"/>
                </a:lnTo>
                <a:lnTo>
                  <a:pt x="298552" y="221928"/>
                </a:lnTo>
                <a:cubicBezTo>
                  <a:pt x="276711" y="221632"/>
                  <a:pt x="254816" y="229876"/>
                  <a:pt x="238146"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0"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cubicBezTo>
                  <a:pt x="99420" y="72140"/>
                  <a:pt x="124170" y="61435"/>
                  <a:pt x="151420" y="61435"/>
                </a:cubicBezTo>
                <a:cubicBezTo>
                  <a:pt x="170023" y="61435"/>
                  <a:pt x="187461" y="66424"/>
                  <a:pt x="202250" y="75515"/>
                </a:cubicBezTo>
                <a:cubicBezTo>
                  <a:pt x="206323" y="58635"/>
                  <a:pt x="215129" y="42758"/>
                  <a:pt x="228297" y="29591"/>
                </a:cubicBezTo>
                <a:cubicBezTo>
                  <a:pt x="247566" y="10322"/>
                  <a:pt x="272636" y="391"/>
                  <a:pt x="297890" y="0"/>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97" name="Oval 881"/>
          <p:cNvSpPr/>
          <p:nvPr/>
        </p:nvSpPr>
        <p:spPr>
          <a:xfrm>
            <a:off x="346332" y="-10245"/>
            <a:ext cx="169752" cy="84875"/>
          </a:xfrm>
          <a:custGeom>
            <a:avLst/>
            <a:gdLst/>
            <a:ahLst/>
            <a:cxnLst/>
            <a:rect l="l" t="t" r="r" b="b"/>
            <a:pathLst>
              <a:path w="169752" h="84875">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98" name="Oval 882"/>
          <p:cNvSpPr/>
          <p:nvPr/>
        </p:nvSpPr>
        <p:spPr>
          <a:xfrm>
            <a:off x="1188872" y="-10245"/>
            <a:ext cx="169752" cy="84875"/>
          </a:xfrm>
          <a:custGeom>
            <a:avLst/>
            <a:gdLst/>
            <a:ahLst/>
            <a:cxnLst/>
            <a:rect l="l" t="t" r="r" b="b"/>
            <a:pathLst>
              <a:path w="169752" h="84875">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699" name="Oval 883"/>
          <p:cNvSpPr/>
          <p:nvPr/>
        </p:nvSpPr>
        <p:spPr>
          <a:xfrm>
            <a:off x="2031413" y="-10245"/>
            <a:ext cx="10160587" cy="84875"/>
          </a:xfrm>
          <a:custGeom>
            <a:avLst/>
            <a:gdLst/>
            <a:ahLst/>
            <a:cxnLst/>
            <a:rect l="l" t="t" r="r" b="b"/>
            <a:pathLst>
              <a:path w="10160587" h="84875">
                <a:moveTo>
                  <a:pt x="10110479" y="0"/>
                </a:moveTo>
                <a:lnTo>
                  <a:pt x="10160587" y="0"/>
                </a:lnTo>
                <a:lnTo>
                  <a:pt x="10160587" y="77038"/>
                </a:lnTo>
                <a:cubicBezTo>
                  <a:pt x="10130976" y="64066"/>
                  <a:pt x="10110479" y="34427"/>
                  <a:pt x="10110479" y="0"/>
                </a:cubicBezTo>
                <a:close/>
                <a:moveTo>
                  <a:pt x="9267940" y="0"/>
                </a:moveTo>
                <a:lnTo>
                  <a:pt x="9437692" y="0"/>
                </a:lnTo>
                <a:cubicBezTo>
                  <a:pt x="9437692" y="46875"/>
                  <a:pt x="9399692" y="84875"/>
                  <a:pt x="9352816" y="84875"/>
                </a:cubicBezTo>
                <a:cubicBezTo>
                  <a:pt x="9305940" y="84875"/>
                  <a:pt x="9267940" y="46875"/>
                  <a:pt x="9267940" y="0"/>
                </a:cubicBezTo>
                <a:close/>
                <a:moveTo>
                  <a:pt x="8425400" y="0"/>
                </a:moveTo>
                <a:lnTo>
                  <a:pt x="8595152" y="0"/>
                </a:lnTo>
                <a:cubicBezTo>
                  <a:pt x="8595152" y="46875"/>
                  <a:pt x="8557152" y="84875"/>
                  <a:pt x="8510276" y="84875"/>
                </a:cubicBezTo>
                <a:cubicBezTo>
                  <a:pt x="8463400" y="84875"/>
                  <a:pt x="8425400" y="46875"/>
                  <a:pt x="8425400" y="0"/>
                </a:cubicBezTo>
                <a:close/>
                <a:moveTo>
                  <a:pt x="7582860" y="0"/>
                </a:moveTo>
                <a:lnTo>
                  <a:pt x="7752612" y="0"/>
                </a:lnTo>
                <a:cubicBezTo>
                  <a:pt x="7752612" y="46875"/>
                  <a:pt x="7714612" y="84875"/>
                  <a:pt x="7667736" y="84875"/>
                </a:cubicBezTo>
                <a:cubicBezTo>
                  <a:pt x="7620860" y="84875"/>
                  <a:pt x="7582860" y="46875"/>
                  <a:pt x="7582860" y="0"/>
                </a:cubicBezTo>
                <a:close/>
                <a:moveTo>
                  <a:pt x="6740320" y="0"/>
                </a:moveTo>
                <a:lnTo>
                  <a:pt x="6910072" y="0"/>
                </a:lnTo>
                <a:cubicBezTo>
                  <a:pt x="6910072" y="46875"/>
                  <a:pt x="6872072" y="84875"/>
                  <a:pt x="6825196" y="84875"/>
                </a:cubicBezTo>
                <a:cubicBezTo>
                  <a:pt x="6778320" y="84875"/>
                  <a:pt x="6740320" y="46875"/>
                  <a:pt x="6740320" y="0"/>
                </a:cubicBezTo>
                <a:close/>
                <a:moveTo>
                  <a:pt x="5897780" y="0"/>
                </a:moveTo>
                <a:lnTo>
                  <a:pt x="6067532" y="0"/>
                </a:lnTo>
                <a:cubicBezTo>
                  <a:pt x="6067532" y="46875"/>
                  <a:pt x="6029532" y="84875"/>
                  <a:pt x="5982656" y="84875"/>
                </a:cubicBezTo>
                <a:cubicBezTo>
                  <a:pt x="5935780" y="84875"/>
                  <a:pt x="5897780" y="46875"/>
                  <a:pt x="5897780" y="0"/>
                </a:cubicBezTo>
                <a:close/>
                <a:moveTo>
                  <a:pt x="5055240" y="0"/>
                </a:moveTo>
                <a:lnTo>
                  <a:pt x="5224992" y="0"/>
                </a:lnTo>
                <a:cubicBezTo>
                  <a:pt x="5224992" y="46875"/>
                  <a:pt x="5186992" y="84875"/>
                  <a:pt x="5140116" y="84875"/>
                </a:cubicBezTo>
                <a:cubicBezTo>
                  <a:pt x="5093240" y="84875"/>
                  <a:pt x="5055240" y="46875"/>
                  <a:pt x="5055240" y="0"/>
                </a:cubicBezTo>
                <a:close/>
                <a:moveTo>
                  <a:pt x="4212700" y="0"/>
                </a:moveTo>
                <a:lnTo>
                  <a:pt x="4382452" y="0"/>
                </a:lnTo>
                <a:cubicBezTo>
                  <a:pt x="4382452" y="46875"/>
                  <a:pt x="4344452" y="84875"/>
                  <a:pt x="4297576" y="84875"/>
                </a:cubicBezTo>
                <a:cubicBezTo>
                  <a:pt x="4250700" y="84875"/>
                  <a:pt x="4212700" y="46875"/>
                  <a:pt x="4212700" y="0"/>
                </a:cubicBezTo>
                <a:close/>
                <a:moveTo>
                  <a:pt x="3370160" y="0"/>
                </a:moveTo>
                <a:lnTo>
                  <a:pt x="3539912" y="0"/>
                </a:lnTo>
                <a:cubicBezTo>
                  <a:pt x="3539912" y="46875"/>
                  <a:pt x="3501912" y="84875"/>
                  <a:pt x="3455036" y="84875"/>
                </a:cubicBezTo>
                <a:cubicBezTo>
                  <a:pt x="3408160" y="84875"/>
                  <a:pt x="3370160" y="46875"/>
                  <a:pt x="3370160" y="0"/>
                </a:cubicBezTo>
                <a:close/>
                <a:moveTo>
                  <a:pt x="2527620" y="0"/>
                </a:moveTo>
                <a:lnTo>
                  <a:pt x="2697372" y="0"/>
                </a:lnTo>
                <a:cubicBezTo>
                  <a:pt x="2697372" y="46875"/>
                  <a:pt x="2659372" y="84875"/>
                  <a:pt x="2612496" y="84875"/>
                </a:cubicBezTo>
                <a:cubicBezTo>
                  <a:pt x="2565620" y="84875"/>
                  <a:pt x="2527620" y="46875"/>
                  <a:pt x="2527620" y="0"/>
                </a:cubicBezTo>
                <a:close/>
                <a:moveTo>
                  <a:pt x="1685080" y="0"/>
                </a:moveTo>
                <a:lnTo>
                  <a:pt x="1854832" y="0"/>
                </a:lnTo>
                <a:cubicBezTo>
                  <a:pt x="1854832" y="46875"/>
                  <a:pt x="1816832" y="84875"/>
                  <a:pt x="1769956" y="84875"/>
                </a:cubicBezTo>
                <a:cubicBezTo>
                  <a:pt x="1723080" y="84875"/>
                  <a:pt x="1685080" y="46875"/>
                  <a:pt x="1685080" y="0"/>
                </a:cubicBezTo>
                <a:close/>
                <a:moveTo>
                  <a:pt x="842540" y="0"/>
                </a:moveTo>
                <a:lnTo>
                  <a:pt x="1012292" y="0"/>
                </a:lnTo>
                <a:cubicBezTo>
                  <a:pt x="1012292" y="46875"/>
                  <a:pt x="974292" y="84875"/>
                  <a:pt x="927416" y="84875"/>
                </a:cubicBezTo>
                <a:cubicBezTo>
                  <a:pt x="880540" y="84875"/>
                  <a:pt x="842540" y="46875"/>
                  <a:pt x="842540" y="0"/>
                </a:cubicBezTo>
                <a:close/>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00" name="Teardrop 3"/>
          <p:cNvSpPr/>
          <p:nvPr/>
        </p:nvSpPr>
        <p:spPr>
          <a:xfrm rot="5400000" flipH="1" flipV="1">
            <a:off x="64427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01" name="Oval 1700"/>
          <p:cNvSpPr/>
          <p:nvPr/>
        </p:nvSpPr>
        <p:spPr>
          <a:xfrm>
            <a:off x="712049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02" name="Teardrop 3"/>
          <p:cNvSpPr/>
          <p:nvPr/>
        </p:nvSpPr>
        <p:spPr>
          <a:xfrm rot="5400000" flipH="1" flipV="1">
            <a:off x="-148774" y="1103813"/>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7" y="294285"/>
                  <a:pt x="284136"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39" y="207247"/>
                  <a:pt x="61434" y="182497"/>
                  <a:pt x="61434" y="155247"/>
                </a:cubicBezTo>
                <a:cubicBezTo>
                  <a:pt x="61434" y="136673"/>
                  <a:pt x="66407"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89"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6" y="0"/>
                </a:lnTo>
                <a:cubicBezTo>
                  <a:pt x="219687"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9"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8" y="30964"/>
                  <a:pt x="601147" y="8808"/>
                </a:cubicBezTo>
                <a:lnTo>
                  <a:pt x="515982" y="8808"/>
                </a:lnTo>
                <a:lnTo>
                  <a:pt x="515981" y="8744"/>
                </a:lnTo>
                <a:lnTo>
                  <a:pt x="601147" y="8744"/>
                </a:lnTo>
                <a:lnTo>
                  <a:pt x="599274"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03" name="Oval 1702"/>
          <p:cNvSpPr/>
          <p:nvPr/>
        </p:nvSpPr>
        <p:spPr>
          <a:xfrm>
            <a:off x="37745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04" name="Teardrop 3"/>
          <p:cNvSpPr/>
          <p:nvPr/>
        </p:nvSpPr>
        <p:spPr>
          <a:xfrm rot="5400000" flipH="1" flipV="1">
            <a:off x="13875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05" name="Teardrop 3"/>
          <p:cNvSpPr/>
          <p:nvPr/>
        </p:nvSpPr>
        <p:spPr>
          <a:xfrm rot="5400000" flipH="1" flipV="1">
            <a:off x="22300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06" name="Teardrop 3"/>
          <p:cNvSpPr/>
          <p:nvPr/>
        </p:nvSpPr>
        <p:spPr>
          <a:xfrm rot="5400000" flipH="1" flipV="1">
            <a:off x="307261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07" name="Teardrop 3"/>
          <p:cNvSpPr/>
          <p:nvPr/>
        </p:nvSpPr>
        <p:spPr>
          <a:xfrm rot="5400000" flipH="1" flipV="1">
            <a:off x="391515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08" name="Teardrop 3"/>
          <p:cNvSpPr/>
          <p:nvPr/>
        </p:nvSpPr>
        <p:spPr>
          <a:xfrm rot="5400000" flipH="1" flipV="1">
            <a:off x="47576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09" name="Teardrop 3"/>
          <p:cNvSpPr/>
          <p:nvPr/>
        </p:nvSpPr>
        <p:spPr>
          <a:xfrm rot="5400000" flipH="1" flipV="1">
            <a:off x="56002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10" name="Oval 1709"/>
          <p:cNvSpPr/>
          <p:nvPr/>
        </p:nvSpPr>
        <p:spPr>
          <a:xfrm>
            <a:off x="122033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11" name="Oval 1710"/>
          <p:cNvSpPr/>
          <p:nvPr/>
        </p:nvSpPr>
        <p:spPr>
          <a:xfrm>
            <a:off x="206321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12" name="Oval 1711"/>
          <p:cNvSpPr/>
          <p:nvPr/>
        </p:nvSpPr>
        <p:spPr>
          <a:xfrm>
            <a:off x="290609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13" name="Oval 1712"/>
          <p:cNvSpPr/>
          <p:nvPr/>
        </p:nvSpPr>
        <p:spPr>
          <a:xfrm>
            <a:off x="374897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14" name="Oval 1713"/>
          <p:cNvSpPr/>
          <p:nvPr/>
        </p:nvSpPr>
        <p:spPr>
          <a:xfrm>
            <a:off x="459185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15" name="Oval 1714"/>
          <p:cNvSpPr/>
          <p:nvPr/>
        </p:nvSpPr>
        <p:spPr>
          <a:xfrm>
            <a:off x="543473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16" name="Oval 1715"/>
          <p:cNvSpPr/>
          <p:nvPr/>
        </p:nvSpPr>
        <p:spPr>
          <a:xfrm>
            <a:off x="627761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17" name="Teardrop 3"/>
          <p:cNvSpPr/>
          <p:nvPr/>
        </p:nvSpPr>
        <p:spPr>
          <a:xfrm rot="5400000" flipH="1" flipV="1">
            <a:off x="812785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18" name="Oval 1717"/>
          <p:cNvSpPr/>
          <p:nvPr/>
        </p:nvSpPr>
        <p:spPr>
          <a:xfrm>
            <a:off x="880625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19" name="Teardrop 3"/>
          <p:cNvSpPr/>
          <p:nvPr/>
        </p:nvSpPr>
        <p:spPr>
          <a:xfrm rot="5400000" flipH="1" flipV="1">
            <a:off x="728531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20" name="Oval 1719"/>
          <p:cNvSpPr/>
          <p:nvPr/>
        </p:nvSpPr>
        <p:spPr>
          <a:xfrm>
            <a:off x="796337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21" name="Teardrop 3"/>
          <p:cNvSpPr/>
          <p:nvPr/>
        </p:nvSpPr>
        <p:spPr>
          <a:xfrm rot="5400000" flipH="1" flipV="1">
            <a:off x="98129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22" name="Oval 1721"/>
          <p:cNvSpPr/>
          <p:nvPr/>
        </p:nvSpPr>
        <p:spPr>
          <a:xfrm>
            <a:off x="1049201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23" name="Teardrop 3"/>
          <p:cNvSpPr/>
          <p:nvPr/>
        </p:nvSpPr>
        <p:spPr>
          <a:xfrm rot="5400000" flipH="1" flipV="1">
            <a:off x="89703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24" name="Oval 1723"/>
          <p:cNvSpPr/>
          <p:nvPr/>
        </p:nvSpPr>
        <p:spPr>
          <a:xfrm>
            <a:off x="964913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25" name="Teardrop 3"/>
          <p:cNvSpPr/>
          <p:nvPr/>
        </p:nvSpPr>
        <p:spPr>
          <a:xfrm rot="5400000" flipH="1" flipV="1">
            <a:off x="11498011"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26" name="Teardrop 3"/>
          <p:cNvSpPr/>
          <p:nvPr/>
        </p:nvSpPr>
        <p:spPr>
          <a:xfrm rot="5400000" flipH="1" flipV="1">
            <a:off x="106554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27" name="Oval 1726"/>
          <p:cNvSpPr/>
          <p:nvPr/>
        </p:nvSpPr>
        <p:spPr>
          <a:xfrm>
            <a:off x="1133489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28" name="Teardrop 3"/>
          <p:cNvSpPr/>
          <p:nvPr/>
        </p:nvSpPr>
        <p:spPr>
          <a:xfrm rot="5400000" flipH="1" flipV="1">
            <a:off x="5449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29" name="Oval 1728"/>
          <p:cNvSpPr/>
          <p:nvPr/>
        </p:nvSpPr>
        <p:spPr>
          <a:xfrm>
            <a:off x="66645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30" name="Oval 1729"/>
          <p:cNvSpPr/>
          <p:nvPr/>
        </p:nvSpPr>
        <p:spPr>
          <a:xfrm>
            <a:off x="7667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31" name="Oval 1730"/>
          <p:cNvSpPr/>
          <p:nvPr/>
        </p:nvSpPr>
        <p:spPr>
          <a:xfrm>
            <a:off x="16092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32" name="Oval 1731"/>
          <p:cNvSpPr/>
          <p:nvPr/>
        </p:nvSpPr>
        <p:spPr>
          <a:xfrm>
            <a:off x="24518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33" name="Oval 1732"/>
          <p:cNvSpPr/>
          <p:nvPr/>
        </p:nvSpPr>
        <p:spPr>
          <a:xfrm>
            <a:off x="329435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34" name="Oval 1733"/>
          <p:cNvSpPr/>
          <p:nvPr/>
        </p:nvSpPr>
        <p:spPr>
          <a:xfrm>
            <a:off x="413689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35" name="Oval 1734"/>
          <p:cNvSpPr/>
          <p:nvPr/>
        </p:nvSpPr>
        <p:spPr>
          <a:xfrm>
            <a:off x="49794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36" name="Oval 1735"/>
          <p:cNvSpPr/>
          <p:nvPr/>
        </p:nvSpPr>
        <p:spPr>
          <a:xfrm>
            <a:off x="58219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37" name="Oval 1736"/>
          <p:cNvSpPr/>
          <p:nvPr/>
        </p:nvSpPr>
        <p:spPr>
          <a:xfrm>
            <a:off x="834959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38" name="Oval 1737"/>
          <p:cNvSpPr/>
          <p:nvPr/>
        </p:nvSpPr>
        <p:spPr>
          <a:xfrm>
            <a:off x="750705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39" name="Oval 1738"/>
          <p:cNvSpPr/>
          <p:nvPr/>
        </p:nvSpPr>
        <p:spPr>
          <a:xfrm>
            <a:off x="100346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40" name="Oval 1739"/>
          <p:cNvSpPr/>
          <p:nvPr/>
        </p:nvSpPr>
        <p:spPr>
          <a:xfrm>
            <a:off x="91921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41" name="Oval 1740"/>
          <p:cNvSpPr/>
          <p:nvPr/>
        </p:nvSpPr>
        <p:spPr>
          <a:xfrm>
            <a:off x="11719750"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42" name="Oval 1741"/>
          <p:cNvSpPr/>
          <p:nvPr/>
        </p:nvSpPr>
        <p:spPr>
          <a:xfrm>
            <a:off x="108772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43" name="Teardrop 3"/>
          <p:cNvSpPr/>
          <p:nvPr/>
        </p:nvSpPr>
        <p:spPr>
          <a:xfrm rot="5400000" flipH="1" flipV="1">
            <a:off x="60211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44" name="Teardrop 3"/>
          <p:cNvSpPr/>
          <p:nvPr/>
        </p:nvSpPr>
        <p:spPr>
          <a:xfrm rot="5400000" flipH="1" flipV="1">
            <a:off x="9659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45" name="Teardrop 3"/>
          <p:cNvSpPr/>
          <p:nvPr/>
        </p:nvSpPr>
        <p:spPr>
          <a:xfrm rot="5400000" flipH="1" flipV="1">
            <a:off x="18084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46" name="Teardrop 3"/>
          <p:cNvSpPr/>
          <p:nvPr/>
        </p:nvSpPr>
        <p:spPr>
          <a:xfrm rot="5400000" flipH="1" flipV="1">
            <a:off x="265102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47" name="Teardrop 3"/>
          <p:cNvSpPr/>
          <p:nvPr/>
        </p:nvSpPr>
        <p:spPr>
          <a:xfrm rot="5400000" flipH="1" flipV="1">
            <a:off x="349356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48" name="Teardrop 3"/>
          <p:cNvSpPr/>
          <p:nvPr/>
        </p:nvSpPr>
        <p:spPr>
          <a:xfrm rot="5400000" flipH="1" flipV="1">
            <a:off x="43361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49" name="Teardrop 3"/>
          <p:cNvSpPr/>
          <p:nvPr/>
        </p:nvSpPr>
        <p:spPr>
          <a:xfrm rot="5400000" flipH="1" flipV="1">
            <a:off x="51786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50" name="Teardrop 3"/>
          <p:cNvSpPr/>
          <p:nvPr/>
        </p:nvSpPr>
        <p:spPr>
          <a:xfrm rot="5400000" flipH="1" flipV="1">
            <a:off x="770626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51" name="Teardrop 3"/>
          <p:cNvSpPr/>
          <p:nvPr/>
        </p:nvSpPr>
        <p:spPr>
          <a:xfrm rot="5400000" flipH="1" flipV="1">
            <a:off x="686372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52" name="Teardrop 3"/>
          <p:cNvSpPr/>
          <p:nvPr/>
        </p:nvSpPr>
        <p:spPr>
          <a:xfrm rot="5400000" flipH="1" flipV="1">
            <a:off x="93913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53" name="Teardrop 3"/>
          <p:cNvSpPr/>
          <p:nvPr/>
        </p:nvSpPr>
        <p:spPr>
          <a:xfrm rot="5400000" flipH="1" flipV="1">
            <a:off x="85488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54" name="Teardrop 3"/>
          <p:cNvSpPr/>
          <p:nvPr/>
        </p:nvSpPr>
        <p:spPr>
          <a:xfrm rot="5400000" flipH="1" flipV="1">
            <a:off x="11076421"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55" name="Teardrop 3"/>
          <p:cNvSpPr/>
          <p:nvPr/>
        </p:nvSpPr>
        <p:spPr>
          <a:xfrm rot="5400000" flipH="1" flipV="1">
            <a:off x="102338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56" name="Teardrop 3"/>
          <p:cNvSpPr/>
          <p:nvPr/>
        </p:nvSpPr>
        <p:spPr>
          <a:xfrm rot="5400000" flipH="1" flipV="1">
            <a:off x="1234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57" name="Teardrop 3"/>
          <p:cNvSpPr/>
          <p:nvPr/>
        </p:nvSpPr>
        <p:spPr>
          <a:xfrm rot="5400000" flipH="1" flipV="1">
            <a:off x="11760002" y="1531078"/>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1"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6"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0"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58" name="Oval 1757"/>
          <p:cNvSpPr/>
          <p:nvPr/>
        </p:nvSpPr>
        <p:spPr>
          <a:xfrm>
            <a:off x="70866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59" name="Oval 1758"/>
          <p:cNvSpPr/>
          <p:nvPr/>
        </p:nvSpPr>
        <p:spPr>
          <a:xfrm>
            <a:off x="3463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60" name="Oval 1759"/>
          <p:cNvSpPr/>
          <p:nvPr/>
        </p:nvSpPr>
        <p:spPr>
          <a:xfrm>
            <a:off x="11888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61" name="Oval 1760"/>
          <p:cNvSpPr/>
          <p:nvPr/>
        </p:nvSpPr>
        <p:spPr>
          <a:xfrm>
            <a:off x="20314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62" name="Oval 1761"/>
          <p:cNvSpPr/>
          <p:nvPr/>
        </p:nvSpPr>
        <p:spPr>
          <a:xfrm>
            <a:off x="28739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63" name="Oval 1762"/>
          <p:cNvSpPr/>
          <p:nvPr/>
        </p:nvSpPr>
        <p:spPr>
          <a:xfrm>
            <a:off x="371649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64" name="Oval 1763"/>
          <p:cNvSpPr/>
          <p:nvPr/>
        </p:nvSpPr>
        <p:spPr>
          <a:xfrm>
            <a:off x="45590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65" name="Oval 1764"/>
          <p:cNvSpPr/>
          <p:nvPr/>
        </p:nvSpPr>
        <p:spPr>
          <a:xfrm>
            <a:off x="54015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66" name="Oval 1765"/>
          <p:cNvSpPr/>
          <p:nvPr/>
        </p:nvSpPr>
        <p:spPr>
          <a:xfrm>
            <a:off x="62441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67" name="Oval 1766"/>
          <p:cNvSpPr/>
          <p:nvPr/>
        </p:nvSpPr>
        <p:spPr>
          <a:xfrm>
            <a:off x="87717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68" name="Oval 1767"/>
          <p:cNvSpPr/>
          <p:nvPr/>
        </p:nvSpPr>
        <p:spPr>
          <a:xfrm>
            <a:off x="792919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69" name="Oval 1768"/>
          <p:cNvSpPr/>
          <p:nvPr/>
        </p:nvSpPr>
        <p:spPr>
          <a:xfrm>
            <a:off x="104568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70" name="Oval 1769"/>
          <p:cNvSpPr/>
          <p:nvPr/>
        </p:nvSpPr>
        <p:spPr>
          <a:xfrm>
            <a:off x="96142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71" name="Oval 1770"/>
          <p:cNvSpPr/>
          <p:nvPr/>
        </p:nvSpPr>
        <p:spPr>
          <a:xfrm>
            <a:off x="112993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72" name="Teardrop 3"/>
          <p:cNvSpPr/>
          <p:nvPr/>
        </p:nvSpPr>
        <p:spPr>
          <a:xfrm rot="5400000" flipH="1" flipV="1">
            <a:off x="64427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73" name="Oval 1772"/>
          <p:cNvSpPr/>
          <p:nvPr/>
        </p:nvSpPr>
        <p:spPr>
          <a:xfrm>
            <a:off x="712049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74" name="Teardrop 3"/>
          <p:cNvSpPr/>
          <p:nvPr/>
        </p:nvSpPr>
        <p:spPr>
          <a:xfrm rot="5400000" flipH="1" flipV="1">
            <a:off x="-148774" y="1946410"/>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9"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4"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75" name="Oval 1774"/>
          <p:cNvSpPr/>
          <p:nvPr/>
        </p:nvSpPr>
        <p:spPr>
          <a:xfrm>
            <a:off x="37745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76" name="Teardrop 3"/>
          <p:cNvSpPr/>
          <p:nvPr/>
        </p:nvSpPr>
        <p:spPr>
          <a:xfrm rot="5400000" flipH="1" flipV="1">
            <a:off x="13875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77" name="Teardrop 3"/>
          <p:cNvSpPr/>
          <p:nvPr/>
        </p:nvSpPr>
        <p:spPr>
          <a:xfrm rot="5400000" flipH="1" flipV="1">
            <a:off x="22300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78" name="Teardrop 3"/>
          <p:cNvSpPr/>
          <p:nvPr/>
        </p:nvSpPr>
        <p:spPr>
          <a:xfrm rot="5400000" flipH="1" flipV="1">
            <a:off x="307261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79" name="Teardrop 3"/>
          <p:cNvSpPr/>
          <p:nvPr/>
        </p:nvSpPr>
        <p:spPr>
          <a:xfrm rot="5400000" flipH="1" flipV="1">
            <a:off x="391515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80" name="Teardrop 3"/>
          <p:cNvSpPr/>
          <p:nvPr/>
        </p:nvSpPr>
        <p:spPr>
          <a:xfrm rot="5400000" flipH="1" flipV="1">
            <a:off x="47576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81" name="Teardrop 3"/>
          <p:cNvSpPr/>
          <p:nvPr/>
        </p:nvSpPr>
        <p:spPr>
          <a:xfrm rot="5400000" flipH="1" flipV="1">
            <a:off x="56002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82" name="Oval 1781"/>
          <p:cNvSpPr/>
          <p:nvPr/>
        </p:nvSpPr>
        <p:spPr>
          <a:xfrm>
            <a:off x="122033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83" name="Oval 1782"/>
          <p:cNvSpPr/>
          <p:nvPr/>
        </p:nvSpPr>
        <p:spPr>
          <a:xfrm>
            <a:off x="206321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84" name="Oval 1783"/>
          <p:cNvSpPr/>
          <p:nvPr/>
        </p:nvSpPr>
        <p:spPr>
          <a:xfrm>
            <a:off x="290609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85" name="Oval 1784"/>
          <p:cNvSpPr/>
          <p:nvPr/>
        </p:nvSpPr>
        <p:spPr>
          <a:xfrm>
            <a:off x="374897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86" name="Oval 1785"/>
          <p:cNvSpPr/>
          <p:nvPr/>
        </p:nvSpPr>
        <p:spPr>
          <a:xfrm>
            <a:off x="459185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87" name="Oval 1786"/>
          <p:cNvSpPr/>
          <p:nvPr/>
        </p:nvSpPr>
        <p:spPr>
          <a:xfrm>
            <a:off x="543473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88" name="Oval 1787"/>
          <p:cNvSpPr/>
          <p:nvPr/>
        </p:nvSpPr>
        <p:spPr>
          <a:xfrm>
            <a:off x="627761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89" name="Teardrop 3"/>
          <p:cNvSpPr/>
          <p:nvPr/>
        </p:nvSpPr>
        <p:spPr>
          <a:xfrm rot="5400000" flipH="1" flipV="1">
            <a:off x="812785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90" name="Oval 1789"/>
          <p:cNvSpPr/>
          <p:nvPr/>
        </p:nvSpPr>
        <p:spPr>
          <a:xfrm>
            <a:off x="880625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91" name="Teardrop 3"/>
          <p:cNvSpPr/>
          <p:nvPr/>
        </p:nvSpPr>
        <p:spPr>
          <a:xfrm rot="5400000" flipH="1" flipV="1">
            <a:off x="728531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92" name="Oval 1791"/>
          <p:cNvSpPr/>
          <p:nvPr/>
        </p:nvSpPr>
        <p:spPr>
          <a:xfrm>
            <a:off x="796337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93" name="Teardrop 3"/>
          <p:cNvSpPr/>
          <p:nvPr/>
        </p:nvSpPr>
        <p:spPr>
          <a:xfrm rot="5400000" flipH="1" flipV="1">
            <a:off x="98129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94" name="Oval 1793"/>
          <p:cNvSpPr/>
          <p:nvPr/>
        </p:nvSpPr>
        <p:spPr>
          <a:xfrm>
            <a:off x="1049201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95" name="Teardrop 3"/>
          <p:cNvSpPr/>
          <p:nvPr/>
        </p:nvSpPr>
        <p:spPr>
          <a:xfrm rot="5400000" flipH="1" flipV="1">
            <a:off x="89703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96" name="Oval 1795"/>
          <p:cNvSpPr/>
          <p:nvPr/>
        </p:nvSpPr>
        <p:spPr>
          <a:xfrm>
            <a:off x="964913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797" name="Teardrop 3"/>
          <p:cNvSpPr/>
          <p:nvPr/>
        </p:nvSpPr>
        <p:spPr>
          <a:xfrm rot="5400000" flipH="1" flipV="1">
            <a:off x="11498011"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98" name="Teardrop 3"/>
          <p:cNvSpPr/>
          <p:nvPr/>
        </p:nvSpPr>
        <p:spPr>
          <a:xfrm rot="5400000" flipH="1" flipV="1">
            <a:off x="106554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799" name="Oval 1798"/>
          <p:cNvSpPr/>
          <p:nvPr/>
        </p:nvSpPr>
        <p:spPr>
          <a:xfrm>
            <a:off x="1133489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800" name="Teardrop 3"/>
          <p:cNvSpPr/>
          <p:nvPr/>
        </p:nvSpPr>
        <p:spPr>
          <a:xfrm rot="5400000" flipH="1" flipV="1">
            <a:off x="5449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01" name="Oval 1800"/>
          <p:cNvSpPr/>
          <p:nvPr/>
        </p:nvSpPr>
        <p:spPr>
          <a:xfrm>
            <a:off x="66645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02" name="Oval 1801"/>
          <p:cNvSpPr/>
          <p:nvPr/>
        </p:nvSpPr>
        <p:spPr>
          <a:xfrm>
            <a:off x="7667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03" name="Oval 1802"/>
          <p:cNvSpPr/>
          <p:nvPr/>
        </p:nvSpPr>
        <p:spPr>
          <a:xfrm>
            <a:off x="16092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04" name="Oval 1803"/>
          <p:cNvSpPr/>
          <p:nvPr/>
        </p:nvSpPr>
        <p:spPr>
          <a:xfrm>
            <a:off x="24518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05" name="Oval 1804"/>
          <p:cNvSpPr/>
          <p:nvPr/>
        </p:nvSpPr>
        <p:spPr>
          <a:xfrm>
            <a:off x="329435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06" name="Oval 1805"/>
          <p:cNvSpPr/>
          <p:nvPr/>
        </p:nvSpPr>
        <p:spPr>
          <a:xfrm>
            <a:off x="413689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07" name="Oval 1806"/>
          <p:cNvSpPr/>
          <p:nvPr/>
        </p:nvSpPr>
        <p:spPr>
          <a:xfrm>
            <a:off x="49794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08" name="Oval 1807"/>
          <p:cNvSpPr/>
          <p:nvPr/>
        </p:nvSpPr>
        <p:spPr>
          <a:xfrm>
            <a:off x="58219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09" name="Oval 1808"/>
          <p:cNvSpPr/>
          <p:nvPr/>
        </p:nvSpPr>
        <p:spPr>
          <a:xfrm>
            <a:off x="834959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10" name="Oval 1809"/>
          <p:cNvSpPr/>
          <p:nvPr/>
        </p:nvSpPr>
        <p:spPr>
          <a:xfrm>
            <a:off x="750705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11" name="Oval 1810"/>
          <p:cNvSpPr/>
          <p:nvPr/>
        </p:nvSpPr>
        <p:spPr>
          <a:xfrm>
            <a:off x="100346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12" name="Oval 1811"/>
          <p:cNvSpPr/>
          <p:nvPr/>
        </p:nvSpPr>
        <p:spPr>
          <a:xfrm>
            <a:off x="91921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13" name="Oval 1812"/>
          <p:cNvSpPr/>
          <p:nvPr/>
        </p:nvSpPr>
        <p:spPr>
          <a:xfrm>
            <a:off x="11719750"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14" name="Oval 1813"/>
          <p:cNvSpPr/>
          <p:nvPr/>
        </p:nvSpPr>
        <p:spPr>
          <a:xfrm>
            <a:off x="108772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15" name="Teardrop 3"/>
          <p:cNvSpPr/>
          <p:nvPr/>
        </p:nvSpPr>
        <p:spPr>
          <a:xfrm rot="5400000" flipH="1" flipV="1">
            <a:off x="60211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16" name="Teardrop 3"/>
          <p:cNvSpPr/>
          <p:nvPr/>
        </p:nvSpPr>
        <p:spPr>
          <a:xfrm rot="5400000" flipH="1" flipV="1">
            <a:off x="9659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17" name="Teardrop 3"/>
          <p:cNvSpPr/>
          <p:nvPr/>
        </p:nvSpPr>
        <p:spPr>
          <a:xfrm rot="5400000" flipH="1" flipV="1">
            <a:off x="18084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18" name="Teardrop 3"/>
          <p:cNvSpPr/>
          <p:nvPr/>
        </p:nvSpPr>
        <p:spPr>
          <a:xfrm rot="5400000" flipH="1" flipV="1">
            <a:off x="265102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19" name="Teardrop 3"/>
          <p:cNvSpPr/>
          <p:nvPr/>
        </p:nvSpPr>
        <p:spPr>
          <a:xfrm rot="5400000" flipH="1" flipV="1">
            <a:off x="349356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20" name="Teardrop 3"/>
          <p:cNvSpPr/>
          <p:nvPr/>
        </p:nvSpPr>
        <p:spPr>
          <a:xfrm rot="5400000" flipH="1" flipV="1">
            <a:off x="43361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21" name="Teardrop 3"/>
          <p:cNvSpPr/>
          <p:nvPr/>
        </p:nvSpPr>
        <p:spPr>
          <a:xfrm rot="5400000" flipH="1" flipV="1">
            <a:off x="51786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22" name="Teardrop 3"/>
          <p:cNvSpPr/>
          <p:nvPr/>
        </p:nvSpPr>
        <p:spPr>
          <a:xfrm rot="5400000" flipH="1" flipV="1">
            <a:off x="770626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23" name="Teardrop 3"/>
          <p:cNvSpPr/>
          <p:nvPr/>
        </p:nvSpPr>
        <p:spPr>
          <a:xfrm rot="5400000" flipH="1" flipV="1">
            <a:off x="686372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24" name="Teardrop 3"/>
          <p:cNvSpPr/>
          <p:nvPr/>
        </p:nvSpPr>
        <p:spPr>
          <a:xfrm rot="5400000" flipH="1" flipV="1">
            <a:off x="93913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25" name="Teardrop 3"/>
          <p:cNvSpPr/>
          <p:nvPr/>
        </p:nvSpPr>
        <p:spPr>
          <a:xfrm rot="5400000" flipH="1" flipV="1">
            <a:off x="85488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26" name="Teardrop 3"/>
          <p:cNvSpPr/>
          <p:nvPr/>
        </p:nvSpPr>
        <p:spPr>
          <a:xfrm rot="5400000" flipH="1" flipV="1">
            <a:off x="11076421"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27" name="Teardrop 3"/>
          <p:cNvSpPr/>
          <p:nvPr/>
        </p:nvSpPr>
        <p:spPr>
          <a:xfrm rot="5400000" flipH="1" flipV="1">
            <a:off x="102338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28" name="Teardrop 3"/>
          <p:cNvSpPr/>
          <p:nvPr/>
        </p:nvSpPr>
        <p:spPr>
          <a:xfrm rot="5400000" flipH="1" flipV="1">
            <a:off x="1234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29" name="Teardrop 3"/>
          <p:cNvSpPr/>
          <p:nvPr/>
        </p:nvSpPr>
        <p:spPr>
          <a:xfrm rot="5400000" flipH="1" flipV="1">
            <a:off x="11760003" y="2373673"/>
            <a:ext cx="595780" cy="268215"/>
          </a:xfrm>
          <a:custGeom>
            <a:avLst/>
            <a:gdLst/>
            <a:ahLst/>
            <a:cxnLst/>
            <a:rect l="l" t="t" r="r" b="b"/>
            <a:pathLst>
              <a:path w="595780"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0"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70"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6"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30" name="Oval 1829"/>
          <p:cNvSpPr/>
          <p:nvPr/>
        </p:nvSpPr>
        <p:spPr>
          <a:xfrm>
            <a:off x="70866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31" name="Oval 1830"/>
          <p:cNvSpPr/>
          <p:nvPr/>
        </p:nvSpPr>
        <p:spPr>
          <a:xfrm>
            <a:off x="3463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32" name="Oval 1831"/>
          <p:cNvSpPr/>
          <p:nvPr/>
        </p:nvSpPr>
        <p:spPr>
          <a:xfrm>
            <a:off x="11888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33" name="Oval 1832"/>
          <p:cNvSpPr/>
          <p:nvPr/>
        </p:nvSpPr>
        <p:spPr>
          <a:xfrm>
            <a:off x="20314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34" name="Oval 1833"/>
          <p:cNvSpPr/>
          <p:nvPr/>
        </p:nvSpPr>
        <p:spPr>
          <a:xfrm>
            <a:off x="28739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35" name="Oval 1834"/>
          <p:cNvSpPr/>
          <p:nvPr/>
        </p:nvSpPr>
        <p:spPr>
          <a:xfrm>
            <a:off x="371649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36" name="Oval 1835"/>
          <p:cNvSpPr/>
          <p:nvPr/>
        </p:nvSpPr>
        <p:spPr>
          <a:xfrm>
            <a:off x="45590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37" name="Oval 1836"/>
          <p:cNvSpPr/>
          <p:nvPr/>
        </p:nvSpPr>
        <p:spPr>
          <a:xfrm>
            <a:off x="54015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38" name="Oval 1837"/>
          <p:cNvSpPr/>
          <p:nvPr/>
        </p:nvSpPr>
        <p:spPr>
          <a:xfrm>
            <a:off x="62441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39" name="Oval 1838"/>
          <p:cNvSpPr/>
          <p:nvPr/>
        </p:nvSpPr>
        <p:spPr>
          <a:xfrm>
            <a:off x="87717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40" name="Oval 1839"/>
          <p:cNvSpPr/>
          <p:nvPr/>
        </p:nvSpPr>
        <p:spPr>
          <a:xfrm>
            <a:off x="792919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41" name="Oval 1840"/>
          <p:cNvSpPr/>
          <p:nvPr/>
        </p:nvSpPr>
        <p:spPr>
          <a:xfrm>
            <a:off x="104568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42" name="Oval 1841"/>
          <p:cNvSpPr/>
          <p:nvPr/>
        </p:nvSpPr>
        <p:spPr>
          <a:xfrm>
            <a:off x="96142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43" name="Oval 1842"/>
          <p:cNvSpPr/>
          <p:nvPr/>
        </p:nvSpPr>
        <p:spPr>
          <a:xfrm>
            <a:off x="112993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44" name="Teardrop 3"/>
          <p:cNvSpPr/>
          <p:nvPr/>
        </p:nvSpPr>
        <p:spPr>
          <a:xfrm rot="5400000" flipH="1" flipV="1">
            <a:off x="64427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45" name="Oval 1844"/>
          <p:cNvSpPr/>
          <p:nvPr/>
        </p:nvSpPr>
        <p:spPr>
          <a:xfrm>
            <a:off x="712049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846" name="Teardrop 3"/>
          <p:cNvSpPr/>
          <p:nvPr/>
        </p:nvSpPr>
        <p:spPr>
          <a:xfrm rot="5400000" flipH="1" flipV="1">
            <a:off x="-148774" y="2795083"/>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6"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5" y="119205"/>
                  <a:pt x="551214" y="136643"/>
                  <a:pt x="551214" y="155247"/>
                </a:cubicBezTo>
                <a:cubicBezTo>
                  <a:pt x="551214" y="182497"/>
                  <a:pt x="540509" y="207247"/>
                  <a:pt x="522928" y="225380"/>
                </a:cubicBezTo>
                <a:lnTo>
                  <a:pt x="522928" y="225380"/>
                </a:lnTo>
                <a:cubicBezTo>
                  <a:pt x="504794" y="242961"/>
                  <a:pt x="480045"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2" y="49750"/>
                  <a:pt x="392961" y="24354"/>
                  <a:pt x="389142" y="0"/>
                </a:cubicBezTo>
                <a:lnTo>
                  <a:pt x="397337" y="0"/>
                </a:lnTo>
                <a:cubicBezTo>
                  <a:pt x="401479" y="11094"/>
                  <a:pt x="400548" y="22668"/>
                  <a:pt x="397481" y="33790"/>
                </a:cubicBezTo>
                <a:cubicBezTo>
                  <a:pt x="407439" y="50142"/>
                  <a:pt x="423417" y="53932"/>
                  <a:pt x="449401" y="53433"/>
                </a:cubicBezTo>
                <a:cubicBezTo>
                  <a:pt x="482408"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5"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47" name="Oval 1846"/>
          <p:cNvSpPr/>
          <p:nvPr/>
        </p:nvSpPr>
        <p:spPr>
          <a:xfrm>
            <a:off x="37745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848" name="Teardrop 3"/>
          <p:cNvSpPr/>
          <p:nvPr/>
        </p:nvSpPr>
        <p:spPr>
          <a:xfrm rot="5400000" flipH="1" flipV="1">
            <a:off x="13875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49" name="Teardrop 3"/>
          <p:cNvSpPr/>
          <p:nvPr/>
        </p:nvSpPr>
        <p:spPr>
          <a:xfrm rot="5400000" flipH="1" flipV="1">
            <a:off x="22300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50" name="Teardrop 3"/>
          <p:cNvSpPr/>
          <p:nvPr/>
        </p:nvSpPr>
        <p:spPr>
          <a:xfrm rot="5400000" flipH="1" flipV="1">
            <a:off x="307261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51" name="Teardrop 3"/>
          <p:cNvSpPr/>
          <p:nvPr/>
        </p:nvSpPr>
        <p:spPr>
          <a:xfrm rot="5400000" flipH="1" flipV="1">
            <a:off x="391515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52" name="Teardrop 3"/>
          <p:cNvSpPr/>
          <p:nvPr/>
        </p:nvSpPr>
        <p:spPr>
          <a:xfrm rot="5400000" flipH="1" flipV="1">
            <a:off x="47576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53" name="Teardrop 3"/>
          <p:cNvSpPr/>
          <p:nvPr/>
        </p:nvSpPr>
        <p:spPr>
          <a:xfrm rot="5400000" flipH="1" flipV="1">
            <a:off x="56002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54" name="Oval 1853"/>
          <p:cNvSpPr/>
          <p:nvPr/>
        </p:nvSpPr>
        <p:spPr>
          <a:xfrm>
            <a:off x="122033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855" name="Oval 1854"/>
          <p:cNvSpPr/>
          <p:nvPr/>
        </p:nvSpPr>
        <p:spPr>
          <a:xfrm>
            <a:off x="206321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856" name="Oval 1855"/>
          <p:cNvSpPr/>
          <p:nvPr/>
        </p:nvSpPr>
        <p:spPr>
          <a:xfrm>
            <a:off x="290609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857" name="Oval 1856"/>
          <p:cNvSpPr/>
          <p:nvPr/>
        </p:nvSpPr>
        <p:spPr>
          <a:xfrm>
            <a:off x="374897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858" name="Oval 1857"/>
          <p:cNvSpPr/>
          <p:nvPr/>
        </p:nvSpPr>
        <p:spPr>
          <a:xfrm>
            <a:off x="459185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859" name="Oval 1858"/>
          <p:cNvSpPr/>
          <p:nvPr/>
        </p:nvSpPr>
        <p:spPr>
          <a:xfrm>
            <a:off x="543473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860" name="Oval 1859"/>
          <p:cNvSpPr/>
          <p:nvPr/>
        </p:nvSpPr>
        <p:spPr>
          <a:xfrm>
            <a:off x="627761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861" name="Teardrop 3"/>
          <p:cNvSpPr/>
          <p:nvPr/>
        </p:nvSpPr>
        <p:spPr>
          <a:xfrm rot="5400000" flipH="1" flipV="1">
            <a:off x="812785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62" name="Oval 1861"/>
          <p:cNvSpPr/>
          <p:nvPr/>
        </p:nvSpPr>
        <p:spPr>
          <a:xfrm>
            <a:off x="880625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863" name="Teardrop 3"/>
          <p:cNvSpPr/>
          <p:nvPr/>
        </p:nvSpPr>
        <p:spPr>
          <a:xfrm rot="5400000" flipH="1" flipV="1">
            <a:off x="728531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64" name="Oval 1863"/>
          <p:cNvSpPr/>
          <p:nvPr/>
        </p:nvSpPr>
        <p:spPr>
          <a:xfrm>
            <a:off x="796337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865" name="Teardrop 3"/>
          <p:cNvSpPr/>
          <p:nvPr/>
        </p:nvSpPr>
        <p:spPr>
          <a:xfrm rot="5400000" flipH="1" flipV="1">
            <a:off x="98129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66" name="Oval 1865"/>
          <p:cNvSpPr/>
          <p:nvPr/>
        </p:nvSpPr>
        <p:spPr>
          <a:xfrm>
            <a:off x="1049201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867" name="Teardrop 3"/>
          <p:cNvSpPr/>
          <p:nvPr/>
        </p:nvSpPr>
        <p:spPr>
          <a:xfrm rot="5400000" flipH="1" flipV="1">
            <a:off x="89703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68" name="Oval 1867"/>
          <p:cNvSpPr/>
          <p:nvPr/>
        </p:nvSpPr>
        <p:spPr>
          <a:xfrm>
            <a:off x="964913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869" name="Teardrop 3"/>
          <p:cNvSpPr/>
          <p:nvPr/>
        </p:nvSpPr>
        <p:spPr>
          <a:xfrm rot="5400000" flipH="1" flipV="1">
            <a:off x="11498011"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70" name="Teardrop 3"/>
          <p:cNvSpPr/>
          <p:nvPr/>
        </p:nvSpPr>
        <p:spPr>
          <a:xfrm rot="5400000" flipH="1" flipV="1">
            <a:off x="106554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71" name="Oval 1870"/>
          <p:cNvSpPr/>
          <p:nvPr/>
        </p:nvSpPr>
        <p:spPr>
          <a:xfrm>
            <a:off x="1133489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872" name="Teardrop 3"/>
          <p:cNvSpPr/>
          <p:nvPr/>
        </p:nvSpPr>
        <p:spPr>
          <a:xfrm rot="5400000" flipH="1" flipV="1">
            <a:off x="5449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73" name="Oval 1872"/>
          <p:cNvSpPr/>
          <p:nvPr/>
        </p:nvSpPr>
        <p:spPr>
          <a:xfrm>
            <a:off x="66645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74" name="Oval 1873"/>
          <p:cNvSpPr/>
          <p:nvPr/>
        </p:nvSpPr>
        <p:spPr>
          <a:xfrm>
            <a:off x="7667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75" name="Oval 1874"/>
          <p:cNvSpPr/>
          <p:nvPr/>
        </p:nvSpPr>
        <p:spPr>
          <a:xfrm>
            <a:off x="16092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76" name="Oval 1875"/>
          <p:cNvSpPr/>
          <p:nvPr/>
        </p:nvSpPr>
        <p:spPr>
          <a:xfrm>
            <a:off x="24518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77" name="Oval 1876"/>
          <p:cNvSpPr/>
          <p:nvPr/>
        </p:nvSpPr>
        <p:spPr>
          <a:xfrm>
            <a:off x="329435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78" name="Oval 1877"/>
          <p:cNvSpPr/>
          <p:nvPr/>
        </p:nvSpPr>
        <p:spPr>
          <a:xfrm>
            <a:off x="413689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79" name="Oval 1878"/>
          <p:cNvSpPr/>
          <p:nvPr/>
        </p:nvSpPr>
        <p:spPr>
          <a:xfrm>
            <a:off x="49794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80" name="Oval 1879"/>
          <p:cNvSpPr/>
          <p:nvPr/>
        </p:nvSpPr>
        <p:spPr>
          <a:xfrm>
            <a:off x="58219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81" name="Oval 1880"/>
          <p:cNvSpPr/>
          <p:nvPr/>
        </p:nvSpPr>
        <p:spPr>
          <a:xfrm>
            <a:off x="834959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82" name="Oval 1881"/>
          <p:cNvSpPr/>
          <p:nvPr/>
        </p:nvSpPr>
        <p:spPr>
          <a:xfrm>
            <a:off x="750705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83" name="Oval 1882"/>
          <p:cNvSpPr/>
          <p:nvPr/>
        </p:nvSpPr>
        <p:spPr>
          <a:xfrm>
            <a:off x="100346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84" name="Oval 1883"/>
          <p:cNvSpPr/>
          <p:nvPr/>
        </p:nvSpPr>
        <p:spPr>
          <a:xfrm>
            <a:off x="91921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85" name="Oval 1884"/>
          <p:cNvSpPr/>
          <p:nvPr/>
        </p:nvSpPr>
        <p:spPr>
          <a:xfrm>
            <a:off x="11719750"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86" name="Oval 1885"/>
          <p:cNvSpPr/>
          <p:nvPr/>
        </p:nvSpPr>
        <p:spPr>
          <a:xfrm>
            <a:off x="108772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87" name="Teardrop 3"/>
          <p:cNvSpPr/>
          <p:nvPr/>
        </p:nvSpPr>
        <p:spPr>
          <a:xfrm rot="5400000" flipH="1" flipV="1">
            <a:off x="60211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88" name="Teardrop 3"/>
          <p:cNvSpPr/>
          <p:nvPr/>
        </p:nvSpPr>
        <p:spPr>
          <a:xfrm rot="5400000" flipH="1" flipV="1">
            <a:off x="9659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89" name="Teardrop 3"/>
          <p:cNvSpPr/>
          <p:nvPr/>
        </p:nvSpPr>
        <p:spPr>
          <a:xfrm rot="5400000" flipH="1" flipV="1">
            <a:off x="18084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90" name="Teardrop 3"/>
          <p:cNvSpPr/>
          <p:nvPr/>
        </p:nvSpPr>
        <p:spPr>
          <a:xfrm rot="5400000" flipH="1" flipV="1">
            <a:off x="265102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91" name="Teardrop 3"/>
          <p:cNvSpPr/>
          <p:nvPr/>
        </p:nvSpPr>
        <p:spPr>
          <a:xfrm rot="5400000" flipH="1" flipV="1">
            <a:off x="349356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92" name="Teardrop 3"/>
          <p:cNvSpPr/>
          <p:nvPr/>
        </p:nvSpPr>
        <p:spPr>
          <a:xfrm rot="5400000" flipH="1" flipV="1">
            <a:off x="43361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93" name="Teardrop 3"/>
          <p:cNvSpPr/>
          <p:nvPr/>
        </p:nvSpPr>
        <p:spPr>
          <a:xfrm rot="5400000" flipH="1" flipV="1">
            <a:off x="51786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94" name="Teardrop 3"/>
          <p:cNvSpPr/>
          <p:nvPr/>
        </p:nvSpPr>
        <p:spPr>
          <a:xfrm rot="5400000" flipH="1" flipV="1">
            <a:off x="770626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95" name="Teardrop 3"/>
          <p:cNvSpPr/>
          <p:nvPr/>
        </p:nvSpPr>
        <p:spPr>
          <a:xfrm rot="5400000" flipH="1" flipV="1">
            <a:off x="686372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96" name="Teardrop 3"/>
          <p:cNvSpPr/>
          <p:nvPr/>
        </p:nvSpPr>
        <p:spPr>
          <a:xfrm rot="5400000" flipH="1" flipV="1">
            <a:off x="93913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97" name="Teardrop 3"/>
          <p:cNvSpPr/>
          <p:nvPr/>
        </p:nvSpPr>
        <p:spPr>
          <a:xfrm rot="5400000" flipH="1" flipV="1">
            <a:off x="85488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98" name="Teardrop 3"/>
          <p:cNvSpPr/>
          <p:nvPr/>
        </p:nvSpPr>
        <p:spPr>
          <a:xfrm rot="5400000" flipH="1" flipV="1">
            <a:off x="11076421"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899" name="Teardrop 3"/>
          <p:cNvSpPr/>
          <p:nvPr/>
        </p:nvSpPr>
        <p:spPr>
          <a:xfrm rot="5400000" flipH="1" flipV="1">
            <a:off x="102338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00" name="Teardrop 3"/>
          <p:cNvSpPr/>
          <p:nvPr/>
        </p:nvSpPr>
        <p:spPr>
          <a:xfrm rot="5400000" flipH="1" flipV="1">
            <a:off x="1234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01" name="Teardrop 3"/>
          <p:cNvSpPr/>
          <p:nvPr/>
        </p:nvSpPr>
        <p:spPr>
          <a:xfrm rot="5400000" flipH="1" flipV="1">
            <a:off x="11760002" y="3223930"/>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6"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02" name="Oval 1901"/>
          <p:cNvSpPr/>
          <p:nvPr/>
        </p:nvSpPr>
        <p:spPr>
          <a:xfrm>
            <a:off x="70866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03" name="Oval 1902"/>
          <p:cNvSpPr/>
          <p:nvPr/>
        </p:nvSpPr>
        <p:spPr>
          <a:xfrm>
            <a:off x="3463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04" name="Oval 1903"/>
          <p:cNvSpPr/>
          <p:nvPr/>
        </p:nvSpPr>
        <p:spPr>
          <a:xfrm>
            <a:off x="11888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05" name="Oval 1904"/>
          <p:cNvSpPr/>
          <p:nvPr/>
        </p:nvSpPr>
        <p:spPr>
          <a:xfrm>
            <a:off x="20314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06" name="Oval 1905"/>
          <p:cNvSpPr/>
          <p:nvPr/>
        </p:nvSpPr>
        <p:spPr>
          <a:xfrm>
            <a:off x="28739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07" name="Oval 1906"/>
          <p:cNvSpPr/>
          <p:nvPr/>
        </p:nvSpPr>
        <p:spPr>
          <a:xfrm>
            <a:off x="371649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08" name="Oval 1907"/>
          <p:cNvSpPr/>
          <p:nvPr/>
        </p:nvSpPr>
        <p:spPr>
          <a:xfrm>
            <a:off x="45590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09" name="Oval 1908"/>
          <p:cNvSpPr/>
          <p:nvPr/>
        </p:nvSpPr>
        <p:spPr>
          <a:xfrm>
            <a:off x="54015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10" name="Oval 1909"/>
          <p:cNvSpPr/>
          <p:nvPr/>
        </p:nvSpPr>
        <p:spPr>
          <a:xfrm>
            <a:off x="62441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11" name="Oval 1910"/>
          <p:cNvSpPr/>
          <p:nvPr/>
        </p:nvSpPr>
        <p:spPr>
          <a:xfrm>
            <a:off x="87717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12" name="Oval 1911"/>
          <p:cNvSpPr/>
          <p:nvPr/>
        </p:nvSpPr>
        <p:spPr>
          <a:xfrm>
            <a:off x="792919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13" name="Oval 1912"/>
          <p:cNvSpPr/>
          <p:nvPr/>
        </p:nvSpPr>
        <p:spPr>
          <a:xfrm>
            <a:off x="104568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14" name="Oval 1913"/>
          <p:cNvSpPr/>
          <p:nvPr/>
        </p:nvSpPr>
        <p:spPr>
          <a:xfrm>
            <a:off x="96142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15" name="Oval 1914"/>
          <p:cNvSpPr/>
          <p:nvPr/>
        </p:nvSpPr>
        <p:spPr>
          <a:xfrm>
            <a:off x="112993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16" name="Teardrop 3"/>
          <p:cNvSpPr/>
          <p:nvPr/>
        </p:nvSpPr>
        <p:spPr>
          <a:xfrm rot="5400000" flipH="1" flipV="1">
            <a:off x="64427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17" name="Oval 1916"/>
          <p:cNvSpPr/>
          <p:nvPr/>
        </p:nvSpPr>
        <p:spPr>
          <a:xfrm>
            <a:off x="712049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918" name="Teardrop 3"/>
          <p:cNvSpPr/>
          <p:nvPr/>
        </p:nvSpPr>
        <p:spPr>
          <a:xfrm rot="5400000" flipH="1" flipV="1">
            <a:off x="-148774" y="3639262"/>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6"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5" y="119205"/>
                  <a:pt x="551214" y="136643"/>
                  <a:pt x="551214" y="155247"/>
                </a:cubicBezTo>
                <a:cubicBezTo>
                  <a:pt x="551214" y="182497"/>
                  <a:pt x="540509" y="207247"/>
                  <a:pt x="522928" y="225380"/>
                </a:cubicBezTo>
                <a:lnTo>
                  <a:pt x="522928" y="225380"/>
                </a:lnTo>
                <a:cubicBezTo>
                  <a:pt x="504794" y="242961"/>
                  <a:pt x="480045"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2" y="49750"/>
                  <a:pt x="392961" y="24354"/>
                  <a:pt x="389142" y="0"/>
                </a:cubicBezTo>
                <a:lnTo>
                  <a:pt x="397337" y="0"/>
                </a:lnTo>
                <a:cubicBezTo>
                  <a:pt x="401479" y="11094"/>
                  <a:pt x="400548" y="22668"/>
                  <a:pt x="397481" y="33790"/>
                </a:cubicBezTo>
                <a:cubicBezTo>
                  <a:pt x="407439" y="50142"/>
                  <a:pt x="423417" y="53932"/>
                  <a:pt x="449401" y="53433"/>
                </a:cubicBezTo>
                <a:cubicBezTo>
                  <a:pt x="482408"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5"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19" name="Oval 1918"/>
          <p:cNvSpPr/>
          <p:nvPr/>
        </p:nvSpPr>
        <p:spPr>
          <a:xfrm>
            <a:off x="37745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920" name="Teardrop 3"/>
          <p:cNvSpPr/>
          <p:nvPr/>
        </p:nvSpPr>
        <p:spPr>
          <a:xfrm rot="5400000" flipH="1" flipV="1">
            <a:off x="13875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21" name="Teardrop 3"/>
          <p:cNvSpPr/>
          <p:nvPr/>
        </p:nvSpPr>
        <p:spPr>
          <a:xfrm rot="5400000" flipH="1" flipV="1">
            <a:off x="22300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22" name="Teardrop 3"/>
          <p:cNvSpPr/>
          <p:nvPr/>
        </p:nvSpPr>
        <p:spPr>
          <a:xfrm rot="5400000" flipH="1" flipV="1">
            <a:off x="307261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23" name="Teardrop 3"/>
          <p:cNvSpPr/>
          <p:nvPr/>
        </p:nvSpPr>
        <p:spPr>
          <a:xfrm rot="5400000" flipH="1" flipV="1">
            <a:off x="391515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24" name="Teardrop 3"/>
          <p:cNvSpPr/>
          <p:nvPr/>
        </p:nvSpPr>
        <p:spPr>
          <a:xfrm rot="5400000" flipH="1" flipV="1">
            <a:off x="47576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25" name="Teardrop 3"/>
          <p:cNvSpPr/>
          <p:nvPr/>
        </p:nvSpPr>
        <p:spPr>
          <a:xfrm rot="5400000" flipH="1" flipV="1">
            <a:off x="56002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26" name="Oval 1925"/>
          <p:cNvSpPr/>
          <p:nvPr/>
        </p:nvSpPr>
        <p:spPr>
          <a:xfrm>
            <a:off x="122033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927" name="Oval 1926"/>
          <p:cNvSpPr/>
          <p:nvPr/>
        </p:nvSpPr>
        <p:spPr>
          <a:xfrm>
            <a:off x="206321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928" name="Oval 1927"/>
          <p:cNvSpPr/>
          <p:nvPr/>
        </p:nvSpPr>
        <p:spPr>
          <a:xfrm>
            <a:off x="290609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929" name="Oval 1928"/>
          <p:cNvSpPr/>
          <p:nvPr/>
        </p:nvSpPr>
        <p:spPr>
          <a:xfrm>
            <a:off x="374897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930" name="Oval 1929"/>
          <p:cNvSpPr/>
          <p:nvPr/>
        </p:nvSpPr>
        <p:spPr>
          <a:xfrm>
            <a:off x="459185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931" name="Oval 1930"/>
          <p:cNvSpPr/>
          <p:nvPr/>
        </p:nvSpPr>
        <p:spPr>
          <a:xfrm>
            <a:off x="543473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932" name="Oval 1931"/>
          <p:cNvSpPr/>
          <p:nvPr/>
        </p:nvSpPr>
        <p:spPr>
          <a:xfrm>
            <a:off x="627761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933" name="Teardrop 3"/>
          <p:cNvSpPr/>
          <p:nvPr/>
        </p:nvSpPr>
        <p:spPr>
          <a:xfrm rot="5400000" flipH="1" flipV="1">
            <a:off x="812785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34" name="Oval 1933"/>
          <p:cNvSpPr/>
          <p:nvPr/>
        </p:nvSpPr>
        <p:spPr>
          <a:xfrm>
            <a:off x="880625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935" name="Teardrop 3"/>
          <p:cNvSpPr/>
          <p:nvPr/>
        </p:nvSpPr>
        <p:spPr>
          <a:xfrm rot="5400000" flipH="1" flipV="1">
            <a:off x="728531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36" name="Oval 1935"/>
          <p:cNvSpPr/>
          <p:nvPr/>
        </p:nvSpPr>
        <p:spPr>
          <a:xfrm>
            <a:off x="796337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937" name="Teardrop 3"/>
          <p:cNvSpPr/>
          <p:nvPr/>
        </p:nvSpPr>
        <p:spPr>
          <a:xfrm rot="5400000" flipH="1" flipV="1">
            <a:off x="98129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38" name="Oval 1937"/>
          <p:cNvSpPr/>
          <p:nvPr/>
        </p:nvSpPr>
        <p:spPr>
          <a:xfrm>
            <a:off x="1049201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939" name="Teardrop 3"/>
          <p:cNvSpPr/>
          <p:nvPr/>
        </p:nvSpPr>
        <p:spPr>
          <a:xfrm rot="5400000" flipH="1" flipV="1">
            <a:off x="89703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40" name="Oval 1939"/>
          <p:cNvSpPr/>
          <p:nvPr/>
        </p:nvSpPr>
        <p:spPr>
          <a:xfrm>
            <a:off x="964913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941" name="Teardrop 3"/>
          <p:cNvSpPr/>
          <p:nvPr/>
        </p:nvSpPr>
        <p:spPr>
          <a:xfrm rot="5400000" flipH="1" flipV="1">
            <a:off x="11498011"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42" name="Teardrop 3"/>
          <p:cNvSpPr/>
          <p:nvPr/>
        </p:nvSpPr>
        <p:spPr>
          <a:xfrm rot="5400000" flipH="1" flipV="1">
            <a:off x="106554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43" name="Oval 1942"/>
          <p:cNvSpPr/>
          <p:nvPr/>
        </p:nvSpPr>
        <p:spPr>
          <a:xfrm>
            <a:off x="1133489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1944" name="Teardrop 3"/>
          <p:cNvSpPr/>
          <p:nvPr/>
        </p:nvSpPr>
        <p:spPr>
          <a:xfrm rot="5400000" flipH="1" flipV="1">
            <a:off x="5449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45" name="Oval 1944"/>
          <p:cNvSpPr/>
          <p:nvPr/>
        </p:nvSpPr>
        <p:spPr>
          <a:xfrm>
            <a:off x="66645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46" name="Oval 1945"/>
          <p:cNvSpPr/>
          <p:nvPr/>
        </p:nvSpPr>
        <p:spPr>
          <a:xfrm>
            <a:off x="7667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47" name="Oval 1946"/>
          <p:cNvSpPr/>
          <p:nvPr/>
        </p:nvSpPr>
        <p:spPr>
          <a:xfrm>
            <a:off x="16092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48" name="Oval 1947"/>
          <p:cNvSpPr/>
          <p:nvPr/>
        </p:nvSpPr>
        <p:spPr>
          <a:xfrm>
            <a:off x="24518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49" name="Oval 1948"/>
          <p:cNvSpPr/>
          <p:nvPr/>
        </p:nvSpPr>
        <p:spPr>
          <a:xfrm>
            <a:off x="329435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50" name="Oval 1949"/>
          <p:cNvSpPr/>
          <p:nvPr/>
        </p:nvSpPr>
        <p:spPr>
          <a:xfrm>
            <a:off x="413689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51" name="Oval 1950"/>
          <p:cNvSpPr/>
          <p:nvPr/>
        </p:nvSpPr>
        <p:spPr>
          <a:xfrm>
            <a:off x="49794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52" name="Oval 1951"/>
          <p:cNvSpPr/>
          <p:nvPr/>
        </p:nvSpPr>
        <p:spPr>
          <a:xfrm>
            <a:off x="58219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53" name="Oval 1952"/>
          <p:cNvSpPr/>
          <p:nvPr/>
        </p:nvSpPr>
        <p:spPr>
          <a:xfrm>
            <a:off x="834959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54" name="Oval 1953"/>
          <p:cNvSpPr/>
          <p:nvPr/>
        </p:nvSpPr>
        <p:spPr>
          <a:xfrm>
            <a:off x="750705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55" name="Oval 1954"/>
          <p:cNvSpPr/>
          <p:nvPr/>
        </p:nvSpPr>
        <p:spPr>
          <a:xfrm>
            <a:off x="100346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56" name="Oval 1955"/>
          <p:cNvSpPr/>
          <p:nvPr/>
        </p:nvSpPr>
        <p:spPr>
          <a:xfrm>
            <a:off x="91921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57" name="Oval 1956"/>
          <p:cNvSpPr/>
          <p:nvPr/>
        </p:nvSpPr>
        <p:spPr>
          <a:xfrm>
            <a:off x="11719750"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58" name="Oval 1957"/>
          <p:cNvSpPr/>
          <p:nvPr/>
        </p:nvSpPr>
        <p:spPr>
          <a:xfrm>
            <a:off x="108772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59" name="Teardrop 3"/>
          <p:cNvSpPr/>
          <p:nvPr/>
        </p:nvSpPr>
        <p:spPr>
          <a:xfrm rot="5400000" flipH="1" flipV="1">
            <a:off x="60211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60" name="Teardrop 3"/>
          <p:cNvSpPr/>
          <p:nvPr/>
        </p:nvSpPr>
        <p:spPr>
          <a:xfrm rot="5400000" flipH="1" flipV="1">
            <a:off x="9659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61" name="Teardrop 3"/>
          <p:cNvSpPr/>
          <p:nvPr/>
        </p:nvSpPr>
        <p:spPr>
          <a:xfrm rot="5400000" flipH="1" flipV="1">
            <a:off x="18084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62" name="Teardrop 3"/>
          <p:cNvSpPr/>
          <p:nvPr/>
        </p:nvSpPr>
        <p:spPr>
          <a:xfrm rot="5400000" flipH="1" flipV="1">
            <a:off x="265102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63" name="Teardrop 3"/>
          <p:cNvSpPr/>
          <p:nvPr/>
        </p:nvSpPr>
        <p:spPr>
          <a:xfrm rot="5400000" flipH="1" flipV="1">
            <a:off x="349356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64" name="Teardrop 3"/>
          <p:cNvSpPr/>
          <p:nvPr/>
        </p:nvSpPr>
        <p:spPr>
          <a:xfrm rot="5400000" flipH="1" flipV="1">
            <a:off x="43361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65" name="Teardrop 3"/>
          <p:cNvSpPr/>
          <p:nvPr/>
        </p:nvSpPr>
        <p:spPr>
          <a:xfrm rot="5400000" flipH="1" flipV="1">
            <a:off x="51786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66" name="Teardrop 3"/>
          <p:cNvSpPr/>
          <p:nvPr/>
        </p:nvSpPr>
        <p:spPr>
          <a:xfrm rot="5400000" flipH="1" flipV="1">
            <a:off x="770626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67" name="Teardrop 3"/>
          <p:cNvSpPr/>
          <p:nvPr/>
        </p:nvSpPr>
        <p:spPr>
          <a:xfrm rot="5400000" flipH="1" flipV="1">
            <a:off x="686372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68" name="Teardrop 3"/>
          <p:cNvSpPr/>
          <p:nvPr/>
        </p:nvSpPr>
        <p:spPr>
          <a:xfrm rot="5400000" flipH="1" flipV="1">
            <a:off x="93913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69" name="Teardrop 3"/>
          <p:cNvSpPr/>
          <p:nvPr/>
        </p:nvSpPr>
        <p:spPr>
          <a:xfrm rot="5400000" flipH="1" flipV="1">
            <a:off x="85488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70" name="Teardrop 3"/>
          <p:cNvSpPr/>
          <p:nvPr/>
        </p:nvSpPr>
        <p:spPr>
          <a:xfrm rot="5400000" flipH="1" flipV="1">
            <a:off x="11076421"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71" name="Teardrop 3"/>
          <p:cNvSpPr/>
          <p:nvPr/>
        </p:nvSpPr>
        <p:spPr>
          <a:xfrm rot="5400000" flipH="1" flipV="1">
            <a:off x="102338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72" name="Teardrop 3"/>
          <p:cNvSpPr/>
          <p:nvPr/>
        </p:nvSpPr>
        <p:spPr>
          <a:xfrm rot="5400000" flipH="1" flipV="1">
            <a:off x="1234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73" name="Teardrop 3"/>
          <p:cNvSpPr/>
          <p:nvPr/>
        </p:nvSpPr>
        <p:spPr>
          <a:xfrm rot="5400000" flipH="1" flipV="1">
            <a:off x="11760002" y="4069935"/>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8" y="250112"/>
                  <a:pt x="155376" y="250112"/>
                </a:cubicBezTo>
                <a:cubicBezTo>
                  <a:pt x="174455" y="249746"/>
                  <a:pt x="198601" y="254980"/>
                  <a:pt x="211458" y="268141"/>
                </a:cubicBezTo>
                <a:cubicBezTo>
                  <a:pt x="215886"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7"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60" y="254779"/>
                  <a:pt x="246352" y="254786"/>
                </a:cubicBezTo>
                <a:cubicBezTo>
                  <a:pt x="246345" y="254794"/>
                  <a:pt x="246337" y="254801"/>
                  <a:pt x="246329" y="254808"/>
                </a:cubicBezTo>
                <a:lnTo>
                  <a:pt x="238101" y="246581"/>
                </a:lnTo>
                <a:lnTo>
                  <a:pt x="223742" y="268215"/>
                </a:lnTo>
                <a:lnTo>
                  <a:pt x="190546" y="268215"/>
                </a:lnTo>
                <a:cubicBezTo>
                  <a:pt x="181970" y="262570"/>
                  <a:pt x="170130" y="261374"/>
                  <a:pt x="154813" y="261668"/>
                </a:cubicBezTo>
                <a:cubicBezTo>
                  <a:pt x="121806" y="261668"/>
                  <a:pt x="92467" y="245961"/>
                  <a:pt x="74179"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90" y="195895"/>
                  <a:pt x="53000" y="178457"/>
                  <a:pt x="53000" y="159854"/>
                </a:cubicBezTo>
                <a:cubicBezTo>
                  <a:pt x="53000" y="132604"/>
                  <a:pt x="63706" y="107854"/>
                  <a:pt x="81286" y="89721"/>
                </a:cubicBez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74" name="Oval 1973"/>
          <p:cNvSpPr/>
          <p:nvPr/>
        </p:nvSpPr>
        <p:spPr>
          <a:xfrm>
            <a:off x="70866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75" name="Oval 1974"/>
          <p:cNvSpPr/>
          <p:nvPr/>
        </p:nvSpPr>
        <p:spPr>
          <a:xfrm>
            <a:off x="3463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76" name="Oval 1975"/>
          <p:cNvSpPr/>
          <p:nvPr/>
        </p:nvSpPr>
        <p:spPr>
          <a:xfrm>
            <a:off x="11888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77" name="Oval 1976"/>
          <p:cNvSpPr/>
          <p:nvPr/>
        </p:nvSpPr>
        <p:spPr>
          <a:xfrm>
            <a:off x="20314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78" name="Oval 1977"/>
          <p:cNvSpPr/>
          <p:nvPr/>
        </p:nvSpPr>
        <p:spPr>
          <a:xfrm>
            <a:off x="28739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79" name="Oval 1978"/>
          <p:cNvSpPr/>
          <p:nvPr/>
        </p:nvSpPr>
        <p:spPr>
          <a:xfrm>
            <a:off x="371649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80" name="Oval 1979"/>
          <p:cNvSpPr/>
          <p:nvPr/>
        </p:nvSpPr>
        <p:spPr>
          <a:xfrm>
            <a:off x="45590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81" name="Oval 1980"/>
          <p:cNvSpPr/>
          <p:nvPr/>
        </p:nvSpPr>
        <p:spPr>
          <a:xfrm>
            <a:off x="54015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82" name="Oval 1981"/>
          <p:cNvSpPr/>
          <p:nvPr/>
        </p:nvSpPr>
        <p:spPr>
          <a:xfrm>
            <a:off x="62441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83" name="Oval 1982"/>
          <p:cNvSpPr/>
          <p:nvPr/>
        </p:nvSpPr>
        <p:spPr>
          <a:xfrm>
            <a:off x="87717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84" name="Oval 1983"/>
          <p:cNvSpPr/>
          <p:nvPr/>
        </p:nvSpPr>
        <p:spPr>
          <a:xfrm>
            <a:off x="792919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85" name="Oval 1984"/>
          <p:cNvSpPr/>
          <p:nvPr/>
        </p:nvSpPr>
        <p:spPr>
          <a:xfrm>
            <a:off x="104568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86" name="Oval 1985"/>
          <p:cNvSpPr/>
          <p:nvPr/>
        </p:nvSpPr>
        <p:spPr>
          <a:xfrm>
            <a:off x="96142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87" name="Oval 1986"/>
          <p:cNvSpPr/>
          <p:nvPr/>
        </p:nvSpPr>
        <p:spPr>
          <a:xfrm>
            <a:off x="112993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88" name="Teardrop 3"/>
          <p:cNvSpPr/>
          <p:nvPr/>
        </p:nvSpPr>
        <p:spPr>
          <a:xfrm rot="5400000" flipH="1" flipV="1">
            <a:off x="663614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89" name="Teardrop 3"/>
          <p:cNvSpPr/>
          <p:nvPr/>
        </p:nvSpPr>
        <p:spPr>
          <a:xfrm rot="5400000" flipH="1" flipV="1">
            <a:off x="22905" y="4316257"/>
            <a:ext cx="232840" cy="278649"/>
          </a:xfrm>
          <a:custGeom>
            <a:avLst/>
            <a:gdLst/>
            <a:ahLst/>
            <a:cxnLst/>
            <a:rect l="l" t="t" r="r" b="b"/>
            <a:pathLst>
              <a:path w="232840" h="278649">
                <a:moveTo>
                  <a:pt x="232840" y="8776"/>
                </a:moveTo>
                <a:cubicBezTo>
                  <a:pt x="232449" y="34030"/>
                  <a:pt x="222519" y="59101"/>
                  <a:pt x="203250" y="78369"/>
                </a:cubicBezTo>
                <a:cubicBezTo>
                  <a:pt x="190082" y="91537"/>
                  <a:pt x="174206" y="100343"/>
                  <a:pt x="157326" y="104416"/>
                </a:cubicBezTo>
                <a:cubicBezTo>
                  <a:pt x="166417" y="119205"/>
                  <a:pt x="171406" y="136643"/>
                  <a:pt x="171406" y="155247"/>
                </a:cubicBezTo>
                <a:cubicBezTo>
                  <a:pt x="171406" y="182497"/>
                  <a:pt x="160701" y="207247"/>
                  <a:pt x="143120" y="225380"/>
                </a:cubicBezTo>
                <a:cubicBezTo>
                  <a:pt x="124986" y="242961"/>
                  <a:pt x="100237" y="253667"/>
                  <a:pt x="72986" y="253667"/>
                </a:cubicBezTo>
                <a:cubicBezTo>
                  <a:pt x="54383" y="253667"/>
                  <a:pt x="36945" y="248677"/>
                  <a:pt x="22156" y="239586"/>
                </a:cubicBezTo>
                <a:lnTo>
                  <a:pt x="0" y="278649"/>
                </a:lnTo>
                <a:lnTo>
                  <a:pt x="0" y="260595"/>
                </a:lnTo>
                <a:cubicBezTo>
                  <a:pt x="5973" y="252057"/>
                  <a:pt x="9654" y="242433"/>
                  <a:pt x="11467" y="232488"/>
                </a:cubicBezTo>
                <a:lnTo>
                  <a:pt x="0" y="218900"/>
                </a:lnTo>
                <a:lnTo>
                  <a:pt x="0" y="201603"/>
                </a:lnTo>
                <a:cubicBezTo>
                  <a:pt x="14950" y="226291"/>
                  <a:pt x="42305" y="241857"/>
                  <a:pt x="73296" y="241857"/>
                </a:cubicBezTo>
                <a:cubicBezTo>
                  <a:pt x="97207" y="241857"/>
                  <a:pt x="118953" y="232592"/>
                  <a:pt x="134965" y="217271"/>
                </a:cubicBezTo>
                <a:lnTo>
                  <a:pt x="0" y="82306"/>
                </a:lnTo>
                <a:lnTo>
                  <a:pt x="0" y="82216"/>
                </a:lnTo>
                <a:lnTo>
                  <a:pt x="135010" y="217225"/>
                </a:lnTo>
                <a:cubicBezTo>
                  <a:pt x="150331" y="201213"/>
                  <a:pt x="159597" y="179467"/>
                  <a:pt x="159597" y="155556"/>
                </a:cubicBezTo>
                <a:cubicBezTo>
                  <a:pt x="159597" y="105538"/>
                  <a:pt x="119048" y="64989"/>
                  <a:pt x="69030" y="64989"/>
                </a:cubicBezTo>
                <a:cubicBezTo>
                  <a:pt x="49952" y="65355"/>
                  <a:pt x="25806" y="60121"/>
                  <a:pt x="12948" y="46961"/>
                </a:cubicBezTo>
                <a:lnTo>
                  <a:pt x="0" y="66032"/>
                </a:lnTo>
                <a:lnTo>
                  <a:pt x="0" y="46474"/>
                </a:lnTo>
                <a:cubicBezTo>
                  <a:pt x="9193" y="32573"/>
                  <a:pt x="11853" y="16060"/>
                  <a:pt x="9334" y="0"/>
                </a:cubicBezTo>
                <a:lnTo>
                  <a:pt x="17529" y="0"/>
                </a:lnTo>
                <a:cubicBezTo>
                  <a:pt x="21671" y="11094"/>
                  <a:pt x="20740" y="22668"/>
                  <a:pt x="17673" y="33790"/>
                </a:cubicBezTo>
                <a:cubicBezTo>
                  <a:pt x="27631" y="50142"/>
                  <a:pt x="43609" y="53932"/>
                  <a:pt x="69593" y="53433"/>
                </a:cubicBezTo>
                <a:cubicBezTo>
                  <a:pt x="102600" y="53434"/>
                  <a:pt x="131938" y="69140"/>
                  <a:pt x="150227" y="93727"/>
                </a:cubicBezTo>
                <a:cubicBezTo>
                  <a:pt x="166735" y="90718"/>
                  <a:pt x="182357" y="82561"/>
                  <a:pt x="195118" y="69800"/>
                </a:cubicBezTo>
                <a:cubicBezTo>
                  <a:pt x="212026" y="52893"/>
                  <a:pt x="220851" y="30964"/>
                  <a:pt x="221339" y="8808"/>
                </a:cubicBezTo>
                <a:lnTo>
                  <a:pt x="136174" y="8808"/>
                </a:lnTo>
                <a:lnTo>
                  <a:pt x="136173" y="8744"/>
                </a:lnTo>
                <a:lnTo>
                  <a:pt x="221340" y="8744"/>
                </a:lnTo>
                <a:lnTo>
                  <a:pt x="219467" y="0"/>
                </a:lnTo>
                <a:lnTo>
                  <a:pt x="231012" y="0"/>
                </a:lnTo>
                <a:cubicBezTo>
                  <a:pt x="232616" y="2826"/>
                  <a:pt x="232794" y="5800"/>
                  <a:pt x="232840"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90" name="Teardrop 3"/>
          <p:cNvSpPr/>
          <p:nvPr/>
        </p:nvSpPr>
        <p:spPr>
          <a:xfrm rot="5400000" flipH="1" flipV="1">
            <a:off x="158090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6"/>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lnTo>
                  <a:pt x="143120" y="486503"/>
                </a:lnTo>
                <a:cubicBezTo>
                  <a:pt x="124986" y="504084"/>
                  <a:pt x="100237" y="514790"/>
                  <a:pt x="72986" y="514790"/>
                </a:cubicBezTo>
                <a:cubicBezTo>
                  <a:pt x="54383" y="514790"/>
                  <a:pt x="36945" y="509800"/>
                  <a:pt x="22156" y="500710"/>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50"/>
                  <a:pt x="133071" y="187160"/>
                </a:cubicBezTo>
                <a:cubicBezTo>
                  <a:pt x="149460" y="170771"/>
                  <a:pt x="159597" y="148129"/>
                  <a:pt x="159597" y="123119"/>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09"/>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5"/>
                  <a:pt x="203250" y="200305"/>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91" name="Teardrop 3"/>
          <p:cNvSpPr/>
          <p:nvPr/>
        </p:nvSpPr>
        <p:spPr>
          <a:xfrm rot="5400000" flipH="1" flipV="1">
            <a:off x="242344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7"/>
                  <a:pt x="171406" y="416370"/>
                </a:cubicBezTo>
                <a:cubicBezTo>
                  <a:pt x="171406" y="443620"/>
                  <a:pt x="160701" y="468370"/>
                  <a:pt x="143120" y="486503"/>
                </a:cubicBezTo>
                <a:cubicBezTo>
                  <a:pt x="124986" y="504084"/>
                  <a:pt x="100237" y="514790"/>
                  <a:pt x="72986" y="514790"/>
                </a:cubicBezTo>
                <a:cubicBezTo>
                  <a:pt x="54383" y="514790"/>
                  <a:pt x="36945" y="509800"/>
                  <a:pt x="22156" y="500710"/>
                </a:cubicBezTo>
                <a:lnTo>
                  <a:pt x="0" y="539772"/>
                </a:lnTo>
                <a:lnTo>
                  <a:pt x="0" y="521718"/>
                </a:lnTo>
                <a:cubicBezTo>
                  <a:pt x="5973" y="513180"/>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9"/>
                </a:lnTo>
                <a:lnTo>
                  <a:pt x="135010" y="478348"/>
                </a:lnTo>
                <a:cubicBezTo>
                  <a:pt x="150331" y="462336"/>
                  <a:pt x="159597" y="440590"/>
                  <a:pt x="159597" y="416680"/>
                </a:cubicBezTo>
                <a:cubicBezTo>
                  <a:pt x="159597" y="366661"/>
                  <a:pt x="119048" y="326112"/>
                  <a:pt x="69030" y="326113"/>
                </a:cubicBezTo>
                <a:cubicBezTo>
                  <a:pt x="49952" y="326478"/>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92" name="Teardrop 3"/>
          <p:cNvSpPr/>
          <p:nvPr/>
        </p:nvSpPr>
        <p:spPr>
          <a:xfrm rot="5400000" flipH="1" flipV="1">
            <a:off x="326598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7"/>
                  <a:pt x="171406" y="416370"/>
                </a:cubicBezTo>
                <a:cubicBezTo>
                  <a:pt x="171406" y="443620"/>
                  <a:pt x="160701" y="468370"/>
                  <a:pt x="143120" y="486503"/>
                </a:cubicBezTo>
                <a:cubicBezTo>
                  <a:pt x="124986" y="504084"/>
                  <a:pt x="100237" y="514790"/>
                  <a:pt x="72986" y="514790"/>
                </a:cubicBezTo>
                <a:cubicBezTo>
                  <a:pt x="54383" y="514790"/>
                  <a:pt x="36945" y="509800"/>
                  <a:pt x="22156" y="500710"/>
                </a:cubicBezTo>
                <a:lnTo>
                  <a:pt x="0" y="539772"/>
                </a:lnTo>
                <a:lnTo>
                  <a:pt x="0" y="521718"/>
                </a:lnTo>
                <a:cubicBezTo>
                  <a:pt x="5973" y="513180"/>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9"/>
                </a:lnTo>
                <a:lnTo>
                  <a:pt x="135010" y="478348"/>
                </a:lnTo>
                <a:cubicBezTo>
                  <a:pt x="150331" y="462336"/>
                  <a:pt x="159597" y="440590"/>
                  <a:pt x="159597" y="416680"/>
                </a:cubicBezTo>
                <a:cubicBezTo>
                  <a:pt x="159597" y="366661"/>
                  <a:pt x="119048" y="326112"/>
                  <a:pt x="69030" y="326113"/>
                </a:cubicBezTo>
                <a:cubicBezTo>
                  <a:pt x="49952" y="326478"/>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93" name="Teardrop 3"/>
          <p:cNvSpPr/>
          <p:nvPr/>
        </p:nvSpPr>
        <p:spPr>
          <a:xfrm rot="5400000" flipH="1" flipV="1">
            <a:off x="4108522" y="4185695"/>
            <a:ext cx="232840" cy="539773"/>
          </a:xfrm>
          <a:custGeom>
            <a:avLst/>
            <a:gdLst/>
            <a:ahLst/>
            <a:cxnLst/>
            <a:rect l="l" t="t" r="r" b="b"/>
            <a:pathLst>
              <a:path w="232840" h="539773">
                <a:moveTo>
                  <a:pt x="221340" y="269867"/>
                </a:moveTo>
                <a:cubicBezTo>
                  <a:pt x="220851" y="247712"/>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6"/>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94" name="Teardrop 3"/>
          <p:cNvSpPr/>
          <p:nvPr/>
        </p:nvSpPr>
        <p:spPr>
          <a:xfrm rot="5400000" flipH="1" flipV="1">
            <a:off x="495106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95" name="Teardrop 3"/>
          <p:cNvSpPr/>
          <p:nvPr/>
        </p:nvSpPr>
        <p:spPr>
          <a:xfrm rot="5400000" flipH="1" flipV="1">
            <a:off x="579360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96" name="Teardrop 3"/>
          <p:cNvSpPr/>
          <p:nvPr/>
        </p:nvSpPr>
        <p:spPr>
          <a:xfrm rot="5400000" flipH="1" flipV="1">
            <a:off x="832122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97" name="Teardrop 3"/>
          <p:cNvSpPr/>
          <p:nvPr/>
        </p:nvSpPr>
        <p:spPr>
          <a:xfrm rot="5400000" flipH="1" flipV="1">
            <a:off x="747868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6"/>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98" name="Teardrop 3"/>
          <p:cNvSpPr/>
          <p:nvPr/>
        </p:nvSpPr>
        <p:spPr>
          <a:xfrm rot="5400000" flipH="1" flipV="1">
            <a:off x="1000630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1999" name="Teardrop 3"/>
          <p:cNvSpPr/>
          <p:nvPr/>
        </p:nvSpPr>
        <p:spPr>
          <a:xfrm rot="5400000" flipH="1" flipV="1">
            <a:off x="916376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7"/>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6"/>
                  <a:pt x="5972" y="26608"/>
                  <a:pt x="0" y="18073"/>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2000" name="Teardrop 3"/>
          <p:cNvSpPr/>
          <p:nvPr/>
        </p:nvSpPr>
        <p:spPr>
          <a:xfrm rot="5400000" flipH="1" flipV="1">
            <a:off x="11691380"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2001" name="Teardrop 3"/>
          <p:cNvSpPr/>
          <p:nvPr/>
        </p:nvSpPr>
        <p:spPr>
          <a:xfrm rot="5400000" flipH="1" flipV="1">
            <a:off x="1084884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6"/>
                  <a:pt x="5972" y="26608"/>
                  <a:pt x="0" y="18073"/>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2002" name="Teardrop 3"/>
          <p:cNvSpPr/>
          <p:nvPr/>
        </p:nvSpPr>
        <p:spPr>
          <a:xfrm rot="5400000" flipH="1" flipV="1">
            <a:off x="733383"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3"/>
                  <a:pt x="69593" y="225242"/>
                </a:cubicBezTo>
                <a:cubicBezTo>
                  <a:pt x="43433" y="224741"/>
                  <a:pt x="27415" y="228586"/>
                  <a:pt x="17461" y="245212"/>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lnTo>
                  <a:pt x="143120" y="486503"/>
                </a:lnTo>
                <a:cubicBezTo>
                  <a:pt x="124986" y="504084"/>
                  <a:pt x="100237" y="514790"/>
                  <a:pt x="72986" y="514790"/>
                </a:cubicBezTo>
                <a:cubicBezTo>
                  <a:pt x="54383" y="514790"/>
                  <a:pt x="36945" y="509800"/>
                  <a:pt x="22156" y="500710"/>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8"/>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50"/>
                  <a:pt x="133071" y="187160"/>
                </a:cubicBezTo>
                <a:cubicBezTo>
                  <a:pt x="149460" y="170771"/>
                  <a:pt x="159597" y="148129"/>
                  <a:pt x="159597" y="123119"/>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2003" name="Oval 1651"/>
          <p:cNvSpPr/>
          <p:nvPr/>
        </p:nvSpPr>
        <p:spPr>
          <a:xfrm>
            <a:off x="812619" y="4561319"/>
            <a:ext cx="11030995" cy="10682"/>
          </a:xfrm>
          <a:custGeom>
            <a:avLst/>
            <a:gdLst/>
            <a:ahLst/>
            <a:cxnLst/>
            <a:rect l="l" t="t" r="r" b="b"/>
            <a:pathLst>
              <a:path w="11030995" h="10682">
                <a:moveTo>
                  <a:pt x="10992007" y="0"/>
                </a:moveTo>
                <a:cubicBezTo>
                  <a:pt x="11006265" y="0"/>
                  <a:pt x="11019702" y="3516"/>
                  <a:pt x="11030995" y="10682"/>
                </a:cubicBezTo>
                <a:lnTo>
                  <a:pt x="10953019" y="10682"/>
                </a:lnTo>
                <a:cubicBezTo>
                  <a:pt x="10964312" y="3516"/>
                  <a:pt x="10977749" y="0"/>
                  <a:pt x="10992007" y="0"/>
                </a:cubicBezTo>
                <a:close/>
                <a:moveTo>
                  <a:pt x="10149468" y="0"/>
                </a:moveTo>
                <a:cubicBezTo>
                  <a:pt x="10163726" y="0"/>
                  <a:pt x="10177163" y="3516"/>
                  <a:pt x="10188456" y="10682"/>
                </a:cubicBezTo>
                <a:lnTo>
                  <a:pt x="10110480" y="10682"/>
                </a:lnTo>
                <a:cubicBezTo>
                  <a:pt x="10121773" y="3516"/>
                  <a:pt x="10135210" y="0"/>
                  <a:pt x="10149468" y="0"/>
                </a:cubicBezTo>
                <a:close/>
                <a:moveTo>
                  <a:pt x="9306928" y="0"/>
                </a:moveTo>
                <a:cubicBezTo>
                  <a:pt x="9321186" y="0"/>
                  <a:pt x="9334623" y="3516"/>
                  <a:pt x="9345916" y="10682"/>
                </a:cubicBezTo>
                <a:lnTo>
                  <a:pt x="9267940" y="10682"/>
                </a:lnTo>
                <a:cubicBezTo>
                  <a:pt x="9279233" y="3516"/>
                  <a:pt x="9292670" y="0"/>
                  <a:pt x="9306928" y="0"/>
                </a:cubicBezTo>
                <a:close/>
                <a:moveTo>
                  <a:pt x="8464388" y="0"/>
                </a:moveTo>
                <a:cubicBezTo>
                  <a:pt x="8478646" y="0"/>
                  <a:pt x="8492083" y="3516"/>
                  <a:pt x="8503376" y="10682"/>
                </a:cubicBezTo>
                <a:lnTo>
                  <a:pt x="8425400" y="10682"/>
                </a:lnTo>
                <a:cubicBezTo>
                  <a:pt x="8436693" y="3516"/>
                  <a:pt x="8450130" y="0"/>
                  <a:pt x="8464388" y="0"/>
                </a:cubicBezTo>
                <a:close/>
                <a:moveTo>
                  <a:pt x="7621848" y="0"/>
                </a:moveTo>
                <a:cubicBezTo>
                  <a:pt x="7636106" y="0"/>
                  <a:pt x="7649543" y="3516"/>
                  <a:pt x="7660836" y="10682"/>
                </a:cubicBezTo>
                <a:lnTo>
                  <a:pt x="7582860" y="10682"/>
                </a:lnTo>
                <a:cubicBezTo>
                  <a:pt x="7594153" y="3516"/>
                  <a:pt x="7607590" y="0"/>
                  <a:pt x="7621848" y="0"/>
                </a:cubicBezTo>
                <a:close/>
                <a:moveTo>
                  <a:pt x="6779308" y="0"/>
                </a:moveTo>
                <a:cubicBezTo>
                  <a:pt x="6793566" y="0"/>
                  <a:pt x="6807003" y="3516"/>
                  <a:pt x="6818296" y="10682"/>
                </a:cubicBezTo>
                <a:lnTo>
                  <a:pt x="6740320" y="10682"/>
                </a:lnTo>
                <a:cubicBezTo>
                  <a:pt x="6751613" y="3516"/>
                  <a:pt x="6765050" y="0"/>
                  <a:pt x="6779308" y="0"/>
                </a:cubicBezTo>
                <a:close/>
                <a:moveTo>
                  <a:pt x="5936768" y="0"/>
                </a:moveTo>
                <a:cubicBezTo>
                  <a:pt x="5951026" y="0"/>
                  <a:pt x="5964463" y="3516"/>
                  <a:pt x="5975757" y="10682"/>
                </a:cubicBezTo>
                <a:lnTo>
                  <a:pt x="5897780" y="10682"/>
                </a:lnTo>
                <a:cubicBezTo>
                  <a:pt x="5909073" y="3516"/>
                  <a:pt x="5922510" y="0"/>
                  <a:pt x="5936768" y="0"/>
                </a:cubicBezTo>
                <a:close/>
                <a:moveTo>
                  <a:pt x="5094228" y="0"/>
                </a:moveTo>
                <a:cubicBezTo>
                  <a:pt x="5108486" y="0"/>
                  <a:pt x="5121923" y="3516"/>
                  <a:pt x="5133217" y="10682"/>
                </a:cubicBezTo>
                <a:lnTo>
                  <a:pt x="5055240" y="10682"/>
                </a:lnTo>
                <a:cubicBezTo>
                  <a:pt x="5066533" y="3516"/>
                  <a:pt x="5079970" y="0"/>
                  <a:pt x="5094228" y="0"/>
                </a:cubicBezTo>
                <a:close/>
                <a:moveTo>
                  <a:pt x="4251688" y="0"/>
                </a:moveTo>
                <a:cubicBezTo>
                  <a:pt x="4265946" y="0"/>
                  <a:pt x="4279383" y="3516"/>
                  <a:pt x="4290676" y="10682"/>
                </a:cubicBezTo>
                <a:lnTo>
                  <a:pt x="4212700" y="10682"/>
                </a:lnTo>
                <a:cubicBezTo>
                  <a:pt x="4223993" y="3516"/>
                  <a:pt x="4237430" y="0"/>
                  <a:pt x="4251688" y="0"/>
                </a:cubicBezTo>
                <a:close/>
                <a:moveTo>
                  <a:pt x="3409148" y="0"/>
                </a:moveTo>
                <a:cubicBezTo>
                  <a:pt x="3423406" y="0"/>
                  <a:pt x="3436843" y="3516"/>
                  <a:pt x="3448136" y="10682"/>
                </a:cubicBezTo>
                <a:lnTo>
                  <a:pt x="3370160" y="10682"/>
                </a:lnTo>
                <a:cubicBezTo>
                  <a:pt x="3381453" y="3516"/>
                  <a:pt x="3394890" y="0"/>
                  <a:pt x="3409148" y="0"/>
                </a:cubicBezTo>
                <a:close/>
                <a:moveTo>
                  <a:pt x="2566608" y="0"/>
                </a:moveTo>
                <a:cubicBezTo>
                  <a:pt x="2580866" y="0"/>
                  <a:pt x="2594303" y="3516"/>
                  <a:pt x="2605596" y="10682"/>
                </a:cubicBezTo>
                <a:lnTo>
                  <a:pt x="2527620" y="10682"/>
                </a:lnTo>
                <a:cubicBezTo>
                  <a:pt x="2538913" y="3516"/>
                  <a:pt x="2552350" y="0"/>
                  <a:pt x="2566608" y="0"/>
                </a:cubicBezTo>
                <a:close/>
                <a:moveTo>
                  <a:pt x="1724068" y="0"/>
                </a:moveTo>
                <a:cubicBezTo>
                  <a:pt x="1738326" y="0"/>
                  <a:pt x="1751763" y="3516"/>
                  <a:pt x="1763056" y="10682"/>
                </a:cubicBezTo>
                <a:lnTo>
                  <a:pt x="1685080" y="10682"/>
                </a:lnTo>
                <a:cubicBezTo>
                  <a:pt x="1696373" y="3516"/>
                  <a:pt x="1709810" y="0"/>
                  <a:pt x="1724068" y="0"/>
                </a:cubicBezTo>
                <a:close/>
                <a:moveTo>
                  <a:pt x="881528" y="0"/>
                </a:moveTo>
                <a:cubicBezTo>
                  <a:pt x="895786" y="0"/>
                  <a:pt x="909223" y="3516"/>
                  <a:pt x="920516" y="10682"/>
                </a:cubicBezTo>
                <a:lnTo>
                  <a:pt x="842540" y="10682"/>
                </a:lnTo>
                <a:cubicBezTo>
                  <a:pt x="853833" y="3516"/>
                  <a:pt x="867270" y="0"/>
                  <a:pt x="881528" y="0"/>
                </a:cubicBezTo>
                <a:close/>
                <a:moveTo>
                  <a:pt x="38988" y="0"/>
                </a:moveTo>
                <a:cubicBezTo>
                  <a:pt x="53246" y="0"/>
                  <a:pt x="66683" y="3516"/>
                  <a:pt x="77976" y="10682"/>
                </a:cubicBezTo>
                <a:lnTo>
                  <a:pt x="0" y="10682"/>
                </a:lnTo>
                <a:cubicBezTo>
                  <a:pt x="11293" y="3516"/>
                  <a:pt x="24730" y="0"/>
                  <a:pt x="3898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hu-HU"/>
              <a:t>Mintacím szerkesztése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hu-HU"/>
              <a:t>Kattintson ide az alcím mintájának szerkesztéséhez</a:t>
            </a:r>
            <a:endParaRPr lang="en-US" dirty="0"/>
          </a:p>
        </p:txBody>
      </p:sp>
      <p:sp>
        <p:nvSpPr>
          <p:cNvPr id="4" name="Date Placeholder 3"/>
          <p:cNvSpPr>
            <a:spLocks noGrp="1"/>
          </p:cNvSpPr>
          <p:nvPr>
            <p:ph type="dt" sz="half" idx="10"/>
          </p:nvPr>
        </p:nvSpPr>
        <p:spPr/>
        <p:txBody>
          <a:bodyPr/>
          <a:lstStyle>
            <a:lvl1pPr algn="l">
              <a:defRPr/>
            </a:lvl1pPr>
          </a:lstStyle>
          <a:p>
            <a:fld id="{036683BB-346D-4383-AFA0-462109EFE8C7}" type="datetimeFigureOut">
              <a:rPr lang="hu-HU" smtClean="0"/>
              <a:t>2026. 03. 13.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1C5608D1-72E3-411F-BD17-F9ABEFA55B85}" type="slidenum">
              <a:rPr lang="hu-HU" smtClean="0"/>
              <a:t>‹#›</a:t>
            </a:fld>
            <a:endParaRPr lang="hu-HU"/>
          </a:p>
        </p:txBody>
      </p:sp>
      <p:cxnSp>
        <p:nvCxnSpPr>
          <p:cNvPr id="8" name="Straight Connector 7"/>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6267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Content Placeholder 2"/>
          <p:cNvSpPr>
            <a:spLocks noGrp="1"/>
          </p:cNvSpPr>
          <p:nvPr>
            <p:ph idx="1"/>
          </p:nvPr>
        </p:nvSpPr>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036683BB-346D-4383-AFA0-462109EFE8C7}" type="datetimeFigureOut">
              <a:rPr lang="hu-HU" smtClean="0"/>
              <a:t>2026. 03. 13.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1C5608D1-72E3-411F-BD17-F9ABEFA55B85}" type="slidenum">
              <a:rPr lang="hu-HU" smtClean="0"/>
              <a:t>‹#›</a:t>
            </a:fld>
            <a:endParaRPr lang="hu-HU"/>
          </a:p>
        </p:txBody>
      </p:sp>
    </p:spTree>
    <p:extLst>
      <p:ext uri="{BB962C8B-B14F-4D97-AF65-F5344CB8AC3E}">
        <p14:creationId xmlns:p14="http://schemas.microsoft.com/office/powerpoint/2010/main" val="1203765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zakaszfejléc">
    <p:spTree>
      <p:nvGrpSpPr>
        <p:cNvPr id="1" name=""/>
        <p:cNvGrpSpPr/>
        <p:nvPr/>
      </p:nvGrpSpPr>
      <p:grpSpPr>
        <a:xfrm>
          <a:off x="0" y="0"/>
          <a:ext cx="0" cy="0"/>
          <a:chOff x="0" y="0"/>
          <a:chExt cx="0" cy="0"/>
        </a:xfrm>
      </p:grpSpPr>
      <p:grpSp>
        <p:nvGrpSpPr>
          <p:cNvPr id="526" name="Group 525"/>
          <p:cNvGrpSpPr/>
          <p:nvPr/>
        </p:nvGrpSpPr>
        <p:grpSpPr>
          <a:xfrm>
            <a:off x="0" y="420256"/>
            <a:ext cx="12188952" cy="3795497"/>
            <a:chOff x="0" y="420256"/>
            <a:chExt cx="12188952" cy="3795497"/>
          </a:xfrm>
        </p:grpSpPr>
        <p:cxnSp>
          <p:nvCxnSpPr>
            <p:cNvPr id="527" name="Straight Connector 526"/>
            <p:cNvCxnSpPr/>
            <p:nvPr/>
          </p:nvCxnSpPr>
          <p:spPr>
            <a:xfrm>
              <a:off x="0" y="4215753"/>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8" name="Straight Connector 527"/>
            <p:cNvCxnSpPr/>
            <p:nvPr/>
          </p:nvCxnSpPr>
          <p:spPr>
            <a:xfrm>
              <a:off x="0" y="3794032"/>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9" name="Straight Connector 528"/>
            <p:cNvCxnSpPr/>
            <p:nvPr/>
          </p:nvCxnSpPr>
          <p:spPr>
            <a:xfrm>
              <a:off x="0" y="3372310"/>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0" name="Straight Connector 529"/>
            <p:cNvCxnSpPr/>
            <p:nvPr/>
          </p:nvCxnSpPr>
          <p:spPr>
            <a:xfrm>
              <a:off x="0" y="2950588"/>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1" name="Straight Connector 530"/>
            <p:cNvCxnSpPr/>
            <p:nvPr/>
          </p:nvCxnSpPr>
          <p:spPr>
            <a:xfrm>
              <a:off x="0" y="2528866"/>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2" name="Straight Connector 531"/>
            <p:cNvCxnSpPr/>
            <p:nvPr/>
          </p:nvCxnSpPr>
          <p:spPr>
            <a:xfrm>
              <a:off x="0" y="2107144"/>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3" name="Straight Connector 532"/>
            <p:cNvCxnSpPr/>
            <p:nvPr/>
          </p:nvCxnSpPr>
          <p:spPr>
            <a:xfrm>
              <a:off x="0" y="1685422"/>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4" name="Straight Connector 533"/>
            <p:cNvCxnSpPr/>
            <p:nvPr/>
          </p:nvCxnSpPr>
          <p:spPr>
            <a:xfrm>
              <a:off x="0" y="1263700"/>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5" name="Straight Connector 534"/>
            <p:cNvCxnSpPr/>
            <p:nvPr/>
          </p:nvCxnSpPr>
          <p:spPr>
            <a:xfrm>
              <a:off x="0" y="841978"/>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6" name="Straight Connector 535"/>
            <p:cNvCxnSpPr/>
            <p:nvPr/>
          </p:nvCxnSpPr>
          <p:spPr>
            <a:xfrm>
              <a:off x="0" y="420256"/>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37" name="Rectangle 379"/>
          <p:cNvSpPr/>
          <p:nvPr/>
        </p:nvSpPr>
        <p:spPr>
          <a:xfrm rot="18900000" flipV="1">
            <a:off x="9445819" y="-965459"/>
            <a:ext cx="13717" cy="6493220"/>
          </a:xfrm>
          <a:custGeom>
            <a:avLst/>
            <a:gdLst/>
            <a:ahLst/>
            <a:cxnLst/>
            <a:rect l="l" t="t" r="r" b="b"/>
            <a:pathLst>
              <a:path w="13717" h="6493220">
                <a:moveTo>
                  <a:pt x="1" y="6493220"/>
                </a:moveTo>
                <a:lnTo>
                  <a:pt x="13717" y="6479504"/>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38" name="Rectangle 56"/>
          <p:cNvSpPr/>
          <p:nvPr/>
        </p:nvSpPr>
        <p:spPr>
          <a:xfrm>
            <a:off x="0" y="0"/>
            <a:ext cx="11816540" cy="4572004"/>
          </a:xfrm>
          <a:custGeom>
            <a:avLst/>
            <a:gdLst/>
            <a:ahLst/>
            <a:cxnLst/>
            <a:rect l="l" t="t" r="r" b="b"/>
            <a:pathLst>
              <a:path w="11816540" h="4572004">
                <a:moveTo>
                  <a:pt x="11802824" y="4"/>
                </a:moveTo>
                <a:lnTo>
                  <a:pt x="11816540" y="4"/>
                </a:lnTo>
                <a:lnTo>
                  <a:pt x="11816540" y="4572004"/>
                </a:lnTo>
                <a:lnTo>
                  <a:pt x="11802824" y="4572004"/>
                </a:lnTo>
                <a:close/>
                <a:moveTo>
                  <a:pt x="5901406" y="4"/>
                </a:moveTo>
                <a:lnTo>
                  <a:pt x="5915122" y="4"/>
                </a:lnTo>
                <a:lnTo>
                  <a:pt x="5915122" y="4572004"/>
                </a:lnTo>
                <a:lnTo>
                  <a:pt x="5901406" y="4572004"/>
                </a:lnTo>
                <a:close/>
                <a:moveTo>
                  <a:pt x="10959754" y="3"/>
                </a:moveTo>
                <a:lnTo>
                  <a:pt x="10973470" y="3"/>
                </a:lnTo>
                <a:lnTo>
                  <a:pt x="10973470" y="4572003"/>
                </a:lnTo>
                <a:lnTo>
                  <a:pt x="10959754" y="4572003"/>
                </a:lnTo>
                <a:close/>
                <a:moveTo>
                  <a:pt x="5058348" y="3"/>
                </a:moveTo>
                <a:lnTo>
                  <a:pt x="5072064" y="3"/>
                </a:lnTo>
                <a:lnTo>
                  <a:pt x="5072064" y="4572003"/>
                </a:lnTo>
                <a:lnTo>
                  <a:pt x="5058348" y="4572003"/>
                </a:lnTo>
                <a:close/>
                <a:moveTo>
                  <a:pt x="11381283" y="2"/>
                </a:moveTo>
                <a:lnTo>
                  <a:pt x="11394999" y="2"/>
                </a:lnTo>
                <a:lnTo>
                  <a:pt x="11394999" y="4572002"/>
                </a:lnTo>
                <a:lnTo>
                  <a:pt x="11381283" y="4572002"/>
                </a:lnTo>
                <a:close/>
                <a:moveTo>
                  <a:pt x="10538225" y="2"/>
                </a:moveTo>
                <a:lnTo>
                  <a:pt x="10551941" y="2"/>
                </a:lnTo>
                <a:lnTo>
                  <a:pt x="10551941" y="4572002"/>
                </a:lnTo>
                <a:lnTo>
                  <a:pt x="10538225" y="4572002"/>
                </a:lnTo>
                <a:close/>
                <a:moveTo>
                  <a:pt x="10116696" y="2"/>
                </a:moveTo>
                <a:lnTo>
                  <a:pt x="10130412" y="2"/>
                </a:lnTo>
                <a:lnTo>
                  <a:pt x="10130412" y="4572002"/>
                </a:lnTo>
                <a:lnTo>
                  <a:pt x="10116696" y="4572002"/>
                </a:lnTo>
                <a:close/>
                <a:moveTo>
                  <a:pt x="6322935" y="2"/>
                </a:moveTo>
                <a:lnTo>
                  <a:pt x="6336651" y="2"/>
                </a:lnTo>
                <a:lnTo>
                  <a:pt x="6336651" y="4572002"/>
                </a:lnTo>
                <a:lnTo>
                  <a:pt x="6322935" y="4572002"/>
                </a:lnTo>
                <a:close/>
                <a:moveTo>
                  <a:pt x="5479877" y="2"/>
                </a:moveTo>
                <a:lnTo>
                  <a:pt x="5493593" y="2"/>
                </a:lnTo>
                <a:lnTo>
                  <a:pt x="5493593" y="4572002"/>
                </a:lnTo>
                <a:lnTo>
                  <a:pt x="5479877" y="4572002"/>
                </a:lnTo>
                <a:close/>
                <a:moveTo>
                  <a:pt x="4636819" y="2"/>
                </a:moveTo>
                <a:lnTo>
                  <a:pt x="4650535" y="2"/>
                </a:lnTo>
                <a:lnTo>
                  <a:pt x="4650535" y="4572002"/>
                </a:lnTo>
                <a:lnTo>
                  <a:pt x="4636819" y="4572002"/>
                </a:lnTo>
                <a:close/>
                <a:moveTo>
                  <a:pt x="4215290" y="2"/>
                </a:moveTo>
                <a:lnTo>
                  <a:pt x="4229006" y="2"/>
                </a:lnTo>
                <a:lnTo>
                  <a:pt x="4229006" y="4572002"/>
                </a:lnTo>
                <a:lnTo>
                  <a:pt x="4215290" y="4572002"/>
                </a:lnTo>
                <a:close/>
                <a:moveTo>
                  <a:pt x="421529" y="2"/>
                </a:moveTo>
                <a:lnTo>
                  <a:pt x="435245" y="2"/>
                </a:lnTo>
                <a:lnTo>
                  <a:pt x="435245" y="4572002"/>
                </a:lnTo>
                <a:lnTo>
                  <a:pt x="421529" y="4572002"/>
                </a:lnTo>
                <a:close/>
                <a:moveTo>
                  <a:pt x="0" y="2"/>
                </a:moveTo>
                <a:lnTo>
                  <a:pt x="13716" y="2"/>
                </a:lnTo>
                <a:lnTo>
                  <a:pt x="13716" y="4572002"/>
                </a:lnTo>
                <a:lnTo>
                  <a:pt x="0" y="4572002"/>
                </a:lnTo>
                <a:close/>
                <a:moveTo>
                  <a:pt x="9273638" y="1"/>
                </a:moveTo>
                <a:lnTo>
                  <a:pt x="9287354" y="1"/>
                </a:lnTo>
                <a:lnTo>
                  <a:pt x="9287354" y="4572001"/>
                </a:lnTo>
                <a:lnTo>
                  <a:pt x="9273638" y="4572001"/>
                </a:lnTo>
                <a:close/>
                <a:moveTo>
                  <a:pt x="3372232" y="1"/>
                </a:moveTo>
                <a:lnTo>
                  <a:pt x="3385948" y="1"/>
                </a:lnTo>
                <a:lnTo>
                  <a:pt x="3385948" y="4572001"/>
                </a:lnTo>
                <a:lnTo>
                  <a:pt x="3372232" y="4572001"/>
                </a:lnTo>
                <a:close/>
                <a:moveTo>
                  <a:pt x="9695167" y="0"/>
                </a:moveTo>
                <a:lnTo>
                  <a:pt x="9708883" y="0"/>
                </a:lnTo>
                <a:lnTo>
                  <a:pt x="9708883" y="4572000"/>
                </a:lnTo>
                <a:lnTo>
                  <a:pt x="9695167" y="4572000"/>
                </a:lnTo>
                <a:close/>
                <a:moveTo>
                  <a:pt x="8852109" y="0"/>
                </a:moveTo>
                <a:lnTo>
                  <a:pt x="8865825" y="0"/>
                </a:lnTo>
                <a:lnTo>
                  <a:pt x="8865825" y="4572000"/>
                </a:lnTo>
                <a:lnTo>
                  <a:pt x="8852109" y="4572000"/>
                </a:lnTo>
                <a:close/>
                <a:moveTo>
                  <a:pt x="8430580" y="0"/>
                </a:moveTo>
                <a:lnTo>
                  <a:pt x="8444296" y="0"/>
                </a:lnTo>
                <a:lnTo>
                  <a:pt x="8444296" y="4572000"/>
                </a:lnTo>
                <a:lnTo>
                  <a:pt x="8430580" y="4572000"/>
                </a:lnTo>
                <a:close/>
                <a:moveTo>
                  <a:pt x="8009051" y="0"/>
                </a:moveTo>
                <a:lnTo>
                  <a:pt x="8022767" y="0"/>
                </a:lnTo>
                <a:lnTo>
                  <a:pt x="8022767" y="4572000"/>
                </a:lnTo>
                <a:lnTo>
                  <a:pt x="8009051" y="4572000"/>
                </a:lnTo>
                <a:close/>
                <a:moveTo>
                  <a:pt x="7587522" y="0"/>
                </a:moveTo>
                <a:lnTo>
                  <a:pt x="7601238" y="0"/>
                </a:lnTo>
                <a:lnTo>
                  <a:pt x="7601238" y="4572000"/>
                </a:lnTo>
                <a:lnTo>
                  <a:pt x="7587522" y="4572000"/>
                </a:lnTo>
                <a:close/>
                <a:moveTo>
                  <a:pt x="7165993" y="0"/>
                </a:moveTo>
                <a:lnTo>
                  <a:pt x="7179709" y="0"/>
                </a:lnTo>
                <a:lnTo>
                  <a:pt x="7179709" y="4572000"/>
                </a:lnTo>
                <a:lnTo>
                  <a:pt x="7165993" y="4572000"/>
                </a:lnTo>
                <a:close/>
                <a:moveTo>
                  <a:pt x="6744464" y="0"/>
                </a:moveTo>
                <a:lnTo>
                  <a:pt x="6758180" y="0"/>
                </a:lnTo>
                <a:lnTo>
                  <a:pt x="6758180" y="4572000"/>
                </a:lnTo>
                <a:lnTo>
                  <a:pt x="6744464" y="4572000"/>
                </a:lnTo>
                <a:close/>
                <a:moveTo>
                  <a:pt x="3793761" y="0"/>
                </a:moveTo>
                <a:lnTo>
                  <a:pt x="3807477" y="0"/>
                </a:lnTo>
                <a:lnTo>
                  <a:pt x="3807477" y="4572000"/>
                </a:lnTo>
                <a:lnTo>
                  <a:pt x="3793761" y="4572000"/>
                </a:lnTo>
                <a:close/>
                <a:moveTo>
                  <a:pt x="2950703" y="0"/>
                </a:moveTo>
                <a:lnTo>
                  <a:pt x="2964419" y="0"/>
                </a:lnTo>
                <a:lnTo>
                  <a:pt x="2964419" y="4572000"/>
                </a:lnTo>
                <a:lnTo>
                  <a:pt x="2950703" y="4572000"/>
                </a:lnTo>
                <a:close/>
                <a:moveTo>
                  <a:pt x="2529174" y="0"/>
                </a:moveTo>
                <a:lnTo>
                  <a:pt x="2542890" y="0"/>
                </a:lnTo>
                <a:lnTo>
                  <a:pt x="2542890" y="4572000"/>
                </a:lnTo>
                <a:lnTo>
                  <a:pt x="2529174" y="4572000"/>
                </a:lnTo>
                <a:close/>
                <a:moveTo>
                  <a:pt x="2107645" y="0"/>
                </a:moveTo>
                <a:lnTo>
                  <a:pt x="2121361" y="0"/>
                </a:lnTo>
                <a:lnTo>
                  <a:pt x="2121361" y="4572000"/>
                </a:lnTo>
                <a:lnTo>
                  <a:pt x="2107645" y="4572000"/>
                </a:lnTo>
                <a:close/>
                <a:moveTo>
                  <a:pt x="1686116" y="0"/>
                </a:moveTo>
                <a:lnTo>
                  <a:pt x="1699832" y="0"/>
                </a:lnTo>
                <a:lnTo>
                  <a:pt x="1699832" y="4572000"/>
                </a:lnTo>
                <a:lnTo>
                  <a:pt x="1686116" y="4572000"/>
                </a:lnTo>
                <a:close/>
                <a:moveTo>
                  <a:pt x="1264587" y="0"/>
                </a:moveTo>
                <a:lnTo>
                  <a:pt x="1278303" y="0"/>
                </a:lnTo>
                <a:lnTo>
                  <a:pt x="1278303" y="4572000"/>
                </a:lnTo>
                <a:lnTo>
                  <a:pt x="1264587" y="4572000"/>
                </a:lnTo>
                <a:close/>
                <a:moveTo>
                  <a:pt x="843058" y="0"/>
                </a:moveTo>
                <a:lnTo>
                  <a:pt x="856774" y="0"/>
                </a:lnTo>
                <a:lnTo>
                  <a:pt x="856774" y="4572000"/>
                </a:lnTo>
                <a:lnTo>
                  <a:pt x="843058" y="457200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39" name="Rectangle 87"/>
          <p:cNvSpPr/>
          <p:nvPr/>
        </p:nvSpPr>
        <p:spPr>
          <a:xfrm rot="2700000">
            <a:off x="2311242" y="-967047"/>
            <a:ext cx="13716" cy="6570294"/>
          </a:xfrm>
          <a:custGeom>
            <a:avLst/>
            <a:gdLst/>
            <a:ahLst/>
            <a:cxnLst/>
            <a:rect l="l" t="t" r="r" b="b"/>
            <a:pathLst>
              <a:path w="13716" h="6570294">
                <a:moveTo>
                  <a:pt x="0" y="6556578"/>
                </a:moveTo>
                <a:lnTo>
                  <a:pt x="13716" y="6570294"/>
                </a:lnTo>
                <a:lnTo>
                  <a:pt x="13716" y="6570294"/>
                </a:lnTo>
                <a:lnTo>
                  <a:pt x="0" y="6556578"/>
                </a:lnTo>
                <a:close/>
                <a:moveTo>
                  <a:pt x="0" y="13716"/>
                </a:moveTo>
                <a:lnTo>
                  <a:pt x="13716" y="0"/>
                </a:lnTo>
                <a:lnTo>
                  <a:pt x="13716" y="6465786"/>
                </a:lnTo>
                <a:lnTo>
                  <a:pt x="0" y="647950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40" name="Rectangle 88"/>
          <p:cNvSpPr/>
          <p:nvPr/>
        </p:nvSpPr>
        <p:spPr>
          <a:xfrm rot="2700000">
            <a:off x="3186527" y="-953751"/>
            <a:ext cx="13716" cy="6479503"/>
          </a:xfrm>
          <a:custGeom>
            <a:avLst/>
            <a:gdLst/>
            <a:ahLst/>
            <a:cxnLst/>
            <a:rect l="l" t="t" r="r" b="b"/>
            <a:pathLst>
              <a:path w="13716" h="6479503">
                <a:moveTo>
                  <a:pt x="0" y="13716"/>
                </a:moveTo>
                <a:lnTo>
                  <a:pt x="13716" y="0"/>
                </a:lnTo>
                <a:lnTo>
                  <a:pt x="13716" y="6465786"/>
                </a:lnTo>
                <a:lnTo>
                  <a:pt x="0" y="647950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41" name="Rectangle 89"/>
          <p:cNvSpPr/>
          <p:nvPr/>
        </p:nvSpPr>
        <p:spPr>
          <a:xfrm rot="2700000">
            <a:off x="4029713" y="-953750"/>
            <a:ext cx="13716" cy="6479503"/>
          </a:xfrm>
          <a:custGeom>
            <a:avLst/>
            <a:gdLst/>
            <a:ahLst/>
            <a:cxnLst/>
            <a:rect l="l" t="t" r="r" b="b"/>
            <a:pathLst>
              <a:path w="13716" h="6479503">
                <a:moveTo>
                  <a:pt x="0" y="13716"/>
                </a:moveTo>
                <a:lnTo>
                  <a:pt x="13716" y="0"/>
                </a:lnTo>
                <a:lnTo>
                  <a:pt x="13716" y="6465787"/>
                </a:lnTo>
                <a:lnTo>
                  <a:pt x="0" y="647950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42" name="Rectangle 90"/>
          <p:cNvSpPr/>
          <p:nvPr/>
        </p:nvSpPr>
        <p:spPr>
          <a:xfrm rot="2700000">
            <a:off x="4872899" y="-953750"/>
            <a:ext cx="13716" cy="6479503"/>
          </a:xfrm>
          <a:custGeom>
            <a:avLst/>
            <a:gdLst/>
            <a:ahLst/>
            <a:cxnLst/>
            <a:rect l="l" t="t" r="r" b="b"/>
            <a:pathLst>
              <a:path w="13716" h="6479503">
                <a:moveTo>
                  <a:pt x="0" y="13716"/>
                </a:moveTo>
                <a:lnTo>
                  <a:pt x="13716" y="0"/>
                </a:lnTo>
                <a:lnTo>
                  <a:pt x="13716" y="6465786"/>
                </a:lnTo>
                <a:lnTo>
                  <a:pt x="0" y="647950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43" name="Rectangle 91"/>
          <p:cNvSpPr/>
          <p:nvPr/>
        </p:nvSpPr>
        <p:spPr>
          <a:xfrm rot="2700000">
            <a:off x="5716086" y="-953749"/>
            <a:ext cx="13716" cy="6479501"/>
          </a:xfrm>
          <a:custGeom>
            <a:avLst/>
            <a:gdLst/>
            <a:ahLst/>
            <a:cxnLst/>
            <a:rect l="l" t="t" r="r" b="b"/>
            <a:pathLst>
              <a:path w="13716" h="6479501">
                <a:moveTo>
                  <a:pt x="0" y="13716"/>
                </a:moveTo>
                <a:lnTo>
                  <a:pt x="13716" y="0"/>
                </a:lnTo>
                <a:lnTo>
                  <a:pt x="13716" y="6465785"/>
                </a:lnTo>
                <a:lnTo>
                  <a:pt x="0" y="6479501"/>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44" name="Rectangle 92"/>
          <p:cNvSpPr/>
          <p:nvPr/>
        </p:nvSpPr>
        <p:spPr>
          <a:xfrm rot="2700000">
            <a:off x="6559272" y="-953750"/>
            <a:ext cx="13716" cy="6479502"/>
          </a:xfrm>
          <a:custGeom>
            <a:avLst/>
            <a:gdLst/>
            <a:ahLst/>
            <a:cxnLst/>
            <a:rect l="l" t="t" r="r" b="b"/>
            <a:pathLst>
              <a:path w="13716" h="6479502">
                <a:moveTo>
                  <a:pt x="0" y="13716"/>
                </a:moveTo>
                <a:lnTo>
                  <a:pt x="13716" y="0"/>
                </a:lnTo>
                <a:lnTo>
                  <a:pt x="13715" y="6465787"/>
                </a:lnTo>
                <a:lnTo>
                  <a:pt x="0" y="647950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45" name="Rectangle 93"/>
          <p:cNvSpPr/>
          <p:nvPr/>
        </p:nvSpPr>
        <p:spPr>
          <a:xfrm rot="2700000">
            <a:off x="7402457" y="-944051"/>
            <a:ext cx="13717" cy="6479502"/>
          </a:xfrm>
          <a:custGeom>
            <a:avLst/>
            <a:gdLst/>
            <a:ahLst/>
            <a:cxnLst/>
            <a:rect l="l" t="t" r="r" b="b"/>
            <a:pathLst>
              <a:path w="13717" h="6479502">
                <a:moveTo>
                  <a:pt x="0" y="13716"/>
                </a:moveTo>
                <a:lnTo>
                  <a:pt x="13717" y="0"/>
                </a:lnTo>
                <a:lnTo>
                  <a:pt x="13716" y="6465787"/>
                </a:lnTo>
                <a:lnTo>
                  <a:pt x="1" y="647950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46" name="Rectangle 94"/>
          <p:cNvSpPr/>
          <p:nvPr/>
        </p:nvSpPr>
        <p:spPr>
          <a:xfrm rot="2700000">
            <a:off x="8245644" y="-953750"/>
            <a:ext cx="13716" cy="6479502"/>
          </a:xfrm>
          <a:custGeom>
            <a:avLst/>
            <a:gdLst/>
            <a:ahLst/>
            <a:cxnLst/>
            <a:rect l="l" t="t" r="r" b="b"/>
            <a:pathLst>
              <a:path w="13716" h="6479502">
                <a:moveTo>
                  <a:pt x="0" y="13716"/>
                </a:moveTo>
                <a:lnTo>
                  <a:pt x="13716" y="0"/>
                </a:lnTo>
                <a:lnTo>
                  <a:pt x="13715" y="6465787"/>
                </a:lnTo>
                <a:lnTo>
                  <a:pt x="0" y="647950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47" name="Rectangle 95"/>
          <p:cNvSpPr/>
          <p:nvPr/>
        </p:nvSpPr>
        <p:spPr>
          <a:xfrm rot="2700000">
            <a:off x="9088831" y="-953750"/>
            <a:ext cx="13717" cy="6479503"/>
          </a:xfrm>
          <a:custGeom>
            <a:avLst/>
            <a:gdLst/>
            <a:ahLst/>
            <a:cxnLst/>
            <a:rect l="l" t="t" r="r" b="b"/>
            <a:pathLst>
              <a:path w="13717" h="6479503">
                <a:moveTo>
                  <a:pt x="13717" y="0"/>
                </a:moveTo>
                <a:lnTo>
                  <a:pt x="13716" y="6465787"/>
                </a:lnTo>
                <a:lnTo>
                  <a:pt x="0" y="6479503"/>
                </a:lnTo>
                <a:lnTo>
                  <a:pt x="1" y="1371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48" name="Rectangle 96"/>
          <p:cNvSpPr/>
          <p:nvPr/>
        </p:nvSpPr>
        <p:spPr>
          <a:xfrm rot="2700000">
            <a:off x="9912896" y="-907596"/>
            <a:ext cx="13716" cy="6425429"/>
          </a:xfrm>
          <a:custGeom>
            <a:avLst/>
            <a:gdLst/>
            <a:ahLst/>
            <a:cxnLst/>
            <a:rect l="l" t="t" r="r" b="b"/>
            <a:pathLst>
              <a:path w="13716" h="6425429">
                <a:moveTo>
                  <a:pt x="0" y="0"/>
                </a:moveTo>
                <a:lnTo>
                  <a:pt x="13716" y="13717"/>
                </a:lnTo>
                <a:lnTo>
                  <a:pt x="13716" y="6411713"/>
                </a:lnTo>
                <a:lnTo>
                  <a:pt x="0" y="6425429"/>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49" name="Rectangle 97"/>
          <p:cNvSpPr/>
          <p:nvPr/>
        </p:nvSpPr>
        <p:spPr>
          <a:xfrm rot="2700000">
            <a:off x="10334491" y="110221"/>
            <a:ext cx="13717" cy="5232981"/>
          </a:xfrm>
          <a:custGeom>
            <a:avLst/>
            <a:gdLst/>
            <a:ahLst/>
            <a:cxnLst/>
            <a:rect l="l" t="t" r="r" b="b"/>
            <a:pathLst>
              <a:path w="13717" h="5232981">
                <a:moveTo>
                  <a:pt x="0" y="0"/>
                </a:moveTo>
                <a:lnTo>
                  <a:pt x="13717" y="13716"/>
                </a:lnTo>
                <a:lnTo>
                  <a:pt x="13717" y="5219264"/>
                </a:lnTo>
                <a:lnTo>
                  <a:pt x="1" y="5232981"/>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50" name="Rectangle 98"/>
          <p:cNvSpPr/>
          <p:nvPr/>
        </p:nvSpPr>
        <p:spPr>
          <a:xfrm rot="2700000">
            <a:off x="10756084" y="1128037"/>
            <a:ext cx="13716" cy="4040537"/>
          </a:xfrm>
          <a:custGeom>
            <a:avLst/>
            <a:gdLst/>
            <a:ahLst/>
            <a:cxnLst/>
            <a:rect l="l" t="t" r="r" b="b"/>
            <a:pathLst>
              <a:path w="13716" h="4040537">
                <a:moveTo>
                  <a:pt x="0" y="0"/>
                </a:moveTo>
                <a:lnTo>
                  <a:pt x="13716" y="13716"/>
                </a:lnTo>
                <a:lnTo>
                  <a:pt x="13715" y="4026822"/>
                </a:lnTo>
                <a:lnTo>
                  <a:pt x="1" y="404053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51" name="Rectangle 99"/>
          <p:cNvSpPr/>
          <p:nvPr/>
        </p:nvSpPr>
        <p:spPr>
          <a:xfrm rot="2700000">
            <a:off x="11177678" y="2145853"/>
            <a:ext cx="13716" cy="2848091"/>
          </a:xfrm>
          <a:custGeom>
            <a:avLst/>
            <a:gdLst/>
            <a:ahLst/>
            <a:cxnLst/>
            <a:rect l="l" t="t" r="r" b="b"/>
            <a:pathLst>
              <a:path w="13716" h="2848091">
                <a:moveTo>
                  <a:pt x="0" y="0"/>
                </a:moveTo>
                <a:lnTo>
                  <a:pt x="13716" y="13716"/>
                </a:lnTo>
                <a:lnTo>
                  <a:pt x="13715" y="2834375"/>
                </a:lnTo>
                <a:lnTo>
                  <a:pt x="0" y="2848091"/>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52" name="Rectangle 100"/>
          <p:cNvSpPr/>
          <p:nvPr/>
        </p:nvSpPr>
        <p:spPr>
          <a:xfrm rot="2700000">
            <a:off x="11599272" y="3163669"/>
            <a:ext cx="13715" cy="1655644"/>
          </a:xfrm>
          <a:custGeom>
            <a:avLst/>
            <a:gdLst/>
            <a:ahLst/>
            <a:cxnLst/>
            <a:rect l="l" t="t" r="r" b="b"/>
            <a:pathLst>
              <a:path w="13715" h="1655644">
                <a:moveTo>
                  <a:pt x="0" y="0"/>
                </a:moveTo>
                <a:lnTo>
                  <a:pt x="13715" y="13716"/>
                </a:lnTo>
                <a:lnTo>
                  <a:pt x="13715" y="1641929"/>
                </a:lnTo>
                <a:lnTo>
                  <a:pt x="0" y="1655644"/>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53" name="Rectangle 101"/>
          <p:cNvSpPr/>
          <p:nvPr/>
        </p:nvSpPr>
        <p:spPr>
          <a:xfrm rot="2700000">
            <a:off x="12020868" y="4181493"/>
            <a:ext cx="13715" cy="463189"/>
          </a:xfrm>
          <a:custGeom>
            <a:avLst/>
            <a:gdLst/>
            <a:ahLst/>
            <a:cxnLst/>
            <a:rect l="l" t="t" r="r" b="b"/>
            <a:pathLst>
              <a:path w="13715" h="463189">
                <a:moveTo>
                  <a:pt x="1" y="0"/>
                </a:moveTo>
                <a:lnTo>
                  <a:pt x="13715" y="13716"/>
                </a:lnTo>
                <a:lnTo>
                  <a:pt x="13715" y="449474"/>
                </a:lnTo>
                <a:lnTo>
                  <a:pt x="0" y="463189"/>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54" name="Rectangle 102"/>
          <p:cNvSpPr/>
          <p:nvPr/>
        </p:nvSpPr>
        <p:spPr>
          <a:xfrm rot="2700000">
            <a:off x="203277" y="-93899"/>
            <a:ext cx="13716" cy="608068"/>
          </a:xfrm>
          <a:custGeom>
            <a:avLst/>
            <a:gdLst/>
            <a:ahLst/>
            <a:cxnLst/>
            <a:rect l="l" t="t" r="r" b="b"/>
            <a:pathLst>
              <a:path w="13716" h="608068">
                <a:moveTo>
                  <a:pt x="0" y="13716"/>
                </a:moveTo>
                <a:lnTo>
                  <a:pt x="13716" y="0"/>
                </a:lnTo>
                <a:lnTo>
                  <a:pt x="13716" y="608068"/>
                </a:lnTo>
                <a:lnTo>
                  <a:pt x="0" y="59435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55" name="Rectangle 103"/>
          <p:cNvSpPr/>
          <p:nvPr/>
        </p:nvSpPr>
        <p:spPr>
          <a:xfrm rot="2700000">
            <a:off x="624870" y="-268529"/>
            <a:ext cx="13716" cy="1800514"/>
          </a:xfrm>
          <a:custGeom>
            <a:avLst/>
            <a:gdLst/>
            <a:ahLst/>
            <a:cxnLst/>
            <a:rect l="l" t="t" r="r" b="b"/>
            <a:pathLst>
              <a:path w="13716" h="1800514">
                <a:moveTo>
                  <a:pt x="0" y="13716"/>
                </a:moveTo>
                <a:lnTo>
                  <a:pt x="13716" y="0"/>
                </a:lnTo>
                <a:lnTo>
                  <a:pt x="13716" y="1800514"/>
                </a:lnTo>
                <a:lnTo>
                  <a:pt x="0" y="1786798"/>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56" name="Rectangle 104"/>
          <p:cNvSpPr/>
          <p:nvPr/>
        </p:nvSpPr>
        <p:spPr>
          <a:xfrm rot="2700000">
            <a:off x="1046463" y="-443158"/>
            <a:ext cx="13716" cy="2992958"/>
          </a:xfrm>
          <a:custGeom>
            <a:avLst/>
            <a:gdLst/>
            <a:ahLst/>
            <a:cxnLst/>
            <a:rect l="l" t="t" r="r" b="b"/>
            <a:pathLst>
              <a:path w="13716" h="2992958">
                <a:moveTo>
                  <a:pt x="0" y="13716"/>
                </a:moveTo>
                <a:lnTo>
                  <a:pt x="13716" y="0"/>
                </a:lnTo>
                <a:lnTo>
                  <a:pt x="13716" y="2992958"/>
                </a:lnTo>
                <a:lnTo>
                  <a:pt x="0" y="297924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57" name="Rectangle 105"/>
          <p:cNvSpPr/>
          <p:nvPr/>
        </p:nvSpPr>
        <p:spPr>
          <a:xfrm rot="2700000">
            <a:off x="1468056" y="-617788"/>
            <a:ext cx="13716" cy="4185404"/>
          </a:xfrm>
          <a:custGeom>
            <a:avLst/>
            <a:gdLst/>
            <a:ahLst/>
            <a:cxnLst/>
            <a:rect l="l" t="t" r="r" b="b"/>
            <a:pathLst>
              <a:path w="13716" h="4185404">
                <a:moveTo>
                  <a:pt x="0" y="13716"/>
                </a:moveTo>
                <a:lnTo>
                  <a:pt x="13716" y="0"/>
                </a:lnTo>
                <a:lnTo>
                  <a:pt x="13716" y="4185404"/>
                </a:lnTo>
                <a:lnTo>
                  <a:pt x="0" y="4171688"/>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58" name="Rectangle 106"/>
          <p:cNvSpPr/>
          <p:nvPr/>
        </p:nvSpPr>
        <p:spPr>
          <a:xfrm rot="2700000">
            <a:off x="1889649" y="-792416"/>
            <a:ext cx="13716" cy="5377849"/>
          </a:xfrm>
          <a:custGeom>
            <a:avLst/>
            <a:gdLst/>
            <a:ahLst/>
            <a:cxnLst/>
            <a:rect l="l" t="t" r="r" b="b"/>
            <a:pathLst>
              <a:path w="13716" h="5377849">
                <a:moveTo>
                  <a:pt x="0" y="13716"/>
                </a:moveTo>
                <a:lnTo>
                  <a:pt x="13716" y="0"/>
                </a:lnTo>
                <a:lnTo>
                  <a:pt x="13716" y="5377849"/>
                </a:lnTo>
                <a:lnTo>
                  <a:pt x="0" y="536413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59" name="Rectangle 148"/>
          <p:cNvSpPr/>
          <p:nvPr/>
        </p:nvSpPr>
        <p:spPr>
          <a:xfrm rot="18900000" flipV="1">
            <a:off x="2070569" y="-450209"/>
            <a:ext cx="13716" cy="5889566"/>
          </a:xfrm>
          <a:custGeom>
            <a:avLst/>
            <a:gdLst/>
            <a:ahLst/>
            <a:cxnLst/>
            <a:rect l="l" t="t" r="r" b="b"/>
            <a:pathLst>
              <a:path w="13716" h="5889566">
                <a:moveTo>
                  <a:pt x="13716" y="5889566"/>
                </a:moveTo>
                <a:lnTo>
                  <a:pt x="13716" y="0"/>
                </a:lnTo>
                <a:lnTo>
                  <a:pt x="0" y="13716"/>
                </a:lnTo>
                <a:lnTo>
                  <a:pt x="0" y="587585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60" name="Rectangle 323"/>
          <p:cNvSpPr/>
          <p:nvPr/>
        </p:nvSpPr>
        <p:spPr>
          <a:xfrm rot="18900000" flipV="1">
            <a:off x="1648976" y="567610"/>
            <a:ext cx="13716" cy="4697119"/>
          </a:xfrm>
          <a:custGeom>
            <a:avLst/>
            <a:gdLst/>
            <a:ahLst/>
            <a:cxnLst/>
            <a:rect l="l" t="t" r="r" b="b"/>
            <a:pathLst>
              <a:path w="13716" h="4697119">
                <a:moveTo>
                  <a:pt x="13716" y="4697119"/>
                </a:moveTo>
                <a:lnTo>
                  <a:pt x="13716" y="0"/>
                </a:lnTo>
                <a:lnTo>
                  <a:pt x="0" y="13716"/>
                </a:lnTo>
                <a:lnTo>
                  <a:pt x="0" y="468340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61" name="Rectangle 324"/>
          <p:cNvSpPr/>
          <p:nvPr/>
        </p:nvSpPr>
        <p:spPr>
          <a:xfrm rot="18900000" flipV="1">
            <a:off x="1227383" y="1585424"/>
            <a:ext cx="13716" cy="3504674"/>
          </a:xfrm>
          <a:custGeom>
            <a:avLst/>
            <a:gdLst/>
            <a:ahLst/>
            <a:cxnLst/>
            <a:rect l="l" t="t" r="r" b="b"/>
            <a:pathLst>
              <a:path w="13716" h="3504674">
                <a:moveTo>
                  <a:pt x="13716" y="3504674"/>
                </a:moveTo>
                <a:lnTo>
                  <a:pt x="13716" y="0"/>
                </a:lnTo>
                <a:lnTo>
                  <a:pt x="0" y="13716"/>
                </a:lnTo>
                <a:lnTo>
                  <a:pt x="0" y="3490958"/>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62" name="Rectangle 325"/>
          <p:cNvSpPr/>
          <p:nvPr/>
        </p:nvSpPr>
        <p:spPr>
          <a:xfrm rot="18900000" flipV="1">
            <a:off x="805790" y="2603242"/>
            <a:ext cx="13716" cy="2312226"/>
          </a:xfrm>
          <a:custGeom>
            <a:avLst/>
            <a:gdLst/>
            <a:ahLst/>
            <a:cxnLst/>
            <a:rect l="l" t="t" r="r" b="b"/>
            <a:pathLst>
              <a:path w="13716" h="2312226">
                <a:moveTo>
                  <a:pt x="13716" y="2312226"/>
                </a:moveTo>
                <a:lnTo>
                  <a:pt x="13716" y="0"/>
                </a:lnTo>
                <a:lnTo>
                  <a:pt x="0" y="13716"/>
                </a:lnTo>
                <a:lnTo>
                  <a:pt x="0" y="229851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63" name="Rectangle 326"/>
          <p:cNvSpPr/>
          <p:nvPr/>
        </p:nvSpPr>
        <p:spPr>
          <a:xfrm rot="18900000" flipV="1">
            <a:off x="384198" y="3621057"/>
            <a:ext cx="13716" cy="1119782"/>
          </a:xfrm>
          <a:custGeom>
            <a:avLst/>
            <a:gdLst/>
            <a:ahLst/>
            <a:cxnLst/>
            <a:rect l="l" t="t" r="r" b="b"/>
            <a:pathLst>
              <a:path w="13716" h="1119782">
                <a:moveTo>
                  <a:pt x="13716" y="1119782"/>
                </a:moveTo>
                <a:lnTo>
                  <a:pt x="13716" y="0"/>
                </a:lnTo>
                <a:lnTo>
                  <a:pt x="0" y="13716"/>
                </a:lnTo>
                <a:lnTo>
                  <a:pt x="0" y="110606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64" name="Rectangle 371"/>
          <p:cNvSpPr/>
          <p:nvPr/>
        </p:nvSpPr>
        <p:spPr>
          <a:xfrm rot="18900000" flipV="1">
            <a:off x="2705180" y="-953749"/>
            <a:ext cx="13716" cy="6479500"/>
          </a:xfrm>
          <a:custGeom>
            <a:avLst/>
            <a:gdLst/>
            <a:ahLst/>
            <a:cxnLst/>
            <a:rect l="l" t="t" r="r" b="b"/>
            <a:pathLst>
              <a:path w="13716" h="6479500">
                <a:moveTo>
                  <a:pt x="0" y="6479500"/>
                </a:moveTo>
                <a:lnTo>
                  <a:pt x="13716" y="6465784"/>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65" name="Rectangle 373"/>
          <p:cNvSpPr/>
          <p:nvPr/>
        </p:nvSpPr>
        <p:spPr>
          <a:xfrm rot="18900000" flipV="1">
            <a:off x="4391552" y="-953749"/>
            <a:ext cx="13716" cy="6479500"/>
          </a:xfrm>
          <a:custGeom>
            <a:avLst/>
            <a:gdLst/>
            <a:ahLst/>
            <a:cxnLst/>
            <a:rect l="l" t="t" r="r" b="b"/>
            <a:pathLst>
              <a:path w="13716" h="6479500">
                <a:moveTo>
                  <a:pt x="0" y="6479500"/>
                </a:moveTo>
                <a:lnTo>
                  <a:pt x="13716" y="6465784"/>
                </a:lnTo>
                <a:lnTo>
                  <a:pt x="13716" y="0"/>
                </a:lnTo>
                <a:lnTo>
                  <a:pt x="0" y="13715"/>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66" name="Rectangle 375"/>
          <p:cNvSpPr/>
          <p:nvPr/>
        </p:nvSpPr>
        <p:spPr>
          <a:xfrm rot="18900000" flipV="1">
            <a:off x="6077925" y="-953749"/>
            <a:ext cx="13716" cy="6479501"/>
          </a:xfrm>
          <a:custGeom>
            <a:avLst/>
            <a:gdLst/>
            <a:ahLst/>
            <a:cxnLst/>
            <a:rect l="l" t="t" r="r" b="b"/>
            <a:pathLst>
              <a:path w="13716" h="6479501">
                <a:moveTo>
                  <a:pt x="0" y="6479501"/>
                </a:moveTo>
                <a:lnTo>
                  <a:pt x="13716" y="6465785"/>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67" name="Rectangle 376"/>
          <p:cNvSpPr/>
          <p:nvPr/>
        </p:nvSpPr>
        <p:spPr>
          <a:xfrm rot="18900000" flipV="1">
            <a:off x="6916261" y="-965458"/>
            <a:ext cx="13716" cy="6493219"/>
          </a:xfrm>
          <a:custGeom>
            <a:avLst/>
            <a:gdLst/>
            <a:ahLst/>
            <a:cxnLst/>
            <a:rect l="l" t="t" r="r" b="b"/>
            <a:pathLst>
              <a:path w="13716" h="6493219">
                <a:moveTo>
                  <a:pt x="13716" y="6479504"/>
                </a:moveTo>
                <a:lnTo>
                  <a:pt x="13716" y="0"/>
                </a:lnTo>
                <a:lnTo>
                  <a:pt x="0" y="13717"/>
                </a:lnTo>
                <a:lnTo>
                  <a:pt x="0" y="6493219"/>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68" name="Rectangle 377"/>
          <p:cNvSpPr/>
          <p:nvPr/>
        </p:nvSpPr>
        <p:spPr>
          <a:xfrm rot="18900000" flipV="1">
            <a:off x="7759447" y="-965458"/>
            <a:ext cx="13717" cy="6493219"/>
          </a:xfrm>
          <a:custGeom>
            <a:avLst/>
            <a:gdLst/>
            <a:ahLst/>
            <a:cxnLst/>
            <a:rect l="l" t="t" r="r" b="b"/>
            <a:pathLst>
              <a:path w="13717" h="6493219">
                <a:moveTo>
                  <a:pt x="0" y="6493219"/>
                </a:moveTo>
                <a:lnTo>
                  <a:pt x="13716" y="6479502"/>
                </a:lnTo>
                <a:lnTo>
                  <a:pt x="13717"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69" name="Rectangle 378"/>
          <p:cNvSpPr/>
          <p:nvPr/>
        </p:nvSpPr>
        <p:spPr>
          <a:xfrm rot="18900000" flipV="1">
            <a:off x="8602633" y="-965458"/>
            <a:ext cx="13716" cy="6493219"/>
          </a:xfrm>
          <a:custGeom>
            <a:avLst/>
            <a:gdLst/>
            <a:ahLst/>
            <a:cxnLst/>
            <a:rect l="l" t="t" r="r" b="b"/>
            <a:pathLst>
              <a:path w="13716" h="6493219">
                <a:moveTo>
                  <a:pt x="13716" y="6479504"/>
                </a:moveTo>
                <a:lnTo>
                  <a:pt x="13716" y="0"/>
                </a:lnTo>
                <a:lnTo>
                  <a:pt x="0" y="13716"/>
                </a:lnTo>
                <a:lnTo>
                  <a:pt x="0" y="6493219"/>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70" name="Rectangle 138"/>
          <p:cNvSpPr/>
          <p:nvPr/>
        </p:nvSpPr>
        <p:spPr>
          <a:xfrm rot="18900000" flipV="1">
            <a:off x="10088968" y="-882602"/>
            <a:ext cx="13716" cy="5927431"/>
          </a:xfrm>
          <a:custGeom>
            <a:avLst/>
            <a:gdLst/>
            <a:ahLst/>
            <a:cxnLst/>
            <a:rect l="l" t="t" r="r" b="b"/>
            <a:pathLst>
              <a:path w="13716" h="5927431">
                <a:moveTo>
                  <a:pt x="0" y="5927431"/>
                </a:moveTo>
                <a:lnTo>
                  <a:pt x="13715" y="5913716"/>
                </a:lnTo>
                <a:lnTo>
                  <a:pt x="13716" y="13716"/>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71" name="Rectangle 139"/>
          <p:cNvSpPr/>
          <p:nvPr/>
        </p:nvSpPr>
        <p:spPr>
          <a:xfrm rot="18900000" flipV="1">
            <a:off x="10510562" y="-707971"/>
            <a:ext cx="13716" cy="4734985"/>
          </a:xfrm>
          <a:custGeom>
            <a:avLst/>
            <a:gdLst/>
            <a:ahLst/>
            <a:cxnLst/>
            <a:rect l="l" t="t" r="r" b="b"/>
            <a:pathLst>
              <a:path w="13716" h="4734985">
                <a:moveTo>
                  <a:pt x="0" y="4734985"/>
                </a:moveTo>
                <a:lnTo>
                  <a:pt x="13715" y="4721270"/>
                </a:lnTo>
                <a:lnTo>
                  <a:pt x="13716" y="13715"/>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72" name="Rectangle 140"/>
          <p:cNvSpPr/>
          <p:nvPr/>
        </p:nvSpPr>
        <p:spPr>
          <a:xfrm rot="18900000" flipV="1">
            <a:off x="10932155" y="-533342"/>
            <a:ext cx="13716" cy="3542540"/>
          </a:xfrm>
          <a:custGeom>
            <a:avLst/>
            <a:gdLst/>
            <a:ahLst/>
            <a:cxnLst/>
            <a:rect l="l" t="t" r="r" b="b"/>
            <a:pathLst>
              <a:path w="13716" h="3542540">
                <a:moveTo>
                  <a:pt x="0" y="3542540"/>
                </a:moveTo>
                <a:lnTo>
                  <a:pt x="13715" y="3528825"/>
                </a:lnTo>
                <a:lnTo>
                  <a:pt x="13716" y="13716"/>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73" name="Rectangle 141"/>
          <p:cNvSpPr/>
          <p:nvPr/>
        </p:nvSpPr>
        <p:spPr>
          <a:xfrm rot="18900000" flipV="1">
            <a:off x="11353748" y="-358712"/>
            <a:ext cx="13716" cy="2350095"/>
          </a:xfrm>
          <a:custGeom>
            <a:avLst/>
            <a:gdLst/>
            <a:ahLst/>
            <a:cxnLst/>
            <a:rect l="l" t="t" r="r" b="b"/>
            <a:pathLst>
              <a:path w="13716" h="2350095">
                <a:moveTo>
                  <a:pt x="0" y="2350095"/>
                </a:moveTo>
                <a:lnTo>
                  <a:pt x="13715" y="2336380"/>
                </a:lnTo>
                <a:lnTo>
                  <a:pt x="13716" y="13714"/>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74" name="Rectangle 142"/>
          <p:cNvSpPr/>
          <p:nvPr/>
        </p:nvSpPr>
        <p:spPr>
          <a:xfrm rot="18900000" flipV="1">
            <a:off x="11775341" y="-184083"/>
            <a:ext cx="13716" cy="1157650"/>
          </a:xfrm>
          <a:custGeom>
            <a:avLst/>
            <a:gdLst/>
            <a:ahLst/>
            <a:cxnLst/>
            <a:rect l="l" t="t" r="r" b="b"/>
            <a:pathLst>
              <a:path w="13716" h="1157650">
                <a:moveTo>
                  <a:pt x="0" y="1157650"/>
                </a:moveTo>
                <a:lnTo>
                  <a:pt x="13716" y="1143934"/>
                </a:lnTo>
                <a:lnTo>
                  <a:pt x="13716" y="13716"/>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75" name="Rectangle 372"/>
          <p:cNvSpPr/>
          <p:nvPr/>
        </p:nvSpPr>
        <p:spPr>
          <a:xfrm rot="18900000" flipV="1">
            <a:off x="3543517" y="-965458"/>
            <a:ext cx="13716" cy="6493219"/>
          </a:xfrm>
          <a:custGeom>
            <a:avLst/>
            <a:gdLst/>
            <a:ahLst/>
            <a:cxnLst/>
            <a:rect l="l" t="t" r="r" b="b"/>
            <a:pathLst>
              <a:path w="13716" h="6493219">
                <a:moveTo>
                  <a:pt x="0" y="6493219"/>
                </a:moveTo>
                <a:lnTo>
                  <a:pt x="13716" y="6479503"/>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76" name="Rectangle 374"/>
          <p:cNvSpPr/>
          <p:nvPr/>
        </p:nvSpPr>
        <p:spPr>
          <a:xfrm rot="18900000" flipV="1">
            <a:off x="5229889" y="-965458"/>
            <a:ext cx="13716" cy="6493220"/>
          </a:xfrm>
          <a:custGeom>
            <a:avLst/>
            <a:gdLst/>
            <a:ahLst/>
            <a:cxnLst/>
            <a:rect l="l" t="t" r="r" b="b"/>
            <a:pathLst>
              <a:path w="13716" h="6493220">
                <a:moveTo>
                  <a:pt x="0" y="6493220"/>
                </a:moveTo>
                <a:lnTo>
                  <a:pt x="13716" y="6479504"/>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77" name="Teardrop 3"/>
          <p:cNvSpPr/>
          <p:nvPr/>
        </p:nvSpPr>
        <p:spPr>
          <a:xfrm rot="5400000" flipH="1" flipV="1">
            <a:off x="64427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78" name="Teardrop 3"/>
          <p:cNvSpPr/>
          <p:nvPr/>
        </p:nvSpPr>
        <p:spPr>
          <a:xfrm rot="5400000" flipH="1" flipV="1">
            <a:off x="-148774" y="258315"/>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1"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6" y="223846"/>
                </a:cubicBezTo>
                <a:lnTo>
                  <a:pt x="221347" y="232509"/>
                </a:lnTo>
                <a:cubicBezTo>
                  <a:pt x="224389" y="249009"/>
                  <a:pt x="232545" y="264623"/>
                  <a:pt x="245300" y="277378"/>
                </a:cubicBezTo>
                <a:cubicBezTo>
                  <a:pt x="262207" y="294285"/>
                  <a:pt x="284136"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0" y="272349"/>
                  <a:pt x="214766" y="256482"/>
                  <a:pt x="210610" y="239626"/>
                </a:cubicBezTo>
                <a:cubicBezTo>
                  <a:pt x="195839" y="248693"/>
                  <a:pt x="178427" y="253666"/>
                  <a:pt x="159854" y="253666"/>
                </a:cubicBezTo>
                <a:cubicBezTo>
                  <a:pt x="132604" y="253666"/>
                  <a:pt x="107854" y="242961"/>
                  <a:pt x="89720" y="225380"/>
                </a:cubicBezTo>
                <a:lnTo>
                  <a:pt x="89720" y="225380"/>
                </a:lnTo>
                <a:cubicBezTo>
                  <a:pt x="72139" y="207247"/>
                  <a:pt x="61434" y="182497"/>
                  <a:pt x="61434" y="155247"/>
                </a:cubicBezTo>
                <a:cubicBezTo>
                  <a:pt x="61434" y="136673"/>
                  <a:pt x="66407"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89" y="30964"/>
                  <a:pt x="20815" y="52893"/>
                  <a:pt x="37722" y="69800"/>
                </a:cubicBezTo>
                <a:cubicBezTo>
                  <a:pt x="50477" y="82555"/>
                  <a:pt x="66091" y="90711"/>
                  <a:pt x="82591" y="93753"/>
                </a:cubicBezTo>
                <a:cubicBezTo>
                  <a:pt x="100880" y="69151"/>
                  <a:pt x="130228" y="53433"/>
                  <a:pt x="163247" y="53433"/>
                </a:cubicBezTo>
                <a:cubicBezTo>
                  <a:pt x="186137" y="53872"/>
                  <a:pt x="201262" y="50984"/>
                  <a:pt x="211354" y="39116"/>
                </a:cubicBezTo>
                <a:cubicBezTo>
                  <a:pt x="212796" y="37420"/>
                  <a:pt x="214135" y="35542"/>
                  <a:pt x="215380" y="33463"/>
                </a:cubicBezTo>
                <a:lnTo>
                  <a:pt x="215236" y="0"/>
                </a:lnTo>
                <a:lnTo>
                  <a:pt x="223506" y="0"/>
                </a:lnTo>
                <a:cubicBezTo>
                  <a:pt x="219687"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8"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8" y="30964"/>
                  <a:pt x="601147" y="8808"/>
                </a:cubicBezTo>
                <a:lnTo>
                  <a:pt x="515981" y="8808"/>
                </a:lnTo>
                <a:lnTo>
                  <a:pt x="515981" y="8744"/>
                </a:lnTo>
                <a:lnTo>
                  <a:pt x="601147" y="8744"/>
                </a:lnTo>
                <a:lnTo>
                  <a:pt x="599274"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79" name="Teardrop 3"/>
          <p:cNvSpPr/>
          <p:nvPr/>
        </p:nvSpPr>
        <p:spPr>
          <a:xfrm rot="5400000" flipH="1" flipV="1">
            <a:off x="13875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80" name="Teardrop 3"/>
          <p:cNvSpPr/>
          <p:nvPr/>
        </p:nvSpPr>
        <p:spPr>
          <a:xfrm rot="5400000" flipH="1" flipV="1">
            <a:off x="22300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81" name="Teardrop 3"/>
          <p:cNvSpPr/>
          <p:nvPr/>
        </p:nvSpPr>
        <p:spPr>
          <a:xfrm rot="5400000" flipH="1" flipV="1">
            <a:off x="307261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82" name="Teardrop 3"/>
          <p:cNvSpPr/>
          <p:nvPr/>
        </p:nvSpPr>
        <p:spPr>
          <a:xfrm rot="5400000" flipH="1" flipV="1">
            <a:off x="391515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83" name="Teardrop 3"/>
          <p:cNvSpPr/>
          <p:nvPr/>
        </p:nvSpPr>
        <p:spPr>
          <a:xfrm rot="5400000" flipH="1" flipV="1">
            <a:off x="47576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84" name="Teardrop 3"/>
          <p:cNvSpPr/>
          <p:nvPr/>
        </p:nvSpPr>
        <p:spPr>
          <a:xfrm rot="5400000" flipH="1" flipV="1">
            <a:off x="56002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85" name="Teardrop 3"/>
          <p:cNvSpPr/>
          <p:nvPr/>
        </p:nvSpPr>
        <p:spPr>
          <a:xfrm rot="5400000" flipH="1" flipV="1">
            <a:off x="812785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86" name="Teardrop 3"/>
          <p:cNvSpPr/>
          <p:nvPr/>
        </p:nvSpPr>
        <p:spPr>
          <a:xfrm rot="5400000" flipH="1" flipV="1">
            <a:off x="728531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87" name="Teardrop 3"/>
          <p:cNvSpPr/>
          <p:nvPr/>
        </p:nvSpPr>
        <p:spPr>
          <a:xfrm rot="5400000" flipH="1" flipV="1">
            <a:off x="98129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88" name="Teardrop 3"/>
          <p:cNvSpPr/>
          <p:nvPr/>
        </p:nvSpPr>
        <p:spPr>
          <a:xfrm rot="5400000" flipH="1" flipV="1">
            <a:off x="89703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89" name="Teardrop 3"/>
          <p:cNvSpPr/>
          <p:nvPr/>
        </p:nvSpPr>
        <p:spPr>
          <a:xfrm rot="5400000" flipH="1" flipV="1">
            <a:off x="11498011"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90" name="Teardrop 3"/>
          <p:cNvSpPr/>
          <p:nvPr/>
        </p:nvSpPr>
        <p:spPr>
          <a:xfrm rot="5400000" flipH="1" flipV="1">
            <a:off x="106554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91" name="Teardrop 3"/>
          <p:cNvSpPr/>
          <p:nvPr/>
        </p:nvSpPr>
        <p:spPr>
          <a:xfrm rot="5400000" flipH="1" flipV="1">
            <a:off x="5449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92" name="Oval 591"/>
          <p:cNvSpPr/>
          <p:nvPr/>
        </p:nvSpPr>
        <p:spPr>
          <a:xfrm>
            <a:off x="66645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93" name="Oval 167"/>
          <p:cNvSpPr/>
          <p:nvPr/>
        </p:nvSpPr>
        <p:spPr>
          <a:xfrm>
            <a:off x="0" y="331699"/>
            <a:ext cx="93942" cy="4240302"/>
          </a:xfrm>
          <a:custGeom>
            <a:avLst/>
            <a:gdLst/>
            <a:ahLst/>
            <a:cxnLst/>
            <a:rect l="l" t="t" r="r" b="b"/>
            <a:pathLst>
              <a:path w="93942" h="4240302">
                <a:moveTo>
                  <a:pt x="9066" y="4229620"/>
                </a:moveTo>
                <a:cubicBezTo>
                  <a:pt x="23324" y="4229620"/>
                  <a:pt x="36761" y="4233136"/>
                  <a:pt x="48054" y="4240302"/>
                </a:cubicBezTo>
                <a:lnTo>
                  <a:pt x="0" y="4240302"/>
                </a:lnTo>
                <a:lnTo>
                  <a:pt x="0" y="4231451"/>
                </a:lnTo>
                <a:cubicBezTo>
                  <a:pt x="2881" y="4229788"/>
                  <a:pt x="5954" y="4229620"/>
                  <a:pt x="9066" y="4229620"/>
                </a:cubicBezTo>
                <a:close/>
                <a:moveTo>
                  <a:pt x="9066" y="3380947"/>
                </a:moveTo>
                <a:cubicBezTo>
                  <a:pt x="55942" y="3380947"/>
                  <a:pt x="93942" y="3418947"/>
                  <a:pt x="93942" y="3465822"/>
                </a:cubicBezTo>
                <a:cubicBezTo>
                  <a:pt x="93942" y="3512697"/>
                  <a:pt x="55942" y="3550697"/>
                  <a:pt x="9066" y="3550697"/>
                </a:cubicBezTo>
                <a:lnTo>
                  <a:pt x="0" y="3548867"/>
                </a:lnTo>
                <a:lnTo>
                  <a:pt x="0" y="3382777"/>
                </a:lnTo>
                <a:cubicBezTo>
                  <a:pt x="2881" y="3381115"/>
                  <a:pt x="5954" y="3380947"/>
                  <a:pt x="9066" y="3380947"/>
                </a:cubicBezTo>
                <a:close/>
                <a:moveTo>
                  <a:pt x="9066" y="2536768"/>
                </a:moveTo>
                <a:cubicBezTo>
                  <a:pt x="55942" y="2536768"/>
                  <a:pt x="93942" y="2574768"/>
                  <a:pt x="93942" y="2621643"/>
                </a:cubicBezTo>
                <a:cubicBezTo>
                  <a:pt x="93942" y="2668518"/>
                  <a:pt x="55942" y="2706518"/>
                  <a:pt x="9066" y="2706518"/>
                </a:cubicBezTo>
                <a:lnTo>
                  <a:pt x="0" y="2704688"/>
                </a:lnTo>
                <a:lnTo>
                  <a:pt x="0" y="2538598"/>
                </a:lnTo>
                <a:cubicBezTo>
                  <a:pt x="2881" y="2536936"/>
                  <a:pt x="5954" y="2536768"/>
                  <a:pt x="9066" y="2536768"/>
                </a:cubicBezTo>
                <a:close/>
                <a:moveTo>
                  <a:pt x="9066" y="1688095"/>
                </a:moveTo>
                <a:cubicBezTo>
                  <a:pt x="55942" y="1688095"/>
                  <a:pt x="93942" y="1726095"/>
                  <a:pt x="93942" y="1772970"/>
                </a:cubicBezTo>
                <a:cubicBezTo>
                  <a:pt x="93942" y="1819845"/>
                  <a:pt x="55942" y="1857845"/>
                  <a:pt x="9066" y="1857845"/>
                </a:cubicBezTo>
                <a:lnTo>
                  <a:pt x="0" y="1856015"/>
                </a:lnTo>
                <a:lnTo>
                  <a:pt x="0" y="1689925"/>
                </a:lnTo>
                <a:cubicBezTo>
                  <a:pt x="2881" y="1688263"/>
                  <a:pt x="5954" y="1688095"/>
                  <a:pt x="9066" y="1688095"/>
                </a:cubicBezTo>
                <a:close/>
                <a:moveTo>
                  <a:pt x="9066" y="845498"/>
                </a:moveTo>
                <a:cubicBezTo>
                  <a:pt x="55942" y="845498"/>
                  <a:pt x="93942" y="883498"/>
                  <a:pt x="93942" y="930373"/>
                </a:cubicBezTo>
                <a:cubicBezTo>
                  <a:pt x="93942" y="977248"/>
                  <a:pt x="55942" y="1015248"/>
                  <a:pt x="9066" y="1015248"/>
                </a:cubicBezTo>
                <a:lnTo>
                  <a:pt x="0" y="1013418"/>
                </a:lnTo>
                <a:lnTo>
                  <a:pt x="0" y="847328"/>
                </a:lnTo>
                <a:cubicBezTo>
                  <a:pt x="2881" y="845666"/>
                  <a:pt x="5954" y="845498"/>
                  <a:pt x="9066" y="845498"/>
                </a:cubicBezTo>
                <a:close/>
                <a:moveTo>
                  <a:pt x="9066" y="0"/>
                </a:moveTo>
                <a:cubicBezTo>
                  <a:pt x="55942" y="0"/>
                  <a:pt x="93942" y="38000"/>
                  <a:pt x="93942" y="84875"/>
                </a:cubicBezTo>
                <a:cubicBezTo>
                  <a:pt x="93942" y="131750"/>
                  <a:pt x="55942" y="169750"/>
                  <a:pt x="9066" y="169750"/>
                </a:cubicBezTo>
                <a:lnTo>
                  <a:pt x="0" y="167920"/>
                </a:lnTo>
                <a:lnTo>
                  <a:pt x="0" y="1830"/>
                </a:lnTo>
                <a:cubicBezTo>
                  <a:pt x="2881" y="167"/>
                  <a:pt x="5954" y="0"/>
                  <a:pt x="906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94" name="Oval 593"/>
          <p:cNvSpPr/>
          <p:nvPr/>
        </p:nvSpPr>
        <p:spPr>
          <a:xfrm>
            <a:off x="7667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95" name="Oval 594"/>
          <p:cNvSpPr/>
          <p:nvPr/>
        </p:nvSpPr>
        <p:spPr>
          <a:xfrm>
            <a:off x="16092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96" name="Oval 595"/>
          <p:cNvSpPr/>
          <p:nvPr/>
        </p:nvSpPr>
        <p:spPr>
          <a:xfrm>
            <a:off x="24518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97" name="Oval 596"/>
          <p:cNvSpPr/>
          <p:nvPr/>
        </p:nvSpPr>
        <p:spPr>
          <a:xfrm>
            <a:off x="329435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98" name="Oval 597"/>
          <p:cNvSpPr/>
          <p:nvPr/>
        </p:nvSpPr>
        <p:spPr>
          <a:xfrm>
            <a:off x="413689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599" name="Oval 598"/>
          <p:cNvSpPr/>
          <p:nvPr/>
        </p:nvSpPr>
        <p:spPr>
          <a:xfrm>
            <a:off x="49794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00" name="Oval 599"/>
          <p:cNvSpPr/>
          <p:nvPr/>
        </p:nvSpPr>
        <p:spPr>
          <a:xfrm>
            <a:off x="58219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01" name="Oval 600"/>
          <p:cNvSpPr/>
          <p:nvPr/>
        </p:nvSpPr>
        <p:spPr>
          <a:xfrm>
            <a:off x="834959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02" name="Oval 601"/>
          <p:cNvSpPr/>
          <p:nvPr/>
        </p:nvSpPr>
        <p:spPr>
          <a:xfrm>
            <a:off x="750705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03" name="Oval 602"/>
          <p:cNvSpPr/>
          <p:nvPr/>
        </p:nvSpPr>
        <p:spPr>
          <a:xfrm>
            <a:off x="100346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04" name="Oval 603"/>
          <p:cNvSpPr/>
          <p:nvPr/>
        </p:nvSpPr>
        <p:spPr>
          <a:xfrm>
            <a:off x="91921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05" name="Oval 604"/>
          <p:cNvSpPr/>
          <p:nvPr/>
        </p:nvSpPr>
        <p:spPr>
          <a:xfrm>
            <a:off x="11719750"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06" name="Oval 605"/>
          <p:cNvSpPr/>
          <p:nvPr/>
        </p:nvSpPr>
        <p:spPr>
          <a:xfrm>
            <a:off x="108772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07" name="Teardrop 3"/>
          <p:cNvSpPr/>
          <p:nvPr/>
        </p:nvSpPr>
        <p:spPr>
          <a:xfrm rot="5400000" flipH="1" flipV="1">
            <a:off x="60211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08" name="Teardrop 3"/>
          <p:cNvSpPr/>
          <p:nvPr/>
        </p:nvSpPr>
        <p:spPr>
          <a:xfrm rot="5400000" flipH="1" flipV="1">
            <a:off x="9659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09" name="Teardrop 3"/>
          <p:cNvSpPr/>
          <p:nvPr/>
        </p:nvSpPr>
        <p:spPr>
          <a:xfrm rot="5400000" flipH="1" flipV="1">
            <a:off x="18084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10" name="Teardrop 3"/>
          <p:cNvSpPr/>
          <p:nvPr/>
        </p:nvSpPr>
        <p:spPr>
          <a:xfrm rot="5400000" flipH="1" flipV="1">
            <a:off x="265102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11" name="Teardrop 3"/>
          <p:cNvSpPr/>
          <p:nvPr/>
        </p:nvSpPr>
        <p:spPr>
          <a:xfrm rot="5400000" flipH="1" flipV="1">
            <a:off x="349356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12" name="Teardrop 3"/>
          <p:cNvSpPr/>
          <p:nvPr/>
        </p:nvSpPr>
        <p:spPr>
          <a:xfrm rot="5400000" flipH="1" flipV="1">
            <a:off x="43361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13" name="Teardrop 3"/>
          <p:cNvSpPr/>
          <p:nvPr/>
        </p:nvSpPr>
        <p:spPr>
          <a:xfrm rot="5400000" flipH="1" flipV="1">
            <a:off x="51786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14" name="Teardrop 3"/>
          <p:cNvSpPr/>
          <p:nvPr/>
        </p:nvSpPr>
        <p:spPr>
          <a:xfrm rot="5400000" flipH="1" flipV="1">
            <a:off x="770626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15" name="Teardrop 3"/>
          <p:cNvSpPr/>
          <p:nvPr/>
        </p:nvSpPr>
        <p:spPr>
          <a:xfrm rot="5400000" flipH="1" flipV="1">
            <a:off x="686372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16" name="Teardrop 3"/>
          <p:cNvSpPr/>
          <p:nvPr/>
        </p:nvSpPr>
        <p:spPr>
          <a:xfrm rot="5400000" flipH="1" flipV="1">
            <a:off x="93913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17" name="Teardrop 3"/>
          <p:cNvSpPr/>
          <p:nvPr/>
        </p:nvSpPr>
        <p:spPr>
          <a:xfrm rot="5400000" flipH="1" flipV="1">
            <a:off x="85488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18" name="Teardrop 3"/>
          <p:cNvSpPr/>
          <p:nvPr/>
        </p:nvSpPr>
        <p:spPr>
          <a:xfrm rot="5400000" flipH="1" flipV="1">
            <a:off x="11076421"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19" name="Teardrop 3"/>
          <p:cNvSpPr/>
          <p:nvPr/>
        </p:nvSpPr>
        <p:spPr>
          <a:xfrm rot="5400000" flipH="1" flipV="1">
            <a:off x="102338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20" name="Teardrop 3"/>
          <p:cNvSpPr/>
          <p:nvPr/>
        </p:nvSpPr>
        <p:spPr>
          <a:xfrm rot="5400000" flipH="1" flipV="1">
            <a:off x="1234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21" name="Teardrop 3"/>
          <p:cNvSpPr/>
          <p:nvPr/>
        </p:nvSpPr>
        <p:spPr>
          <a:xfrm rot="5400000" flipH="1" flipV="1">
            <a:off x="11760003" y="685578"/>
            <a:ext cx="595780" cy="268215"/>
          </a:xfrm>
          <a:custGeom>
            <a:avLst/>
            <a:gdLst/>
            <a:ahLst/>
            <a:cxnLst/>
            <a:rect l="l" t="t" r="r" b="b"/>
            <a:pathLst>
              <a:path w="595780"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1" y="73244"/>
                  <a:pt x="354103" y="113792"/>
                  <a:pt x="354103" y="163811"/>
                </a:cubicBezTo>
                <a:cubicBezTo>
                  <a:pt x="354469"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0"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0"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22" name="Oval 621"/>
          <p:cNvSpPr/>
          <p:nvPr/>
        </p:nvSpPr>
        <p:spPr>
          <a:xfrm>
            <a:off x="70866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23" name="Oval 622"/>
          <p:cNvSpPr/>
          <p:nvPr/>
        </p:nvSpPr>
        <p:spPr>
          <a:xfrm>
            <a:off x="3463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24" name="Oval 623"/>
          <p:cNvSpPr/>
          <p:nvPr/>
        </p:nvSpPr>
        <p:spPr>
          <a:xfrm>
            <a:off x="11888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25" name="Oval 624"/>
          <p:cNvSpPr/>
          <p:nvPr/>
        </p:nvSpPr>
        <p:spPr>
          <a:xfrm>
            <a:off x="20314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26" name="Oval 625"/>
          <p:cNvSpPr/>
          <p:nvPr/>
        </p:nvSpPr>
        <p:spPr>
          <a:xfrm>
            <a:off x="28739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27" name="Oval 626"/>
          <p:cNvSpPr/>
          <p:nvPr/>
        </p:nvSpPr>
        <p:spPr>
          <a:xfrm>
            <a:off x="371649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28" name="Oval 627"/>
          <p:cNvSpPr/>
          <p:nvPr/>
        </p:nvSpPr>
        <p:spPr>
          <a:xfrm>
            <a:off x="45590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29" name="Oval 628"/>
          <p:cNvSpPr/>
          <p:nvPr/>
        </p:nvSpPr>
        <p:spPr>
          <a:xfrm>
            <a:off x="54015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30" name="Oval 629"/>
          <p:cNvSpPr/>
          <p:nvPr/>
        </p:nvSpPr>
        <p:spPr>
          <a:xfrm>
            <a:off x="62441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31" name="Oval 630"/>
          <p:cNvSpPr/>
          <p:nvPr/>
        </p:nvSpPr>
        <p:spPr>
          <a:xfrm>
            <a:off x="87717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32" name="Oval 631"/>
          <p:cNvSpPr/>
          <p:nvPr/>
        </p:nvSpPr>
        <p:spPr>
          <a:xfrm>
            <a:off x="792919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33" name="Oval 632"/>
          <p:cNvSpPr/>
          <p:nvPr/>
        </p:nvSpPr>
        <p:spPr>
          <a:xfrm>
            <a:off x="104568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34" name="Oval 633"/>
          <p:cNvSpPr/>
          <p:nvPr/>
        </p:nvSpPr>
        <p:spPr>
          <a:xfrm>
            <a:off x="96142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35" name="Oval 860"/>
          <p:cNvSpPr/>
          <p:nvPr/>
        </p:nvSpPr>
        <p:spPr>
          <a:xfrm>
            <a:off x="12141892" y="758852"/>
            <a:ext cx="50109" cy="3538433"/>
          </a:xfrm>
          <a:custGeom>
            <a:avLst/>
            <a:gdLst/>
            <a:ahLst/>
            <a:cxnLst/>
            <a:rect l="l" t="t" r="r" b="b"/>
            <a:pathLst>
              <a:path w="50109" h="3538433">
                <a:moveTo>
                  <a:pt x="50109" y="3384355"/>
                </a:moveTo>
                <a:lnTo>
                  <a:pt x="50109" y="3538433"/>
                </a:lnTo>
                <a:cubicBezTo>
                  <a:pt x="20497" y="3525461"/>
                  <a:pt x="0" y="3495821"/>
                  <a:pt x="0" y="3461394"/>
                </a:cubicBezTo>
                <a:cubicBezTo>
                  <a:pt x="0" y="3426967"/>
                  <a:pt x="20497" y="3397327"/>
                  <a:pt x="50109" y="3384355"/>
                </a:cubicBezTo>
                <a:close/>
                <a:moveTo>
                  <a:pt x="50109" y="2538350"/>
                </a:moveTo>
                <a:lnTo>
                  <a:pt x="50109" y="2692428"/>
                </a:lnTo>
                <a:cubicBezTo>
                  <a:pt x="20497" y="2679456"/>
                  <a:pt x="0" y="2649816"/>
                  <a:pt x="0" y="2615389"/>
                </a:cubicBezTo>
                <a:cubicBezTo>
                  <a:pt x="0" y="2580962"/>
                  <a:pt x="20497" y="2551322"/>
                  <a:pt x="50109" y="2538350"/>
                </a:cubicBezTo>
                <a:close/>
                <a:moveTo>
                  <a:pt x="50109" y="1688095"/>
                </a:moveTo>
                <a:lnTo>
                  <a:pt x="50109" y="1842173"/>
                </a:lnTo>
                <a:cubicBezTo>
                  <a:pt x="20497" y="1829201"/>
                  <a:pt x="0" y="1799561"/>
                  <a:pt x="0" y="1765134"/>
                </a:cubicBezTo>
                <a:cubicBezTo>
                  <a:pt x="0" y="1730707"/>
                  <a:pt x="20497" y="1701067"/>
                  <a:pt x="50109" y="1688095"/>
                </a:cubicBezTo>
                <a:close/>
                <a:moveTo>
                  <a:pt x="50109" y="845498"/>
                </a:moveTo>
                <a:lnTo>
                  <a:pt x="50109" y="999576"/>
                </a:lnTo>
                <a:cubicBezTo>
                  <a:pt x="20497" y="986604"/>
                  <a:pt x="0" y="956964"/>
                  <a:pt x="0" y="922537"/>
                </a:cubicBezTo>
                <a:cubicBezTo>
                  <a:pt x="0" y="888110"/>
                  <a:pt x="20497" y="858470"/>
                  <a:pt x="50109" y="845498"/>
                </a:cubicBezTo>
                <a:close/>
                <a:moveTo>
                  <a:pt x="50109" y="0"/>
                </a:moveTo>
                <a:lnTo>
                  <a:pt x="50109" y="154078"/>
                </a:lnTo>
                <a:cubicBezTo>
                  <a:pt x="20497" y="141106"/>
                  <a:pt x="0" y="111466"/>
                  <a:pt x="0" y="77039"/>
                </a:cubicBezTo>
                <a:cubicBezTo>
                  <a:pt x="0" y="42612"/>
                  <a:pt x="20497" y="12972"/>
                  <a:pt x="5010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36" name="Oval 635"/>
          <p:cNvSpPr/>
          <p:nvPr/>
        </p:nvSpPr>
        <p:spPr>
          <a:xfrm>
            <a:off x="112993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37" name="Teardrop 3"/>
          <p:cNvSpPr/>
          <p:nvPr/>
        </p:nvSpPr>
        <p:spPr>
          <a:xfrm rot="5400000" flipH="1" flipV="1">
            <a:off x="617401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38" name="Teardrop 3"/>
          <p:cNvSpPr/>
          <p:nvPr/>
        </p:nvSpPr>
        <p:spPr>
          <a:xfrm rot="5400000" flipH="1" flipV="1">
            <a:off x="111877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699"/>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4"/>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8"/>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39" name="Teardrop 3"/>
          <p:cNvSpPr/>
          <p:nvPr/>
        </p:nvSpPr>
        <p:spPr>
          <a:xfrm rot="5400000" flipH="1" flipV="1">
            <a:off x="196131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4"/>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90"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40" name="Teardrop 3"/>
          <p:cNvSpPr/>
          <p:nvPr/>
        </p:nvSpPr>
        <p:spPr>
          <a:xfrm rot="5400000" flipH="1" flipV="1">
            <a:off x="280385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2"/>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5"/>
                  <a:pt x="61434" y="178458"/>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41" name="Teardrop 3"/>
          <p:cNvSpPr/>
          <p:nvPr/>
        </p:nvSpPr>
        <p:spPr>
          <a:xfrm rot="5400000" flipH="1" flipV="1">
            <a:off x="364639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2"/>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5"/>
                  <a:pt x="61434" y="178458"/>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42" name="Teardrop 3"/>
          <p:cNvSpPr/>
          <p:nvPr/>
        </p:nvSpPr>
        <p:spPr>
          <a:xfrm rot="5400000" flipH="1" flipV="1">
            <a:off x="448893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8"/>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43" name="Teardrop 3"/>
          <p:cNvSpPr/>
          <p:nvPr/>
        </p:nvSpPr>
        <p:spPr>
          <a:xfrm rot="5400000" flipH="1" flipV="1">
            <a:off x="533147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44" name="Teardrop 3"/>
          <p:cNvSpPr/>
          <p:nvPr/>
        </p:nvSpPr>
        <p:spPr>
          <a:xfrm rot="5400000" flipH="1" flipV="1">
            <a:off x="785909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8"/>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45" name="Teardrop 3"/>
          <p:cNvSpPr/>
          <p:nvPr/>
        </p:nvSpPr>
        <p:spPr>
          <a:xfrm rot="5400000" flipH="1" flipV="1">
            <a:off x="701655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46" name="Teardrop 3"/>
          <p:cNvSpPr/>
          <p:nvPr/>
        </p:nvSpPr>
        <p:spPr>
          <a:xfrm rot="5400000" flipH="1" flipV="1">
            <a:off x="954417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90"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47" name="Teardrop 3"/>
          <p:cNvSpPr/>
          <p:nvPr/>
        </p:nvSpPr>
        <p:spPr>
          <a:xfrm rot="5400000" flipH="1" flipV="1">
            <a:off x="870163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48" name="Teardrop 3"/>
          <p:cNvSpPr/>
          <p:nvPr/>
        </p:nvSpPr>
        <p:spPr>
          <a:xfrm rot="5400000" flipH="1" flipV="1">
            <a:off x="11229252"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49" name="Teardrop 3"/>
          <p:cNvSpPr/>
          <p:nvPr/>
        </p:nvSpPr>
        <p:spPr>
          <a:xfrm rot="5400000" flipH="1" flipV="1">
            <a:off x="1038671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50" name="Teardrop 3"/>
          <p:cNvSpPr/>
          <p:nvPr/>
        </p:nvSpPr>
        <p:spPr>
          <a:xfrm rot="5400000" flipH="1" flipV="1">
            <a:off x="27623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8"/>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2"/>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51" name="Teardrop 3"/>
          <p:cNvSpPr/>
          <p:nvPr/>
        </p:nvSpPr>
        <p:spPr>
          <a:xfrm rot="5400000" flipH="1" flipV="1">
            <a:off x="11908617" y="4923"/>
            <a:ext cx="298552" cy="268215"/>
          </a:xfrm>
          <a:custGeom>
            <a:avLst/>
            <a:gdLst/>
            <a:ahLst/>
            <a:cxnLst/>
            <a:rect l="l" t="t" r="r" b="b"/>
            <a:pathLst>
              <a:path w="298552"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298552" y="138"/>
                </a:moveTo>
                <a:lnTo>
                  <a:pt x="298552" y="11636"/>
                </a:lnTo>
                <a:cubicBezTo>
                  <a:pt x="298344" y="11511"/>
                  <a:pt x="298133" y="11506"/>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4" y="189232"/>
                  <a:pt x="256525" y="205210"/>
                  <a:pt x="272877" y="215167"/>
                </a:cubicBezTo>
                <a:lnTo>
                  <a:pt x="298552" y="215277"/>
                </a:lnTo>
                <a:lnTo>
                  <a:pt x="298552" y="221928"/>
                </a:lnTo>
                <a:cubicBezTo>
                  <a:pt x="276711" y="221632"/>
                  <a:pt x="254816" y="229876"/>
                  <a:pt x="238146"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0"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cubicBezTo>
                  <a:pt x="99420" y="72140"/>
                  <a:pt x="124170" y="61435"/>
                  <a:pt x="151420" y="61435"/>
                </a:cubicBezTo>
                <a:cubicBezTo>
                  <a:pt x="170023" y="61435"/>
                  <a:pt x="187461" y="66424"/>
                  <a:pt x="202250" y="75515"/>
                </a:cubicBezTo>
                <a:cubicBezTo>
                  <a:pt x="206323" y="58635"/>
                  <a:pt x="215129" y="42758"/>
                  <a:pt x="228297" y="29591"/>
                </a:cubicBezTo>
                <a:cubicBezTo>
                  <a:pt x="247566" y="10322"/>
                  <a:pt x="272636" y="391"/>
                  <a:pt x="297890" y="0"/>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52" name="Oval 881"/>
          <p:cNvSpPr/>
          <p:nvPr/>
        </p:nvSpPr>
        <p:spPr>
          <a:xfrm>
            <a:off x="346332" y="-10245"/>
            <a:ext cx="169752" cy="84875"/>
          </a:xfrm>
          <a:custGeom>
            <a:avLst/>
            <a:gdLst/>
            <a:ahLst/>
            <a:cxnLst/>
            <a:rect l="l" t="t" r="r" b="b"/>
            <a:pathLst>
              <a:path w="169752" h="84875">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53" name="Oval 882"/>
          <p:cNvSpPr/>
          <p:nvPr/>
        </p:nvSpPr>
        <p:spPr>
          <a:xfrm>
            <a:off x="1188872" y="-10245"/>
            <a:ext cx="169752" cy="84875"/>
          </a:xfrm>
          <a:custGeom>
            <a:avLst/>
            <a:gdLst/>
            <a:ahLst/>
            <a:cxnLst/>
            <a:rect l="l" t="t" r="r" b="b"/>
            <a:pathLst>
              <a:path w="169752" h="84875">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54" name="Oval 883"/>
          <p:cNvSpPr/>
          <p:nvPr/>
        </p:nvSpPr>
        <p:spPr>
          <a:xfrm>
            <a:off x="2031413" y="-10245"/>
            <a:ext cx="10160587" cy="84875"/>
          </a:xfrm>
          <a:custGeom>
            <a:avLst/>
            <a:gdLst/>
            <a:ahLst/>
            <a:cxnLst/>
            <a:rect l="l" t="t" r="r" b="b"/>
            <a:pathLst>
              <a:path w="10160587" h="84875">
                <a:moveTo>
                  <a:pt x="10110479" y="0"/>
                </a:moveTo>
                <a:lnTo>
                  <a:pt x="10160587" y="0"/>
                </a:lnTo>
                <a:lnTo>
                  <a:pt x="10160587" y="77038"/>
                </a:lnTo>
                <a:cubicBezTo>
                  <a:pt x="10130976" y="64066"/>
                  <a:pt x="10110479" y="34427"/>
                  <a:pt x="10110479" y="0"/>
                </a:cubicBezTo>
                <a:close/>
                <a:moveTo>
                  <a:pt x="9267940" y="0"/>
                </a:moveTo>
                <a:lnTo>
                  <a:pt x="9437692" y="0"/>
                </a:lnTo>
                <a:cubicBezTo>
                  <a:pt x="9437692" y="46875"/>
                  <a:pt x="9399692" y="84875"/>
                  <a:pt x="9352816" y="84875"/>
                </a:cubicBezTo>
                <a:cubicBezTo>
                  <a:pt x="9305940" y="84875"/>
                  <a:pt x="9267940" y="46875"/>
                  <a:pt x="9267940" y="0"/>
                </a:cubicBezTo>
                <a:close/>
                <a:moveTo>
                  <a:pt x="8425400" y="0"/>
                </a:moveTo>
                <a:lnTo>
                  <a:pt x="8595152" y="0"/>
                </a:lnTo>
                <a:cubicBezTo>
                  <a:pt x="8595152" y="46875"/>
                  <a:pt x="8557152" y="84875"/>
                  <a:pt x="8510276" y="84875"/>
                </a:cubicBezTo>
                <a:cubicBezTo>
                  <a:pt x="8463400" y="84875"/>
                  <a:pt x="8425400" y="46875"/>
                  <a:pt x="8425400" y="0"/>
                </a:cubicBezTo>
                <a:close/>
                <a:moveTo>
                  <a:pt x="7582860" y="0"/>
                </a:moveTo>
                <a:lnTo>
                  <a:pt x="7752612" y="0"/>
                </a:lnTo>
                <a:cubicBezTo>
                  <a:pt x="7752612" y="46875"/>
                  <a:pt x="7714612" y="84875"/>
                  <a:pt x="7667736" y="84875"/>
                </a:cubicBezTo>
                <a:cubicBezTo>
                  <a:pt x="7620860" y="84875"/>
                  <a:pt x="7582860" y="46875"/>
                  <a:pt x="7582860" y="0"/>
                </a:cubicBezTo>
                <a:close/>
                <a:moveTo>
                  <a:pt x="6740320" y="0"/>
                </a:moveTo>
                <a:lnTo>
                  <a:pt x="6910072" y="0"/>
                </a:lnTo>
                <a:cubicBezTo>
                  <a:pt x="6910072" y="46875"/>
                  <a:pt x="6872072" y="84875"/>
                  <a:pt x="6825196" y="84875"/>
                </a:cubicBezTo>
                <a:cubicBezTo>
                  <a:pt x="6778320" y="84875"/>
                  <a:pt x="6740320" y="46875"/>
                  <a:pt x="6740320" y="0"/>
                </a:cubicBezTo>
                <a:close/>
                <a:moveTo>
                  <a:pt x="5897780" y="0"/>
                </a:moveTo>
                <a:lnTo>
                  <a:pt x="6067532" y="0"/>
                </a:lnTo>
                <a:cubicBezTo>
                  <a:pt x="6067532" y="46875"/>
                  <a:pt x="6029532" y="84875"/>
                  <a:pt x="5982656" y="84875"/>
                </a:cubicBezTo>
                <a:cubicBezTo>
                  <a:pt x="5935780" y="84875"/>
                  <a:pt x="5897780" y="46875"/>
                  <a:pt x="5897780" y="0"/>
                </a:cubicBezTo>
                <a:close/>
                <a:moveTo>
                  <a:pt x="5055240" y="0"/>
                </a:moveTo>
                <a:lnTo>
                  <a:pt x="5224992" y="0"/>
                </a:lnTo>
                <a:cubicBezTo>
                  <a:pt x="5224992" y="46875"/>
                  <a:pt x="5186992" y="84875"/>
                  <a:pt x="5140116" y="84875"/>
                </a:cubicBezTo>
                <a:cubicBezTo>
                  <a:pt x="5093240" y="84875"/>
                  <a:pt x="5055240" y="46875"/>
                  <a:pt x="5055240" y="0"/>
                </a:cubicBezTo>
                <a:close/>
                <a:moveTo>
                  <a:pt x="4212700" y="0"/>
                </a:moveTo>
                <a:lnTo>
                  <a:pt x="4382452" y="0"/>
                </a:lnTo>
                <a:cubicBezTo>
                  <a:pt x="4382452" y="46875"/>
                  <a:pt x="4344452" y="84875"/>
                  <a:pt x="4297576" y="84875"/>
                </a:cubicBezTo>
                <a:cubicBezTo>
                  <a:pt x="4250700" y="84875"/>
                  <a:pt x="4212700" y="46875"/>
                  <a:pt x="4212700" y="0"/>
                </a:cubicBezTo>
                <a:close/>
                <a:moveTo>
                  <a:pt x="3370160" y="0"/>
                </a:moveTo>
                <a:lnTo>
                  <a:pt x="3539912" y="0"/>
                </a:lnTo>
                <a:cubicBezTo>
                  <a:pt x="3539912" y="46875"/>
                  <a:pt x="3501912" y="84875"/>
                  <a:pt x="3455036" y="84875"/>
                </a:cubicBezTo>
                <a:cubicBezTo>
                  <a:pt x="3408160" y="84875"/>
                  <a:pt x="3370160" y="46875"/>
                  <a:pt x="3370160" y="0"/>
                </a:cubicBezTo>
                <a:close/>
                <a:moveTo>
                  <a:pt x="2527620" y="0"/>
                </a:moveTo>
                <a:lnTo>
                  <a:pt x="2697372" y="0"/>
                </a:lnTo>
                <a:cubicBezTo>
                  <a:pt x="2697372" y="46875"/>
                  <a:pt x="2659372" y="84875"/>
                  <a:pt x="2612496" y="84875"/>
                </a:cubicBezTo>
                <a:cubicBezTo>
                  <a:pt x="2565620" y="84875"/>
                  <a:pt x="2527620" y="46875"/>
                  <a:pt x="2527620" y="0"/>
                </a:cubicBezTo>
                <a:close/>
                <a:moveTo>
                  <a:pt x="1685080" y="0"/>
                </a:moveTo>
                <a:lnTo>
                  <a:pt x="1854832" y="0"/>
                </a:lnTo>
                <a:cubicBezTo>
                  <a:pt x="1854832" y="46875"/>
                  <a:pt x="1816832" y="84875"/>
                  <a:pt x="1769956" y="84875"/>
                </a:cubicBezTo>
                <a:cubicBezTo>
                  <a:pt x="1723080" y="84875"/>
                  <a:pt x="1685080" y="46875"/>
                  <a:pt x="1685080" y="0"/>
                </a:cubicBezTo>
                <a:close/>
                <a:moveTo>
                  <a:pt x="842540" y="0"/>
                </a:moveTo>
                <a:lnTo>
                  <a:pt x="1012292" y="0"/>
                </a:lnTo>
                <a:cubicBezTo>
                  <a:pt x="1012292" y="46875"/>
                  <a:pt x="974292" y="84875"/>
                  <a:pt x="927416" y="84875"/>
                </a:cubicBezTo>
                <a:cubicBezTo>
                  <a:pt x="880540" y="84875"/>
                  <a:pt x="842540" y="46875"/>
                  <a:pt x="842540" y="0"/>
                </a:cubicBezTo>
                <a:close/>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55" name="Teardrop 3"/>
          <p:cNvSpPr/>
          <p:nvPr/>
        </p:nvSpPr>
        <p:spPr>
          <a:xfrm rot="5400000" flipH="1" flipV="1">
            <a:off x="64427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56" name="Teardrop 3"/>
          <p:cNvSpPr/>
          <p:nvPr/>
        </p:nvSpPr>
        <p:spPr>
          <a:xfrm rot="5400000" flipH="1" flipV="1">
            <a:off x="-148774" y="1103813"/>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7" y="294285"/>
                  <a:pt x="284136"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39" y="207247"/>
                  <a:pt x="61434" y="182497"/>
                  <a:pt x="61434" y="155247"/>
                </a:cubicBezTo>
                <a:cubicBezTo>
                  <a:pt x="61434" y="136673"/>
                  <a:pt x="66407"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89"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6" y="0"/>
                </a:lnTo>
                <a:cubicBezTo>
                  <a:pt x="219687"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9"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8" y="30964"/>
                  <a:pt x="601147" y="8808"/>
                </a:cubicBezTo>
                <a:lnTo>
                  <a:pt x="515982" y="8808"/>
                </a:lnTo>
                <a:lnTo>
                  <a:pt x="515981" y="8744"/>
                </a:lnTo>
                <a:lnTo>
                  <a:pt x="601147" y="8744"/>
                </a:lnTo>
                <a:lnTo>
                  <a:pt x="599274"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57" name="Teardrop 3"/>
          <p:cNvSpPr/>
          <p:nvPr/>
        </p:nvSpPr>
        <p:spPr>
          <a:xfrm rot="5400000" flipH="1" flipV="1">
            <a:off x="13875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58" name="Teardrop 3"/>
          <p:cNvSpPr/>
          <p:nvPr/>
        </p:nvSpPr>
        <p:spPr>
          <a:xfrm rot="5400000" flipH="1" flipV="1">
            <a:off x="22300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59" name="Teardrop 3"/>
          <p:cNvSpPr/>
          <p:nvPr/>
        </p:nvSpPr>
        <p:spPr>
          <a:xfrm rot="5400000" flipH="1" flipV="1">
            <a:off x="307261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60" name="Teardrop 3"/>
          <p:cNvSpPr/>
          <p:nvPr/>
        </p:nvSpPr>
        <p:spPr>
          <a:xfrm rot="5400000" flipH="1" flipV="1">
            <a:off x="391515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61" name="Teardrop 3"/>
          <p:cNvSpPr/>
          <p:nvPr/>
        </p:nvSpPr>
        <p:spPr>
          <a:xfrm rot="5400000" flipH="1" flipV="1">
            <a:off x="47576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62" name="Teardrop 3"/>
          <p:cNvSpPr/>
          <p:nvPr/>
        </p:nvSpPr>
        <p:spPr>
          <a:xfrm rot="5400000" flipH="1" flipV="1">
            <a:off x="56002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63" name="Teardrop 3"/>
          <p:cNvSpPr/>
          <p:nvPr/>
        </p:nvSpPr>
        <p:spPr>
          <a:xfrm rot="5400000" flipH="1" flipV="1">
            <a:off x="812785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64" name="Teardrop 3"/>
          <p:cNvSpPr/>
          <p:nvPr/>
        </p:nvSpPr>
        <p:spPr>
          <a:xfrm rot="5400000" flipH="1" flipV="1">
            <a:off x="728531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65" name="Teardrop 3"/>
          <p:cNvSpPr/>
          <p:nvPr/>
        </p:nvSpPr>
        <p:spPr>
          <a:xfrm rot="5400000" flipH="1" flipV="1">
            <a:off x="98129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66" name="Teardrop 3"/>
          <p:cNvSpPr/>
          <p:nvPr/>
        </p:nvSpPr>
        <p:spPr>
          <a:xfrm rot="5400000" flipH="1" flipV="1">
            <a:off x="89703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67" name="Teardrop 3"/>
          <p:cNvSpPr/>
          <p:nvPr/>
        </p:nvSpPr>
        <p:spPr>
          <a:xfrm rot="5400000" flipH="1" flipV="1">
            <a:off x="11498011"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68" name="Teardrop 3"/>
          <p:cNvSpPr/>
          <p:nvPr/>
        </p:nvSpPr>
        <p:spPr>
          <a:xfrm rot="5400000" flipH="1" flipV="1">
            <a:off x="106554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69" name="Teardrop 3"/>
          <p:cNvSpPr/>
          <p:nvPr/>
        </p:nvSpPr>
        <p:spPr>
          <a:xfrm rot="5400000" flipH="1" flipV="1">
            <a:off x="5449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70" name="Oval 669"/>
          <p:cNvSpPr/>
          <p:nvPr/>
        </p:nvSpPr>
        <p:spPr>
          <a:xfrm>
            <a:off x="66645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71" name="Oval 670"/>
          <p:cNvSpPr/>
          <p:nvPr/>
        </p:nvSpPr>
        <p:spPr>
          <a:xfrm>
            <a:off x="7667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72" name="Oval 671"/>
          <p:cNvSpPr/>
          <p:nvPr/>
        </p:nvSpPr>
        <p:spPr>
          <a:xfrm>
            <a:off x="16092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73" name="Oval 672"/>
          <p:cNvSpPr/>
          <p:nvPr/>
        </p:nvSpPr>
        <p:spPr>
          <a:xfrm>
            <a:off x="24518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74" name="Oval 673"/>
          <p:cNvSpPr/>
          <p:nvPr/>
        </p:nvSpPr>
        <p:spPr>
          <a:xfrm>
            <a:off x="329435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75" name="Oval 674"/>
          <p:cNvSpPr/>
          <p:nvPr/>
        </p:nvSpPr>
        <p:spPr>
          <a:xfrm>
            <a:off x="413689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76" name="Oval 675"/>
          <p:cNvSpPr/>
          <p:nvPr/>
        </p:nvSpPr>
        <p:spPr>
          <a:xfrm>
            <a:off x="49794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77" name="Oval 676"/>
          <p:cNvSpPr/>
          <p:nvPr/>
        </p:nvSpPr>
        <p:spPr>
          <a:xfrm>
            <a:off x="58219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78" name="Oval 677"/>
          <p:cNvSpPr/>
          <p:nvPr/>
        </p:nvSpPr>
        <p:spPr>
          <a:xfrm>
            <a:off x="834959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79" name="Oval 678"/>
          <p:cNvSpPr/>
          <p:nvPr/>
        </p:nvSpPr>
        <p:spPr>
          <a:xfrm>
            <a:off x="750705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80" name="Oval 679"/>
          <p:cNvSpPr/>
          <p:nvPr/>
        </p:nvSpPr>
        <p:spPr>
          <a:xfrm>
            <a:off x="100346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81" name="Oval 680"/>
          <p:cNvSpPr/>
          <p:nvPr/>
        </p:nvSpPr>
        <p:spPr>
          <a:xfrm>
            <a:off x="91921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82" name="Oval 681"/>
          <p:cNvSpPr/>
          <p:nvPr/>
        </p:nvSpPr>
        <p:spPr>
          <a:xfrm>
            <a:off x="11719750"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83" name="Oval 682"/>
          <p:cNvSpPr/>
          <p:nvPr/>
        </p:nvSpPr>
        <p:spPr>
          <a:xfrm>
            <a:off x="108772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84" name="Teardrop 3"/>
          <p:cNvSpPr/>
          <p:nvPr/>
        </p:nvSpPr>
        <p:spPr>
          <a:xfrm rot="5400000" flipH="1" flipV="1">
            <a:off x="60211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85" name="Teardrop 3"/>
          <p:cNvSpPr/>
          <p:nvPr/>
        </p:nvSpPr>
        <p:spPr>
          <a:xfrm rot="5400000" flipH="1" flipV="1">
            <a:off x="9659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86" name="Teardrop 3"/>
          <p:cNvSpPr/>
          <p:nvPr/>
        </p:nvSpPr>
        <p:spPr>
          <a:xfrm rot="5400000" flipH="1" flipV="1">
            <a:off x="18084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87" name="Teardrop 3"/>
          <p:cNvSpPr/>
          <p:nvPr/>
        </p:nvSpPr>
        <p:spPr>
          <a:xfrm rot="5400000" flipH="1" flipV="1">
            <a:off x="265102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88" name="Teardrop 3"/>
          <p:cNvSpPr/>
          <p:nvPr/>
        </p:nvSpPr>
        <p:spPr>
          <a:xfrm rot="5400000" flipH="1" flipV="1">
            <a:off x="349356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89" name="Teardrop 3"/>
          <p:cNvSpPr/>
          <p:nvPr/>
        </p:nvSpPr>
        <p:spPr>
          <a:xfrm rot="5400000" flipH="1" flipV="1">
            <a:off x="43361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90" name="Teardrop 3"/>
          <p:cNvSpPr/>
          <p:nvPr/>
        </p:nvSpPr>
        <p:spPr>
          <a:xfrm rot="5400000" flipH="1" flipV="1">
            <a:off x="51786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91" name="Teardrop 3"/>
          <p:cNvSpPr/>
          <p:nvPr/>
        </p:nvSpPr>
        <p:spPr>
          <a:xfrm rot="5400000" flipH="1" flipV="1">
            <a:off x="770626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92" name="Teardrop 3"/>
          <p:cNvSpPr/>
          <p:nvPr/>
        </p:nvSpPr>
        <p:spPr>
          <a:xfrm rot="5400000" flipH="1" flipV="1">
            <a:off x="686372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93" name="Teardrop 3"/>
          <p:cNvSpPr/>
          <p:nvPr/>
        </p:nvSpPr>
        <p:spPr>
          <a:xfrm rot="5400000" flipH="1" flipV="1">
            <a:off x="93913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94" name="Teardrop 3"/>
          <p:cNvSpPr/>
          <p:nvPr/>
        </p:nvSpPr>
        <p:spPr>
          <a:xfrm rot="5400000" flipH="1" flipV="1">
            <a:off x="85488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95" name="Teardrop 3"/>
          <p:cNvSpPr/>
          <p:nvPr/>
        </p:nvSpPr>
        <p:spPr>
          <a:xfrm rot="5400000" flipH="1" flipV="1">
            <a:off x="11076421"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96" name="Teardrop 3"/>
          <p:cNvSpPr/>
          <p:nvPr/>
        </p:nvSpPr>
        <p:spPr>
          <a:xfrm rot="5400000" flipH="1" flipV="1">
            <a:off x="102338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97" name="Teardrop 3"/>
          <p:cNvSpPr/>
          <p:nvPr/>
        </p:nvSpPr>
        <p:spPr>
          <a:xfrm rot="5400000" flipH="1" flipV="1">
            <a:off x="1234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98" name="Teardrop 3"/>
          <p:cNvSpPr/>
          <p:nvPr/>
        </p:nvSpPr>
        <p:spPr>
          <a:xfrm rot="5400000" flipH="1" flipV="1">
            <a:off x="11760002" y="1531078"/>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1"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6"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0"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699" name="Oval 698"/>
          <p:cNvSpPr/>
          <p:nvPr/>
        </p:nvSpPr>
        <p:spPr>
          <a:xfrm>
            <a:off x="70866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00" name="Oval 699"/>
          <p:cNvSpPr/>
          <p:nvPr/>
        </p:nvSpPr>
        <p:spPr>
          <a:xfrm>
            <a:off x="3463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01" name="Oval 700"/>
          <p:cNvSpPr/>
          <p:nvPr/>
        </p:nvSpPr>
        <p:spPr>
          <a:xfrm>
            <a:off x="11888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02" name="Oval 701"/>
          <p:cNvSpPr/>
          <p:nvPr/>
        </p:nvSpPr>
        <p:spPr>
          <a:xfrm>
            <a:off x="20314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03" name="Oval 702"/>
          <p:cNvSpPr/>
          <p:nvPr/>
        </p:nvSpPr>
        <p:spPr>
          <a:xfrm>
            <a:off x="28739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04" name="Oval 703"/>
          <p:cNvSpPr/>
          <p:nvPr/>
        </p:nvSpPr>
        <p:spPr>
          <a:xfrm>
            <a:off x="371649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05" name="Oval 704"/>
          <p:cNvSpPr/>
          <p:nvPr/>
        </p:nvSpPr>
        <p:spPr>
          <a:xfrm>
            <a:off x="45590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06" name="Oval 705"/>
          <p:cNvSpPr/>
          <p:nvPr/>
        </p:nvSpPr>
        <p:spPr>
          <a:xfrm>
            <a:off x="54015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07" name="Oval 706"/>
          <p:cNvSpPr/>
          <p:nvPr/>
        </p:nvSpPr>
        <p:spPr>
          <a:xfrm>
            <a:off x="62441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08" name="Oval 707"/>
          <p:cNvSpPr/>
          <p:nvPr/>
        </p:nvSpPr>
        <p:spPr>
          <a:xfrm>
            <a:off x="87717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09" name="Oval 708"/>
          <p:cNvSpPr/>
          <p:nvPr/>
        </p:nvSpPr>
        <p:spPr>
          <a:xfrm>
            <a:off x="792919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10" name="Oval 709"/>
          <p:cNvSpPr/>
          <p:nvPr/>
        </p:nvSpPr>
        <p:spPr>
          <a:xfrm>
            <a:off x="104568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11" name="Oval 710"/>
          <p:cNvSpPr/>
          <p:nvPr/>
        </p:nvSpPr>
        <p:spPr>
          <a:xfrm>
            <a:off x="96142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12" name="Oval 711"/>
          <p:cNvSpPr/>
          <p:nvPr/>
        </p:nvSpPr>
        <p:spPr>
          <a:xfrm>
            <a:off x="112993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13" name="Teardrop 3"/>
          <p:cNvSpPr/>
          <p:nvPr/>
        </p:nvSpPr>
        <p:spPr>
          <a:xfrm rot="5400000" flipH="1" flipV="1">
            <a:off x="64427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14" name="Teardrop 3"/>
          <p:cNvSpPr/>
          <p:nvPr/>
        </p:nvSpPr>
        <p:spPr>
          <a:xfrm rot="5400000" flipH="1" flipV="1">
            <a:off x="-148774" y="1946410"/>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9"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4"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15" name="Teardrop 3"/>
          <p:cNvSpPr/>
          <p:nvPr/>
        </p:nvSpPr>
        <p:spPr>
          <a:xfrm rot="5400000" flipH="1" flipV="1">
            <a:off x="13875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16" name="Teardrop 3"/>
          <p:cNvSpPr/>
          <p:nvPr/>
        </p:nvSpPr>
        <p:spPr>
          <a:xfrm rot="5400000" flipH="1" flipV="1">
            <a:off x="22300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17" name="Teardrop 3"/>
          <p:cNvSpPr/>
          <p:nvPr/>
        </p:nvSpPr>
        <p:spPr>
          <a:xfrm rot="5400000" flipH="1" flipV="1">
            <a:off x="307261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18" name="Teardrop 3"/>
          <p:cNvSpPr/>
          <p:nvPr/>
        </p:nvSpPr>
        <p:spPr>
          <a:xfrm rot="5400000" flipH="1" flipV="1">
            <a:off x="391515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19" name="Teardrop 3"/>
          <p:cNvSpPr/>
          <p:nvPr/>
        </p:nvSpPr>
        <p:spPr>
          <a:xfrm rot="5400000" flipH="1" flipV="1">
            <a:off x="47576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20" name="Teardrop 3"/>
          <p:cNvSpPr/>
          <p:nvPr/>
        </p:nvSpPr>
        <p:spPr>
          <a:xfrm rot="5400000" flipH="1" flipV="1">
            <a:off x="56002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21" name="Teardrop 3"/>
          <p:cNvSpPr/>
          <p:nvPr/>
        </p:nvSpPr>
        <p:spPr>
          <a:xfrm rot="5400000" flipH="1" flipV="1">
            <a:off x="812785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22" name="Teardrop 3"/>
          <p:cNvSpPr/>
          <p:nvPr/>
        </p:nvSpPr>
        <p:spPr>
          <a:xfrm rot="5400000" flipH="1" flipV="1">
            <a:off x="728531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23" name="Teardrop 3"/>
          <p:cNvSpPr/>
          <p:nvPr/>
        </p:nvSpPr>
        <p:spPr>
          <a:xfrm rot="5400000" flipH="1" flipV="1">
            <a:off x="98129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24" name="Teardrop 3"/>
          <p:cNvSpPr/>
          <p:nvPr/>
        </p:nvSpPr>
        <p:spPr>
          <a:xfrm rot="5400000" flipH="1" flipV="1">
            <a:off x="89703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25" name="Teardrop 3"/>
          <p:cNvSpPr/>
          <p:nvPr/>
        </p:nvSpPr>
        <p:spPr>
          <a:xfrm rot="5400000" flipH="1" flipV="1">
            <a:off x="11498011"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26" name="Teardrop 3"/>
          <p:cNvSpPr/>
          <p:nvPr/>
        </p:nvSpPr>
        <p:spPr>
          <a:xfrm rot="5400000" flipH="1" flipV="1">
            <a:off x="106554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27" name="Teardrop 3"/>
          <p:cNvSpPr/>
          <p:nvPr/>
        </p:nvSpPr>
        <p:spPr>
          <a:xfrm rot="5400000" flipH="1" flipV="1">
            <a:off x="5449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28" name="Oval 727"/>
          <p:cNvSpPr/>
          <p:nvPr/>
        </p:nvSpPr>
        <p:spPr>
          <a:xfrm>
            <a:off x="66645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29" name="Oval 728"/>
          <p:cNvSpPr/>
          <p:nvPr/>
        </p:nvSpPr>
        <p:spPr>
          <a:xfrm>
            <a:off x="7667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30" name="Oval 729"/>
          <p:cNvSpPr/>
          <p:nvPr/>
        </p:nvSpPr>
        <p:spPr>
          <a:xfrm>
            <a:off x="16092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31" name="Oval 730"/>
          <p:cNvSpPr/>
          <p:nvPr/>
        </p:nvSpPr>
        <p:spPr>
          <a:xfrm>
            <a:off x="24518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32" name="Oval 731"/>
          <p:cNvSpPr/>
          <p:nvPr/>
        </p:nvSpPr>
        <p:spPr>
          <a:xfrm>
            <a:off x="329435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33" name="Oval 732"/>
          <p:cNvSpPr/>
          <p:nvPr/>
        </p:nvSpPr>
        <p:spPr>
          <a:xfrm>
            <a:off x="413689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34" name="Oval 733"/>
          <p:cNvSpPr/>
          <p:nvPr/>
        </p:nvSpPr>
        <p:spPr>
          <a:xfrm>
            <a:off x="49794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35" name="Oval 734"/>
          <p:cNvSpPr/>
          <p:nvPr/>
        </p:nvSpPr>
        <p:spPr>
          <a:xfrm>
            <a:off x="58219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36" name="Oval 735"/>
          <p:cNvSpPr/>
          <p:nvPr/>
        </p:nvSpPr>
        <p:spPr>
          <a:xfrm>
            <a:off x="834959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37" name="Oval 736"/>
          <p:cNvSpPr/>
          <p:nvPr/>
        </p:nvSpPr>
        <p:spPr>
          <a:xfrm>
            <a:off x="750705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38" name="Oval 737"/>
          <p:cNvSpPr/>
          <p:nvPr/>
        </p:nvSpPr>
        <p:spPr>
          <a:xfrm>
            <a:off x="100346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39" name="Oval 738"/>
          <p:cNvSpPr/>
          <p:nvPr/>
        </p:nvSpPr>
        <p:spPr>
          <a:xfrm>
            <a:off x="91921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40" name="Oval 739"/>
          <p:cNvSpPr/>
          <p:nvPr/>
        </p:nvSpPr>
        <p:spPr>
          <a:xfrm>
            <a:off x="11719750"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41" name="Oval 740"/>
          <p:cNvSpPr/>
          <p:nvPr/>
        </p:nvSpPr>
        <p:spPr>
          <a:xfrm>
            <a:off x="108772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42" name="Teardrop 3"/>
          <p:cNvSpPr/>
          <p:nvPr/>
        </p:nvSpPr>
        <p:spPr>
          <a:xfrm rot="5400000" flipH="1" flipV="1">
            <a:off x="60211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43" name="Teardrop 3"/>
          <p:cNvSpPr/>
          <p:nvPr/>
        </p:nvSpPr>
        <p:spPr>
          <a:xfrm rot="5400000" flipH="1" flipV="1">
            <a:off x="9659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44" name="Teardrop 3"/>
          <p:cNvSpPr/>
          <p:nvPr/>
        </p:nvSpPr>
        <p:spPr>
          <a:xfrm rot="5400000" flipH="1" flipV="1">
            <a:off x="18084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45" name="Teardrop 3"/>
          <p:cNvSpPr/>
          <p:nvPr/>
        </p:nvSpPr>
        <p:spPr>
          <a:xfrm rot="5400000" flipH="1" flipV="1">
            <a:off x="265102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46" name="Teardrop 3"/>
          <p:cNvSpPr/>
          <p:nvPr/>
        </p:nvSpPr>
        <p:spPr>
          <a:xfrm rot="5400000" flipH="1" flipV="1">
            <a:off x="349356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47" name="Teardrop 3"/>
          <p:cNvSpPr/>
          <p:nvPr/>
        </p:nvSpPr>
        <p:spPr>
          <a:xfrm rot="5400000" flipH="1" flipV="1">
            <a:off x="43361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48" name="Teardrop 3"/>
          <p:cNvSpPr/>
          <p:nvPr/>
        </p:nvSpPr>
        <p:spPr>
          <a:xfrm rot="5400000" flipH="1" flipV="1">
            <a:off x="51786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49" name="Teardrop 3"/>
          <p:cNvSpPr/>
          <p:nvPr/>
        </p:nvSpPr>
        <p:spPr>
          <a:xfrm rot="5400000" flipH="1" flipV="1">
            <a:off x="770626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50" name="Teardrop 3"/>
          <p:cNvSpPr/>
          <p:nvPr/>
        </p:nvSpPr>
        <p:spPr>
          <a:xfrm rot="5400000" flipH="1" flipV="1">
            <a:off x="686372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51" name="Teardrop 3"/>
          <p:cNvSpPr/>
          <p:nvPr/>
        </p:nvSpPr>
        <p:spPr>
          <a:xfrm rot="5400000" flipH="1" flipV="1">
            <a:off x="93913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52" name="Teardrop 3"/>
          <p:cNvSpPr/>
          <p:nvPr/>
        </p:nvSpPr>
        <p:spPr>
          <a:xfrm rot="5400000" flipH="1" flipV="1">
            <a:off x="85488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53" name="Teardrop 3"/>
          <p:cNvSpPr/>
          <p:nvPr/>
        </p:nvSpPr>
        <p:spPr>
          <a:xfrm rot="5400000" flipH="1" flipV="1">
            <a:off x="11076421"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54" name="Teardrop 3"/>
          <p:cNvSpPr/>
          <p:nvPr/>
        </p:nvSpPr>
        <p:spPr>
          <a:xfrm rot="5400000" flipH="1" flipV="1">
            <a:off x="102338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55" name="Teardrop 3"/>
          <p:cNvSpPr/>
          <p:nvPr/>
        </p:nvSpPr>
        <p:spPr>
          <a:xfrm rot="5400000" flipH="1" flipV="1">
            <a:off x="1234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56" name="Teardrop 3"/>
          <p:cNvSpPr/>
          <p:nvPr/>
        </p:nvSpPr>
        <p:spPr>
          <a:xfrm rot="5400000" flipH="1" flipV="1">
            <a:off x="11760003" y="2373673"/>
            <a:ext cx="595780" cy="268215"/>
          </a:xfrm>
          <a:custGeom>
            <a:avLst/>
            <a:gdLst/>
            <a:ahLst/>
            <a:cxnLst/>
            <a:rect l="l" t="t" r="r" b="b"/>
            <a:pathLst>
              <a:path w="595780"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0"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70"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6"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57" name="Oval 756"/>
          <p:cNvSpPr/>
          <p:nvPr/>
        </p:nvSpPr>
        <p:spPr>
          <a:xfrm>
            <a:off x="70866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58" name="Oval 757"/>
          <p:cNvSpPr/>
          <p:nvPr/>
        </p:nvSpPr>
        <p:spPr>
          <a:xfrm>
            <a:off x="3463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59" name="Oval 758"/>
          <p:cNvSpPr/>
          <p:nvPr/>
        </p:nvSpPr>
        <p:spPr>
          <a:xfrm>
            <a:off x="11888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60" name="Oval 759"/>
          <p:cNvSpPr/>
          <p:nvPr/>
        </p:nvSpPr>
        <p:spPr>
          <a:xfrm>
            <a:off x="20314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61" name="Oval 760"/>
          <p:cNvSpPr/>
          <p:nvPr/>
        </p:nvSpPr>
        <p:spPr>
          <a:xfrm>
            <a:off x="28739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62" name="Oval 761"/>
          <p:cNvSpPr/>
          <p:nvPr/>
        </p:nvSpPr>
        <p:spPr>
          <a:xfrm>
            <a:off x="371649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63" name="Oval 762"/>
          <p:cNvSpPr/>
          <p:nvPr/>
        </p:nvSpPr>
        <p:spPr>
          <a:xfrm>
            <a:off x="45590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64" name="Oval 763"/>
          <p:cNvSpPr/>
          <p:nvPr/>
        </p:nvSpPr>
        <p:spPr>
          <a:xfrm>
            <a:off x="54015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65" name="Oval 764"/>
          <p:cNvSpPr/>
          <p:nvPr/>
        </p:nvSpPr>
        <p:spPr>
          <a:xfrm>
            <a:off x="62441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66" name="Oval 765"/>
          <p:cNvSpPr/>
          <p:nvPr/>
        </p:nvSpPr>
        <p:spPr>
          <a:xfrm>
            <a:off x="87717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67" name="Oval 766"/>
          <p:cNvSpPr/>
          <p:nvPr/>
        </p:nvSpPr>
        <p:spPr>
          <a:xfrm>
            <a:off x="792919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68" name="Oval 767"/>
          <p:cNvSpPr/>
          <p:nvPr/>
        </p:nvSpPr>
        <p:spPr>
          <a:xfrm>
            <a:off x="104568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69" name="Oval 768"/>
          <p:cNvSpPr/>
          <p:nvPr/>
        </p:nvSpPr>
        <p:spPr>
          <a:xfrm>
            <a:off x="96142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70" name="Oval 769"/>
          <p:cNvSpPr/>
          <p:nvPr/>
        </p:nvSpPr>
        <p:spPr>
          <a:xfrm>
            <a:off x="112993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71" name="Teardrop 3"/>
          <p:cNvSpPr/>
          <p:nvPr/>
        </p:nvSpPr>
        <p:spPr>
          <a:xfrm rot="5400000" flipH="1" flipV="1">
            <a:off x="64427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72" name="Teardrop 3"/>
          <p:cNvSpPr/>
          <p:nvPr/>
        </p:nvSpPr>
        <p:spPr>
          <a:xfrm rot="5400000" flipH="1" flipV="1">
            <a:off x="-148774" y="2795083"/>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6"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5" y="119205"/>
                  <a:pt x="551214" y="136643"/>
                  <a:pt x="551214" y="155247"/>
                </a:cubicBezTo>
                <a:cubicBezTo>
                  <a:pt x="551214" y="182497"/>
                  <a:pt x="540509" y="207247"/>
                  <a:pt x="522928" y="225380"/>
                </a:cubicBezTo>
                <a:lnTo>
                  <a:pt x="522928" y="225380"/>
                </a:lnTo>
                <a:cubicBezTo>
                  <a:pt x="504794" y="242961"/>
                  <a:pt x="480045"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2" y="49750"/>
                  <a:pt x="392961" y="24354"/>
                  <a:pt x="389142" y="0"/>
                </a:cubicBezTo>
                <a:lnTo>
                  <a:pt x="397337" y="0"/>
                </a:lnTo>
                <a:cubicBezTo>
                  <a:pt x="401479" y="11094"/>
                  <a:pt x="400548" y="22668"/>
                  <a:pt x="397481" y="33790"/>
                </a:cubicBezTo>
                <a:cubicBezTo>
                  <a:pt x="407439" y="50142"/>
                  <a:pt x="423417" y="53932"/>
                  <a:pt x="449401" y="53433"/>
                </a:cubicBezTo>
                <a:cubicBezTo>
                  <a:pt x="482408"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5"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73" name="Teardrop 3"/>
          <p:cNvSpPr/>
          <p:nvPr/>
        </p:nvSpPr>
        <p:spPr>
          <a:xfrm rot="5400000" flipH="1" flipV="1">
            <a:off x="13875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74" name="Teardrop 3"/>
          <p:cNvSpPr/>
          <p:nvPr/>
        </p:nvSpPr>
        <p:spPr>
          <a:xfrm rot="5400000" flipH="1" flipV="1">
            <a:off x="22300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75" name="Teardrop 3"/>
          <p:cNvSpPr/>
          <p:nvPr/>
        </p:nvSpPr>
        <p:spPr>
          <a:xfrm rot="5400000" flipH="1" flipV="1">
            <a:off x="307261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76" name="Teardrop 3"/>
          <p:cNvSpPr/>
          <p:nvPr/>
        </p:nvSpPr>
        <p:spPr>
          <a:xfrm rot="5400000" flipH="1" flipV="1">
            <a:off x="391515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77" name="Teardrop 3"/>
          <p:cNvSpPr/>
          <p:nvPr/>
        </p:nvSpPr>
        <p:spPr>
          <a:xfrm rot="5400000" flipH="1" flipV="1">
            <a:off x="47576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78" name="Teardrop 3"/>
          <p:cNvSpPr/>
          <p:nvPr/>
        </p:nvSpPr>
        <p:spPr>
          <a:xfrm rot="5400000" flipH="1" flipV="1">
            <a:off x="56002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79" name="Teardrop 3"/>
          <p:cNvSpPr/>
          <p:nvPr/>
        </p:nvSpPr>
        <p:spPr>
          <a:xfrm rot="5400000" flipH="1" flipV="1">
            <a:off x="812785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80" name="Teardrop 3"/>
          <p:cNvSpPr/>
          <p:nvPr/>
        </p:nvSpPr>
        <p:spPr>
          <a:xfrm rot="5400000" flipH="1" flipV="1">
            <a:off x="728531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81" name="Teardrop 3"/>
          <p:cNvSpPr/>
          <p:nvPr/>
        </p:nvSpPr>
        <p:spPr>
          <a:xfrm rot="5400000" flipH="1" flipV="1">
            <a:off x="98129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82" name="Teardrop 3"/>
          <p:cNvSpPr/>
          <p:nvPr/>
        </p:nvSpPr>
        <p:spPr>
          <a:xfrm rot="5400000" flipH="1" flipV="1">
            <a:off x="89703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83" name="Teardrop 3"/>
          <p:cNvSpPr/>
          <p:nvPr/>
        </p:nvSpPr>
        <p:spPr>
          <a:xfrm rot="5400000" flipH="1" flipV="1">
            <a:off x="11498011"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84" name="Teardrop 3"/>
          <p:cNvSpPr/>
          <p:nvPr/>
        </p:nvSpPr>
        <p:spPr>
          <a:xfrm rot="5400000" flipH="1" flipV="1">
            <a:off x="106554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85" name="Teardrop 3"/>
          <p:cNvSpPr/>
          <p:nvPr/>
        </p:nvSpPr>
        <p:spPr>
          <a:xfrm rot="5400000" flipH="1" flipV="1">
            <a:off x="5449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86" name="Oval 785"/>
          <p:cNvSpPr/>
          <p:nvPr/>
        </p:nvSpPr>
        <p:spPr>
          <a:xfrm>
            <a:off x="66645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87" name="Oval 786"/>
          <p:cNvSpPr/>
          <p:nvPr/>
        </p:nvSpPr>
        <p:spPr>
          <a:xfrm>
            <a:off x="7667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88" name="Oval 787"/>
          <p:cNvSpPr/>
          <p:nvPr/>
        </p:nvSpPr>
        <p:spPr>
          <a:xfrm>
            <a:off x="16092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89" name="Oval 788"/>
          <p:cNvSpPr/>
          <p:nvPr/>
        </p:nvSpPr>
        <p:spPr>
          <a:xfrm>
            <a:off x="24518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90" name="Oval 789"/>
          <p:cNvSpPr/>
          <p:nvPr/>
        </p:nvSpPr>
        <p:spPr>
          <a:xfrm>
            <a:off x="329435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91" name="Oval 790"/>
          <p:cNvSpPr/>
          <p:nvPr/>
        </p:nvSpPr>
        <p:spPr>
          <a:xfrm>
            <a:off x="413689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92" name="Oval 791"/>
          <p:cNvSpPr/>
          <p:nvPr/>
        </p:nvSpPr>
        <p:spPr>
          <a:xfrm>
            <a:off x="49794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93" name="Oval 792"/>
          <p:cNvSpPr/>
          <p:nvPr/>
        </p:nvSpPr>
        <p:spPr>
          <a:xfrm>
            <a:off x="58219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94" name="Oval 793"/>
          <p:cNvSpPr/>
          <p:nvPr/>
        </p:nvSpPr>
        <p:spPr>
          <a:xfrm>
            <a:off x="834959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95" name="Oval 794"/>
          <p:cNvSpPr/>
          <p:nvPr/>
        </p:nvSpPr>
        <p:spPr>
          <a:xfrm>
            <a:off x="750705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96" name="Oval 795"/>
          <p:cNvSpPr/>
          <p:nvPr/>
        </p:nvSpPr>
        <p:spPr>
          <a:xfrm>
            <a:off x="100346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97" name="Oval 796"/>
          <p:cNvSpPr/>
          <p:nvPr/>
        </p:nvSpPr>
        <p:spPr>
          <a:xfrm>
            <a:off x="91921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98" name="Oval 797"/>
          <p:cNvSpPr/>
          <p:nvPr/>
        </p:nvSpPr>
        <p:spPr>
          <a:xfrm>
            <a:off x="11719750"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799" name="Oval 798"/>
          <p:cNvSpPr/>
          <p:nvPr/>
        </p:nvSpPr>
        <p:spPr>
          <a:xfrm>
            <a:off x="108772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00" name="Teardrop 3"/>
          <p:cNvSpPr/>
          <p:nvPr/>
        </p:nvSpPr>
        <p:spPr>
          <a:xfrm rot="5400000" flipH="1" flipV="1">
            <a:off x="60211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01" name="Teardrop 3"/>
          <p:cNvSpPr/>
          <p:nvPr/>
        </p:nvSpPr>
        <p:spPr>
          <a:xfrm rot="5400000" flipH="1" flipV="1">
            <a:off x="9659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02" name="Teardrop 3"/>
          <p:cNvSpPr/>
          <p:nvPr/>
        </p:nvSpPr>
        <p:spPr>
          <a:xfrm rot="5400000" flipH="1" flipV="1">
            <a:off x="18084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03" name="Teardrop 3"/>
          <p:cNvSpPr/>
          <p:nvPr/>
        </p:nvSpPr>
        <p:spPr>
          <a:xfrm rot="5400000" flipH="1" flipV="1">
            <a:off x="265102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04" name="Teardrop 3"/>
          <p:cNvSpPr/>
          <p:nvPr/>
        </p:nvSpPr>
        <p:spPr>
          <a:xfrm rot="5400000" flipH="1" flipV="1">
            <a:off x="349356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05" name="Teardrop 3"/>
          <p:cNvSpPr/>
          <p:nvPr/>
        </p:nvSpPr>
        <p:spPr>
          <a:xfrm rot="5400000" flipH="1" flipV="1">
            <a:off x="43361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06" name="Teardrop 3"/>
          <p:cNvSpPr/>
          <p:nvPr/>
        </p:nvSpPr>
        <p:spPr>
          <a:xfrm rot="5400000" flipH="1" flipV="1">
            <a:off x="51786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07" name="Teardrop 3"/>
          <p:cNvSpPr/>
          <p:nvPr/>
        </p:nvSpPr>
        <p:spPr>
          <a:xfrm rot="5400000" flipH="1" flipV="1">
            <a:off x="770626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08" name="Teardrop 3"/>
          <p:cNvSpPr/>
          <p:nvPr/>
        </p:nvSpPr>
        <p:spPr>
          <a:xfrm rot="5400000" flipH="1" flipV="1">
            <a:off x="686372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09" name="Teardrop 3"/>
          <p:cNvSpPr/>
          <p:nvPr/>
        </p:nvSpPr>
        <p:spPr>
          <a:xfrm rot="5400000" flipH="1" flipV="1">
            <a:off x="93913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10" name="Teardrop 3"/>
          <p:cNvSpPr/>
          <p:nvPr/>
        </p:nvSpPr>
        <p:spPr>
          <a:xfrm rot="5400000" flipH="1" flipV="1">
            <a:off x="85488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11" name="Teardrop 3"/>
          <p:cNvSpPr/>
          <p:nvPr/>
        </p:nvSpPr>
        <p:spPr>
          <a:xfrm rot="5400000" flipH="1" flipV="1">
            <a:off x="11076421"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12" name="Teardrop 3"/>
          <p:cNvSpPr/>
          <p:nvPr/>
        </p:nvSpPr>
        <p:spPr>
          <a:xfrm rot="5400000" flipH="1" flipV="1">
            <a:off x="102338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13" name="Teardrop 3"/>
          <p:cNvSpPr/>
          <p:nvPr/>
        </p:nvSpPr>
        <p:spPr>
          <a:xfrm rot="5400000" flipH="1" flipV="1">
            <a:off x="1234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14" name="Teardrop 3"/>
          <p:cNvSpPr/>
          <p:nvPr/>
        </p:nvSpPr>
        <p:spPr>
          <a:xfrm rot="5400000" flipH="1" flipV="1">
            <a:off x="11760002" y="3223930"/>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6"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15" name="Oval 814"/>
          <p:cNvSpPr/>
          <p:nvPr/>
        </p:nvSpPr>
        <p:spPr>
          <a:xfrm>
            <a:off x="70866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16" name="Oval 815"/>
          <p:cNvSpPr/>
          <p:nvPr/>
        </p:nvSpPr>
        <p:spPr>
          <a:xfrm>
            <a:off x="3463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17" name="Oval 816"/>
          <p:cNvSpPr/>
          <p:nvPr/>
        </p:nvSpPr>
        <p:spPr>
          <a:xfrm>
            <a:off x="11888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18" name="Oval 817"/>
          <p:cNvSpPr/>
          <p:nvPr/>
        </p:nvSpPr>
        <p:spPr>
          <a:xfrm>
            <a:off x="20314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19" name="Oval 818"/>
          <p:cNvSpPr/>
          <p:nvPr/>
        </p:nvSpPr>
        <p:spPr>
          <a:xfrm>
            <a:off x="28739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20" name="Oval 819"/>
          <p:cNvSpPr/>
          <p:nvPr/>
        </p:nvSpPr>
        <p:spPr>
          <a:xfrm>
            <a:off x="371649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21" name="Oval 820"/>
          <p:cNvSpPr/>
          <p:nvPr/>
        </p:nvSpPr>
        <p:spPr>
          <a:xfrm>
            <a:off x="45590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22" name="Oval 821"/>
          <p:cNvSpPr/>
          <p:nvPr/>
        </p:nvSpPr>
        <p:spPr>
          <a:xfrm>
            <a:off x="54015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23" name="Oval 822"/>
          <p:cNvSpPr/>
          <p:nvPr/>
        </p:nvSpPr>
        <p:spPr>
          <a:xfrm>
            <a:off x="62441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24" name="Oval 823"/>
          <p:cNvSpPr/>
          <p:nvPr/>
        </p:nvSpPr>
        <p:spPr>
          <a:xfrm>
            <a:off x="87717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25" name="Oval 824"/>
          <p:cNvSpPr/>
          <p:nvPr/>
        </p:nvSpPr>
        <p:spPr>
          <a:xfrm>
            <a:off x="792919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26" name="Oval 825"/>
          <p:cNvSpPr/>
          <p:nvPr/>
        </p:nvSpPr>
        <p:spPr>
          <a:xfrm>
            <a:off x="104568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27" name="Oval 826"/>
          <p:cNvSpPr/>
          <p:nvPr/>
        </p:nvSpPr>
        <p:spPr>
          <a:xfrm>
            <a:off x="96142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28" name="Oval 827"/>
          <p:cNvSpPr/>
          <p:nvPr/>
        </p:nvSpPr>
        <p:spPr>
          <a:xfrm>
            <a:off x="112993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29" name="Teardrop 3"/>
          <p:cNvSpPr/>
          <p:nvPr/>
        </p:nvSpPr>
        <p:spPr>
          <a:xfrm rot="5400000" flipH="1" flipV="1">
            <a:off x="64427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30" name="Teardrop 3"/>
          <p:cNvSpPr/>
          <p:nvPr/>
        </p:nvSpPr>
        <p:spPr>
          <a:xfrm rot="5400000" flipH="1" flipV="1">
            <a:off x="-148774" y="3639262"/>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6"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5" y="119205"/>
                  <a:pt x="551214" y="136643"/>
                  <a:pt x="551214" y="155247"/>
                </a:cubicBezTo>
                <a:cubicBezTo>
                  <a:pt x="551214" y="182497"/>
                  <a:pt x="540509" y="207247"/>
                  <a:pt x="522928" y="225380"/>
                </a:cubicBezTo>
                <a:lnTo>
                  <a:pt x="522928" y="225380"/>
                </a:lnTo>
                <a:cubicBezTo>
                  <a:pt x="504794" y="242961"/>
                  <a:pt x="480045"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2" y="49750"/>
                  <a:pt x="392961" y="24354"/>
                  <a:pt x="389142" y="0"/>
                </a:cubicBezTo>
                <a:lnTo>
                  <a:pt x="397337" y="0"/>
                </a:lnTo>
                <a:cubicBezTo>
                  <a:pt x="401479" y="11094"/>
                  <a:pt x="400548" y="22668"/>
                  <a:pt x="397481" y="33790"/>
                </a:cubicBezTo>
                <a:cubicBezTo>
                  <a:pt x="407439" y="50142"/>
                  <a:pt x="423417" y="53932"/>
                  <a:pt x="449401" y="53433"/>
                </a:cubicBezTo>
                <a:cubicBezTo>
                  <a:pt x="482408"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5"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31" name="Teardrop 3"/>
          <p:cNvSpPr/>
          <p:nvPr/>
        </p:nvSpPr>
        <p:spPr>
          <a:xfrm rot="5400000" flipH="1" flipV="1">
            <a:off x="13875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32" name="Teardrop 3"/>
          <p:cNvSpPr/>
          <p:nvPr/>
        </p:nvSpPr>
        <p:spPr>
          <a:xfrm rot="5400000" flipH="1" flipV="1">
            <a:off x="22300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33" name="Teardrop 3"/>
          <p:cNvSpPr/>
          <p:nvPr/>
        </p:nvSpPr>
        <p:spPr>
          <a:xfrm rot="5400000" flipH="1" flipV="1">
            <a:off x="307261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34" name="Teardrop 3"/>
          <p:cNvSpPr/>
          <p:nvPr/>
        </p:nvSpPr>
        <p:spPr>
          <a:xfrm rot="5400000" flipH="1" flipV="1">
            <a:off x="391515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35" name="Teardrop 3"/>
          <p:cNvSpPr/>
          <p:nvPr/>
        </p:nvSpPr>
        <p:spPr>
          <a:xfrm rot="5400000" flipH="1" flipV="1">
            <a:off x="47576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36" name="Teardrop 3"/>
          <p:cNvSpPr/>
          <p:nvPr/>
        </p:nvSpPr>
        <p:spPr>
          <a:xfrm rot="5400000" flipH="1" flipV="1">
            <a:off x="56002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37" name="Teardrop 3"/>
          <p:cNvSpPr/>
          <p:nvPr/>
        </p:nvSpPr>
        <p:spPr>
          <a:xfrm rot="5400000" flipH="1" flipV="1">
            <a:off x="812785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38" name="Teardrop 3"/>
          <p:cNvSpPr/>
          <p:nvPr/>
        </p:nvSpPr>
        <p:spPr>
          <a:xfrm rot="5400000" flipH="1" flipV="1">
            <a:off x="728531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39" name="Teardrop 3"/>
          <p:cNvSpPr/>
          <p:nvPr/>
        </p:nvSpPr>
        <p:spPr>
          <a:xfrm rot="5400000" flipH="1" flipV="1">
            <a:off x="98129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40" name="Teardrop 3"/>
          <p:cNvSpPr/>
          <p:nvPr/>
        </p:nvSpPr>
        <p:spPr>
          <a:xfrm rot="5400000" flipH="1" flipV="1">
            <a:off x="89703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41" name="Teardrop 3"/>
          <p:cNvSpPr/>
          <p:nvPr/>
        </p:nvSpPr>
        <p:spPr>
          <a:xfrm rot="5400000" flipH="1" flipV="1">
            <a:off x="11498011"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42" name="Teardrop 3"/>
          <p:cNvSpPr/>
          <p:nvPr/>
        </p:nvSpPr>
        <p:spPr>
          <a:xfrm rot="5400000" flipH="1" flipV="1">
            <a:off x="106554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43" name="Teardrop 3"/>
          <p:cNvSpPr/>
          <p:nvPr/>
        </p:nvSpPr>
        <p:spPr>
          <a:xfrm rot="5400000" flipH="1" flipV="1">
            <a:off x="5449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44" name="Oval 843"/>
          <p:cNvSpPr/>
          <p:nvPr/>
        </p:nvSpPr>
        <p:spPr>
          <a:xfrm>
            <a:off x="66645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45" name="Oval 844"/>
          <p:cNvSpPr/>
          <p:nvPr/>
        </p:nvSpPr>
        <p:spPr>
          <a:xfrm>
            <a:off x="7667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46" name="Oval 845"/>
          <p:cNvSpPr/>
          <p:nvPr/>
        </p:nvSpPr>
        <p:spPr>
          <a:xfrm>
            <a:off x="16092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47" name="Oval 846"/>
          <p:cNvSpPr/>
          <p:nvPr/>
        </p:nvSpPr>
        <p:spPr>
          <a:xfrm>
            <a:off x="24518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48" name="Oval 847"/>
          <p:cNvSpPr/>
          <p:nvPr/>
        </p:nvSpPr>
        <p:spPr>
          <a:xfrm>
            <a:off x="329435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49" name="Oval 848"/>
          <p:cNvSpPr/>
          <p:nvPr/>
        </p:nvSpPr>
        <p:spPr>
          <a:xfrm>
            <a:off x="413689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50" name="Oval 849"/>
          <p:cNvSpPr/>
          <p:nvPr/>
        </p:nvSpPr>
        <p:spPr>
          <a:xfrm>
            <a:off x="49794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51" name="Oval 850"/>
          <p:cNvSpPr/>
          <p:nvPr/>
        </p:nvSpPr>
        <p:spPr>
          <a:xfrm>
            <a:off x="58219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52" name="Oval 851"/>
          <p:cNvSpPr/>
          <p:nvPr/>
        </p:nvSpPr>
        <p:spPr>
          <a:xfrm>
            <a:off x="834959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53" name="Oval 852"/>
          <p:cNvSpPr/>
          <p:nvPr/>
        </p:nvSpPr>
        <p:spPr>
          <a:xfrm>
            <a:off x="750705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54" name="Oval 853"/>
          <p:cNvSpPr/>
          <p:nvPr/>
        </p:nvSpPr>
        <p:spPr>
          <a:xfrm>
            <a:off x="100346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55" name="Oval 854"/>
          <p:cNvSpPr/>
          <p:nvPr/>
        </p:nvSpPr>
        <p:spPr>
          <a:xfrm>
            <a:off x="91921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56" name="Oval 855"/>
          <p:cNvSpPr/>
          <p:nvPr/>
        </p:nvSpPr>
        <p:spPr>
          <a:xfrm>
            <a:off x="11719750"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57" name="Oval 856"/>
          <p:cNvSpPr/>
          <p:nvPr/>
        </p:nvSpPr>
        <p:spPr>
          <a:xfrm>
            <a:off x="108772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58" name="Teardrop 3"/>
          <p:cNvSpPr/>
          <p:nvPr/>
        </p:nvSpPr>
        <p:spPr>
          <a:xfrm rot="5400000" flipH="1" flipV="1">
            <a:off x="60211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59" name="Teardrop 3"/>
          <p:cNvSpPr/>
          <p:nvPr/>
        </p:nvSpPr>
        <p:spPr>
          <a:xfrm rot="5400000" flipH="1" flipV="1">
            <a:off x="9659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60" name="Teardrop 3"/>
          <p:cNvSpPr/>
          <p:nvPr/>
        </p:nvSpPr>
        <p:spPr>
          <a:xfrm rot="5400000" flipH="1" flipV="1">
            <a:off x="18084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61" name="Teardrop 3"/>
          <p:cNvSpPr/>
          <p:nvPr/>
        </p:nvSpPr>
        <p:spPr>
          <a:xfrm rot="5400000" flipH="1" flipV="1">
            <a:off x="265102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62" name="Teardrop 3"/>
          <p:cNvSpPr/>
          <p:nvPr/>
        </p:nvSpPr>
        <p:spPr>
          <a:xfrm rot="5400000" flipH="1" flipV="1">
            <a:off x="349356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63" name="Teardrop 3"/>
          <p:cNvSpPr/>
          <p:nvPr/>
        </p:nvSpPr>
        <p:spPr>
          <a:xfrm rot="5400000" flipH="1" flipV="1">
            <a:off x="43361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64" name="Teardrop 3"/>
          <p:cNvSpPr/>
          <p:nvPr/>
        </p:nvSpPr>
        <p:spPr>
          <a:xfrm rot="5400000" flipH="1" flipV="1">
            <a:off x="51786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65" name="Teardrop 3"/>
          <p:cNvSpPr/>
          <p:nvPr/>
        </p:nvSpPr>
        <p:spPr>
          <a:xfrm rot="5400000" flipH="1" flipV="1">
            <a:off x="770626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66" name="Teardrop 3"/>
          <p:cNvSpPr/>
          <p:nvPr/>
        </p:nvSpPr>
        <p:spPr>
          <a:xfrm rot="5400000" flipH="1" flipV="1">
            <a:off x="686372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67" name="Teardrop 3"/>
          <p:cNvSpPr/>
          <p:nvPr/>
        </p:nvSpPr>
        <p:spPr>
          <a:xfrm rot="5400000" flipH="1" flipV="1">
            <a:off x="93913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68" name="Teardrop 3"/>
          <p:cNvSpPr/>
          <p:nvPr/>
        </p:nvSpPr>
        <p:spPr>
          <a:xfrm rot="5400000" flipH="1" flipV="1">
            <a:off x="85488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69" name="Teardrop 3"/>
          <p:cNvSpPr/>
          <p:nvPr/>
        </p:nvSpPr>
        <p:spPr>
          <a:xfrm rot="5400000" flipH="1" flipV="1">
            <a:off x="11076421"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70" name="Teardrop 3"/>
          <p:cNvSpPr/>
          <p:nvPr/>
        </p:nvSpPr>
        <p:spPr>
          <a:xfrm rot="5400000" flipH="1" flipV="1">
            <a:off x="102338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71" name="Teardrop 3"/>
          <p:cNvSpPr/>
          <p:nvPr/>
        </p:nvSpPr>
        <p:spPr>
          <a:xfrm rot="5400000" flipH="1" flipV="1">
            <a:off x="1234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72" name="Teardrop 3"/>
          <p:cNvSpPr/>
          <p:nvPr/>
        </p:nvSpPr>
        <p:spPr>
          <a:xfrm rot="5400000" flipH="1" flipV="1">
            <a:off x="11760002" y="4069935"/>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8" y="250112"/>
                  <a:pt x="155376" y="250112"/>
                </a:cubicBezTo>
                <a:cubicBezTo>
                  <a:pt x="174455" y="249746"/>
                  <a:pt x="198601" y="254980"/>
                  <a:pt x="211458" y="268141"/>
                </a:cubicBezTo>
                <a:cubicBezTo>
                  <a:pt x="215886"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7"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60" y="254779"/>
                  <a:pt x="246352" y="254786"/>
                </a:cubicBezTo>
                <a:cubicBezTo>
                  <a:pt x="246345" y="254794"/>
                  <a:pt x="246337" y="254801"/>
                  <a:pt x="246329" y="254808"/>
                </a:cubicBezTo>
                <a:lnTo>
                  <a:pt x="238101" y="246581"/>
                </a:lnTo>
                <a:lnTo>
                  <a:pt x="223742" y="268215"/>
                </a:lnTo>
                <a:lnTo>
                  <a:pt x="190546" y="268215"/>
                </a:lnTo>
                <a:cubicBezTo>
                  <a:pt x="181970" y="262570"/>
                  <a:pt x="170130" y="261374"/>
                  <a:pt x="154813" y="261668"/>
                </a:cubicBezTo>
                <a:cubicBezTo>
                  <a:pt x="121806" y="261668"/>
                  <a:pt x="92467" y="245961"/>
                  <a:pt x="74179"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90" y="195895"/>
                  <a:pt x="53000" y="178457"/>
                  <a:pt x="53000" y="159854"/>
                </a:cubicBezTo>
                <a:cubicBezTo>
                  <a:pt x="53000" y="132604"/>
                  <a:pt x="63706" y="107854"/>
                  <a:pt x="81286" y="89721"/>
                </a:cubicBez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73" name="Oval 872"/>
          <p:cNvSpPr/>
          <p:nvPr/>
        </p:nvSpPr>
        <p:spPr>
          <a:xfrm>
            <a:off x="70866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74" name="Oval 873"/>
          <p:cNvSpPr/>
          <p:nvPr/>
        </p:nvSpPr>
        <p:spPr>
          <a:xfrm>
            <a:off x="3463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75" name="Oval 874"/>
          <p:cNvSpPr/>
          <p:nvPr/>
        </p:nvSpPr>
        <p:spPr>
          <a:xfrm>
            <a:off x="11888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76" name="Oval 875"/>
          <p:cNvSpPr/>
          <p:nvPr/>
        </p:nvSpPr>
        <p:spPr>
          <a:xfrm>
            <a:off x="20314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77" name="Oval 876"/>
          <p:cNvSpPr/>
          <p:nvPr/>
        </p:nvSpPr>
        <p:spPr>
          <a:xfrm>
            <a:off x="28739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78" name="Oval 877"/>
          <p:cNvSpPr/>
          <p:nvPr/>
        </p:nvSpPr>
        <p:spPr>
          <a:xfrm>
            <a:off x="371649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79" name="Oval 878"/>
          <p:cNvSpPr/>
          <p:nvPr/>
        </p:nvSpPr>
        <p:spPr>
          <a:xfrm>
            <a:off x="45590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80" name="Oval 879"/>
          <p:cNvSpPr/>
          <p:nvPr/>
        </p:nvSpPr>
        <p:spPr>
          <a:xfrm>
            <a:off x="54015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81" name="Oval 880"/>
          <p:cNvSpPr/>
          <p:nvPr/>
        </p:nvSpPr>
        <p:spPr>
          <a:xfrm>
            <a:off x="62441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82" name="Oval 881"/>
          <p:cNvSpPr/>
          <p:nvPr/>
        </p:nvSpPr>
        <p:spPr>
          <a:xfrm>
            <a:off x="87717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83" name="Oval 882"/>
          <p:cNvSpPr/>
          <p:nvPr/>
        </p:nvSpPr>
        <p:spPr>
          <a:xfrm>
            <a:off x="792919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84" name="Oval 883"/>
          <p:cNvSpPr/>
          <p:nvPr/>
        </p:nvSpPr>
        <p:spPr>
          <a:xfrm>
            <a:off x="104568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85" name="Oval 884"/>
          <p:cNvSpPr/>
          <p:nvPr/>
        </p:nvSpPr>
        <p:spPr>
          <a:xfrm>
            <a:off x="96142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86" name="Oval 885"/>
          <p:cNvSpPr/>
          <p:nvPr/>
        </p:nvSpPr>
        <p:spPr>
          <a:xfrm>
            <a:off x="112993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87" name="Teardrop 3"/>
          <p:cNvSpPr/>
          <p:nvPr/>
        </p:nvSpPr>
        <p:spPr>
          <a:xfrm rot="5400000" flipH="1" flipV="1">
            <a:off x="663614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88" name="Teardrop 3"/>
          <p:cNvSpPr/>
          <p:nvPr/>
        </p:nvSpPr>
        <p:spPr>
          <a:xfrm rot="5400000" flipH="1" flipV="1">
            <a:off x="22905" y="4316257"/>
            <a:ext cx="232840" cy="278649"/>
          </a:xfrm>
          <a:custGeom>
            <a:avLst/>
            <a:gdLst/>
            <a:ahLst/>
            <a:cxnLst/>
            <a:rect l="l" t="t" r="r" b="b"/>
            <a:pathLst>
              <a:path w="232840" h="278649">
                <a:moveTo>
                  <a:pt x="232840" y="8776"/>
                </a:moveTo>
                <a:cubicBezTo>
                  <a:pt x="232449" y="34030"/>
                  <a:pt x="222519" y="59101"/>
                  <a:pt x="203250" y="78369"/>
                </a:cubicBezTo>
                <a:cubicBezTo>
                  <a:pt x="190082" y="91537"/>
                  <a:pt x="174206" y="100343"/>
                  <a:pt x="157326" y="104416"/>
                </a:cubicBezTo>
                <a:cubicBezTo>
                  <a:pt x="166417" y="119205"/>
                  <a:pt x="171406" y="136643"/>
                  <a:pt x="171406" y="155247"/>
                </a:cubicBezTo>
                <a:cubicBezTo>
                  <a:pt x="171406" y="182497"/>
                  <a:pt x="160701" y="207247"/>
                  <a:pt x="143120" y="225380"/>
                </a:cubicBezTo>
                <a:cubicBezTo>
                  <a:pt x="124986" y="242961"/>
                  <a:pt x="100237" y="253667"/>
                  <a:pt x="72986" y="253667"/>
                </a:cubicBezTo>
                <a:cubicBezTo>
                  <a:pt x="54383" y="253667"/>
                  <a:pt x="36945" y="248677"/>
                  <a:pt x="22156" y="239586"/>
                </a:cubicBezTo>
                <a:lnTo>
                  <a:pt x="0" y="278649"/>
                </a:lnTo>
                <a:lnTo>
                  <a:pt x="0" y="260595"/>
                </a:lnTo>
                <a:cubicBezTo>
                  <a:pt x="5973" y="252057"/>
                  <a:pt x="9654" y="242433"/>
                  <a:pt x="11467" y="232488"/>
                </a:cubicBezTo>
                <a:lnTo>
                  <a:pt x="0" y="218900"/>
                </a:lnTo>
                <a:lnTo>
                  <a:pt x="0" y="201603"/>
                </a:lnTo>
                <a:cubicBezTo>
                  <a:pt x="14950" y="226291"/>
                  <a:pt x="42305" y="241857"/>
                  <a:pt x="73296" y="241857"/>
                </a:cubicBezTo>
                <a:cubicBezTo>
                  <a:pt x="97207" y="241857"/>
                  <a:pt x="118953" y="232592"/>
                  <a:pt x="134965" y="217271"/>
                </a:cubicBezTo>
                <a:lnTo>
                  <a:pt x="0" y="82306"/>
                </a:lnTo>
                <a:lnTo>
                  <a:pt x="0" y="82216"/>
                </a:lnTo>
                <a:lnTo>
                  <a:pt x="135010" y="217225"/>
                </a:lnTo>
                <a:cubicBezTo>
                  <a:pt x="150331" y="201213"/>
                  <a:pt x="159597" y="179467"/>
                  <a:pt x="159597" y="155556"/>
                </a:cubicBezTo>
                <a:cubicBezTo>
                  <a:pt x="159597" y="105538"/>
                  <a:pt x="119048" y="64989"/>
                  <a:pt x="69030" y="64989"/>
                </a:cubicBezTo>
                <a:cubicBezTo>
                  <a:pt x="49952" y="65355"/>
                  <a:pt x="25806" y="60121"/>
                  <a:pt x="12948" y="46961"/>
                </a:cubicBezTo>
                <a:lnTo>
                  <a:pt x="0" y="66032"/>
                </a:lnTo>
                <a:lnTo>
                  <a:pt x="0" y="46474"/>
                </a:lnTo>
                <a:cubicBezTo>
                  <a:pt x="9193" y="32573"/>
                  <a:pt x="11853" y="16060"/>
                  <a:pt x="9334" y="0"/>
                </a:cubicBezTo>
                <a:lnTo>
                  <a:pt x="17529" y="0"/>
                </a:lnTo>
                <a:cubicBezTo>
                  <a:pt x="21671" y="11094"/>
                  <a:pt x="20740" y="22668"/>
                  <a:pt x="17673" y="33790"/>
                </a:cubicBezTo>
                <a:cubicBezTo>
                  <a:pt x="27631" y="50142"/>
                  <a:pt x="43609" y="53932"/>
                  <a:pt x="69593" y="53433"/>
                </a:cubicBezTo>
                <a:cubicBezTo>
                  <a:pt x="102600" y="53434"/>
                  <a:pt x="131938" y="69140"/>
                  <a:pt x="150227" y="93727"/>
                </a:cubicBezTo>
                <a:cubicBezTo>
                  <a:pt x="166735" y="90718"/>
                  <a:pt x="182357" y="82561"/>
                  <a:pt x="195118" y="69800"/>
                </a:cubicBezTo>
                <a:cubicBezTo>
                  <a:pt x="212026" y="52893"/>
                  <a:pt x="220851" y="30964"/>
                  <a:pt x="221339" y="8808"/>
                </a:cubicBezTo>
                <a:lnTo>
                  <a:pt x="136174" y="8808"/>
                </a:lnTo>
                <a:lnTo>
                  <a:pt x="136173" y="8744"/>
                </a:lnTo>
                <a:lnTo>
                  <a:pt x="221340" y="8744"/>
                </a:lnTo>
                <a:lnTo>
                  <a:pt x="219467" y="0"/>
                </a:lnTo>
                <a:lnTo>
                  <a:pt x="231012" y="0"/>
                </a:lnTo>
                <a:cubicBezTo>
                  <a:pt x="232616" y="2826"/>
                  <a:pt x="232794" y="5800"/>
                  <a:pt x="232840"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89" name="Teardrop 3"/>
          <p:cNvSpPr/>
          <p:nvPr/>
        </p:nvSpPr>
        <p:spPr>
          <a:xfrm rot="5400000" flipH="1" flipV="1">
            <a:off x="158090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6"/>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lnTo>
                  <a:pt x="143120" y="486503"/>
                </a:lnTo>
                <a:cubicBezTo>
                  <a:pt x="124986" y="504084"/>
                  <a:pt x="100237" y="514790"/>
                  <a:pt x="72986" y="514790"/>
                </a:cubicBezTo>
                <a:cubicBezTo>
                  <a:pt x="54383" y="514790"/>
                  <a:pt x="36945" y="509800"/>
                  <a:pt x="22156" y="500710"/>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50"/>
                  <a:pt x="133071" y="187160"/>
                </a:cubicBezTo>
                <a:cubicBezTo>
                  <a:pt x="149460" y="170771"/>
                  <a:pt x="159597" y="148129"/>
                  <a:pt x="159597" y="123119"/>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09"/>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5"/>
                  <a:pt x="203250" y="200305"/>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90" name="Teardrop 3"/>
          <p:cNvSpPr/>
          <p:nvPr/>
        </p:nvSpPr>
        <p:spPr>
          <a:xfrm rot="5400000" flipH="1" flipV="1">
            <a:off x="242344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7"/>
                  <a:pt x="171406" y="416370"/>
                </a:cubicBezTo>
                <a:cubicBezTo>
                  <a:pt x="171406" y="443620"/>
                  <a:pt x="160701" y="468370"/>
                  <a:pt x="143120" y="486503"/>
                </a:cubicBezTo>
                <a:cubicBezTo>
                  <a:pt x="124986" y="504084"/>
                  <a:pt x="100237" y="514790"/>
                  <a:pt x="72986" y="514790"/>
                </a:cubicBezTo>
                <a:cubicBezTo>
                  <a:pt x="54383" y="514790"/>
                  <a:pt x="36945" y="509800"/>
                  <a:pt x="22156" y="500710"/>
                </a:cubicBezTo>
                <a:lnTo>
                  <a:pt x="0" y="539772"/>
                </a:lnTo>
                <a:lnTo>
                  <a:pt x="0" y="521718"/>
                </a:lnTo>
                <a:cubicBezTo>
                  <a:pt x="5973" y="513180"/>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9"/>
                </a:lnTo>
                <a:lnTo>
                  <a:pt x="135010" y="478348"/>
                </a:lnTo>
                <a:cubicBezTo>
                  <a:pt x="150331" y="462336"/>
                  <a:pt x="159597" y="440590"/>
                  <a:pt x="159597" y="416680"/>
                </a:cubicBezTo>
                <a:cubicBezTo>
                  <a:pt x="159597" y="366661"/>
                  <a:pt x="119048" y="326112"/>
                  <a:pt x="69030" y="326113"/>
                </a:cubicBezTo>
                <a:cubicBezTo>
                  <a:pt x="49952" y="326478"/>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91" name="Teardrop 3"/>
          <p:cNvSpPr/>
          <p:nvPr/>
        </p:nvSpPr>
        <p:spPr>
          <a:xfrm rot="5400000" flipH="1" flipV="1">
            <a:off x="326598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7"/>
                  <a:pt x="171406" y="416370"/>
                </a:cubicBezTo>
                <a:cubicBezTo>
                  <a:pt x="171406" y="443620"/>
                  <a:pt x="160701" y="468370"/>
                  <a:pt x="143120" y="486503"/>
                </a:cubicBezTo>
                <a:cubicBezTo>
                  <a:pt x="124986" y="504084"/>
                  <a:pt x="100237" y="514790"/>
                  <a:pt x="72986" y="514790"/>
                </a:cubicBezTo>
                <a:cubicBezTo>
                  <a:pt x="54383" y="514790"/>
                  <a:pt x="36945" y="509800"/>
                  <a:pt x="22156" y="500710"/>
                </a:cubicBezTo>
                <a:lnTo>
                  <a:pt x="0" y="539772"/>
                </a:lnTo>
                <a:lnTo>
                  <a:pt x="0" y="521718"/>
                </a:lnTo>
                <a:cubicBezTo>
                  <a:pt x="5973" y="513180"/>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9"/>
                </a:lnTo>
                <a:lnTo>
                  <a:pt x="135010" y="478348"/>
                </a:lnTo>
                <a:cubicBezTo>
                  <a:pt x="150331" y="462336"/>
                  <a:pt x="159597" y="440590"/>
                  <a:pt x="159597" y="416680"/>
                </a:cubicBezTo>
                <a:cubicBezTo>
                  <a:pt x="159597" y="366661"/>
                  <a:pt x="119048" y="326112"/>
                  <a:pt x="69030" y="326113"/>
                </a:cubicBezTo>
                <a:cubicBezTo>
                  <a:pt x="49952" y="326478"/>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92" name="Teardrop 3"/>
          <p:cNvSpPr/>
          <p:nvPr/>
        </p:nvSpPr>
        <p:spPr>
          <a:xfrm rot="5400000" flipH="1" flipV="1">
            <a:off x="4108522" y="4185695"/>
            <a:ext cx="232840" cy="539773"/>
          </a:xfrm>
          <a:custGeom>
            <a:avLst/>
            <a:gdLst/>
            <a:ahLst/>
            <a:cxnLst/>
            <a:rect l="l" t="t" r="r" b="b"/>
            <a:pathLst>
              <a:path w="232840" h="539773">
                <a:moveTo>
                  <a:pt x="221340" y="269867"/>
                </a:moveTo>
                <a:cubicBezTo>
                  <a:pt x="220851" y="247712"/>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6"/>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93" name="Teardrop 3"/>
          <p:cNvSpPr/>
          <p:nvPr/>
        </p:nvSpPr>
        <p:spPr>
          <a:xfrm rot="5400000" flipH="1" flipV="1">
            <a:off x="495106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94" name="Teardrop 3"/>
          <p:cNvSpPr/>
          <p:nvPr/>
        </p:nvSpPr>
        <p:spPr>
          <a:xfrm rot="5400000" flipH="1" flipV="1">
            <a:off x="579360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95" name="Teardrop 3"/>
          <p:cNvSpPr/>
          <p:nvPr/>
        </p:nvSpPr>
        <p:spPr>
          <a:xfrm rot="5400000" flipH="1" flipV="1">
            <a:off x="832122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96" name="Teardrop 3"/>
          <p:cNvSpPr/>
          <p:nvPr/>
        </p:nvSpPr>
        <p:spPr>
          <a:xfrm rot="5400000" flipH="1" flipV="1">
            <a:off x="747868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6"/>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97" name="Teardrop 3"/>
          <p:cNvSpPr/>
          <p:nvPr/>
        </p:nvSpPr>
        <p:spPr>
          <a:xfrm rot="5400000" flipH="1" flipV="1">
            <a:off x="1000630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98" name="Teardrop 3"/>
          <p:cNvSpPr/>
          <p:nvPr/>
        </p:nvSpPr>
        <p:spPr>
          <a:xfrm rot="5400000" flipH="1" flipV="1">
            <a:off x="916376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7"/>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6"/>
                  <a:pt x="5972" y="26608"/>
                  <a:pt x="0" y="18073"/>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899" name="Teardrop 3"/>
          <p:cNvSpPr/>
          <p:nvPr/>
        </p:nvSpPr>
        <p:spPr>
          <a:xfrm rot="5400000" flipH="1" flipV="1">
            <a:off x="11691380"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900" name="Teardrop 3"/>
          <p:cNvSpPr/>
          <p:nvPr/>
        </p:nvSpPr>
        <p:spPr>
          <a:xfrm rot="5400000" flipH="1" flipV="1">
            <a:off x="1084884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6"/>
                  <a:pt x="5972" y="26608"/>
                  <a:pt x="0" y="18073"/>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901" name="Teardrop 3"/>
          <p:cNvSpPr/>
          <p:nvPr/>
        </p:nvSpPr>
        <p:spPr>
          <a:xfrm rot="5400000" flipH="1" flipV="1">
            <a:off x="733383"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3"/>
                  <a:pt x="69593" y="225242"/>
                </a:cubicBezTo>
                <a:cubicBezTo>
                  <a:pt x="43433" y="224741"/>
                  <a:pt x="27415" y="228586"/>
                  <a:pt x="17461" y="245212"/>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lnTo>
                  <a:pt x="143120" y="486503"/>
                </a:lnTo>
                <a:cubicBezTo>
                  <a:pt x="124986" y="504084"/>
                  <a:pt x="100237" y="514790"/>
                  <a:pt x="72986" y="514790"/>
                </a:cubicBezTo>
                <a:cubicBezTo>
                  <a:pt x="54383" y="514790"/>
                  <a:pt x="36945" y="509800"/>
                  <a:pt x="22156" y="500710"/>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8"/>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50"/>
                  <a:pt x="133071" y="187160"/>
                </a:cubicBezTo>
                <a:cubicBezTo>
                  <a:pt x="149460" y="170771"/>
                  <a:pt x="159597" y="148129"/>
                  <a:pt x="159597" y="123119"/>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902" name="Oval 1651"/>
          <p:cNvSpPr/>
          <p:nvPr/>
        </p:nvSpPr>
        <p:spPr>
          <a:xfrm>
            <a:off x="812619" y="4561319"/>
            <a:ext cx="11030995" cy="10682"/>
          </a:xfrm>
          <a:custGeom>
            <a:avLst/>
            <a:gdLst/>
            <a:ahLst/>
            <a:cxnLst/>
            <a:rect l="l" t="t" r="r" b="b"/>
            <a:pathLst>
              <a:path w="11030995" h="10682">
                <a:moveTo>
                  <a:pt x="10992007" y="0"/>
                </a:moveTo>
                <a:cubicBezTo>
                  <a:pt x="11006265" y="0"/>
                  <a:pt x="11019702" y="3516"/>
                  <a:pt x="11030995" y="10682"/>
                </a:cubicBezTo>
                <a:lnTo>
                  <a:pt x="10953019" y="10682"/>
                </a:lnTo>
                <a:cubicBezTo>
                  <a:pt x="10964312" y="3516"/>
                  <a:pt x="10977749" y="0"/>
                  <a:pt x="10992007" y="0"/>
                </a:cubicBezTo>
                <a:close/>
                <a:moveTo>
                  <a:pt x="10149468" y="0"/>
                </a:moveTo>
                <a:cubicBezTo>
                  <a:pt x="10163726" y="0"/>
                  <a:pt x="10177163" y="3516"/>
                  <a:pt x="10188456" y="10682"/>
                </a:cubicBezTo>
                <a:lnTo>
                  <a:pt x="10110480" y="10682"/>
                </a:lnTo>
                <a:cubicBezTo>
                  <a:pt x="10121773" y="3516"/>
                  <a:pt x="10135210" y="0"/>
                  <a:pt x="10149468" y="0"/>
                </a:cubicBezTo>
                <a:close/>
                <a:moveTo>
                  <a:pt x="9306928" y="0"/>
                </a:moveTo>
                <a:cubicBezTo>
                  <a:pt x="9321186" y="0"/>
                  <a:pt x="9334623" y="3516"/>
                  <a:pt x="9345916" y="10682"/>
                </a:cubicBezTo>
                <a:lnTo>
                  <a:pt x="9267940" y="10682"/>
                </a:lnTo>
                <a:cubicBezTo>
                  <a:pt x="9279233" y="3516"/>
                  <a:pt x="9292670" y="0"/>
                  <a:pt x="9306928" y="0"/>
                </a:cubicBezTo>
                <a:close/>
                <a:moveTo>
                  <a:pt x="8464388" y="0"/>
                </a:moveTo>
                <a:cubicBezTo>
                  <a:pt x="8478646" y="0"/>
                  <a:pt x="8492083" y="3516"/>
                  <a:pt x="8503376" y="10682"/>
                </a:cubicBezTo>
                <a:lnTo>
                  <a:pt x="8425400" y="10682"/>
                </a:lnTo>
                <a:cubicBezTo>
                  <a:pt x="8436693" y="3516"/>
                  <a:pt x="8450130" y="0"/>
                  <a:pt x="8464388" y="0"/>
                </a:cubicBezTo>
                <a:close/>
                <a:moveTo>
                  <a:pt x="7621848" y="0"/>
                </a:moveTo>
                <a:cubicBezTo>
                  <a:pt x="7636106" y="0"/>
                  <a:pt x="7649543" y="3516"/>
                  <a:pt x="7660836" y="10682"/>
                </a:cubicBezTo>
                <a:lnTo>
                  <a:pt x="7582860" y="10682"/>
                </a:lnTo>
                <a:cubicBezTo>
                  <a:pt x="7594153" y="3516"/>
                  <a:pt x="7607590" y="0"/>
                  <a:pt x="7621848" y="0"/>
                </a:cubicBezTo>
                <a:close/>
                <a:moveTo>
                  <a:pt x="6779308" y="0"/>
                </a:moveTo>
                <a:cubicBezTo>
                  <a:pt x="6793566" y="0"/>
                  <a:pt x="6807003" y="3516"/>
                  <a:pt x="6818296" y="10682"/>
                </a:cubicBezTo>
                <a:lnTo>
                  <a:pt x="6740320" y="10682"/>
                </a:lnTo>
                <a:cubicBezTo>
                  <a:pt x="6751613" y="3516"/>
                  <a:pt x="6765050" y="0"/>
                  <a:pt x="6779308" y="0"/>
                </a:cubicBezTo>
                <a:close/>
                <a:moveTo>
                  <a:pt x="5936768" y="0"/>
                </a:moveTo>
                <a:cubicBezTo>
                  <a:pt x="5951026" y="0"/>
                  <a:pt x="5964463" y="3516"/>
                  <a:pt x="5975757" y="10682"/>
                </a:cubicBezTo>
                <a:lnTo>
                  <a:pt x="5897780" y="10682"/>
                </a:lnTo>
                <a:cubicBezTo>
                  <a:pt x="5909073" y="3516"/>
                  <a:pt x="5922510" y="0"/>
                  <a:pt x="5936768" y="0"/>
                </a:cubicBezTo>
                <a:close/>
                <a:moveTo>
                  <a:pt x="5094228" y="0"/>
                </a:moveTo>
                <a:cubicBezTo>
                  <a:pt x="5108486" y="0"/>
                  <a:pt x="5121923" y="3516"/>
                  <a:pt x="5133217" y="10682"/>
                </a:cubicBezTo>
                <a:lnTo>
                  <a:pt x="5055240" y="10682"/>
                </a:lnTo>
                <a:cubicBezTo>
                  <a:pt x="5066533" y="3516"/>
                  <a:pt x="5079970" y="0"/>
                  <a:pt x="5094228" y="0"/>
                </a:cubicBezTo>
                <a:close/>
                <a:moveTo>
                  <a:pt x="4251688" y="0"/>
                </a:moveTo>
                <a:cubicBezTo>
                  <a:pt x="4265946" y="0"/>
                  <a:pt x="4279383" y="3516"/>
                  <a:pt x="4290676" y="10682"/>
                </a:cubicBezTo>
                <a:lnTo>
                  <a:pt x="4212700" y="10682"/>
                </a:lnTo>
                <a:cubicBezTo>
                  <a:pt x="4223993" y="3516"/>
                  <a:pt x="4237430" y="0"/>
                  <a:pt x="4251688" y="0"/>
                </a:cubicBezTo>
                <a:close/>
                <a:moveTo>
                  <a:pt x="3409148" y="0"/>
                </a:moveTo>
                <a:cubicBezTo>
                  <a:pt x="3423406" y="0"/>
                  <a:pt x="3436843" y="3516"/>
                  <a:pt x="3448136" y="10682"/>
                </a:cubicBezTo>
                <a:lnTo>
                  <a:pt x="3370160" y="10682"/>
                </a:lnTo>
                <a:cubicBezTo>
                  <a:pt x="3381453" y="3516"/>
                  <a:pt x="3394890" y="0"/>
                  <a:pt x="3409148" y="0"/>
                </a:cubicBezTo>
                <a:close/>
                <a:moveTo>
                  <a:pt x="2566608" y="0"/>
                </a:moveTo>
                <a:cubicBezTo>
                  <a:pt x="2580866" y="0"/>
                  <a:pt x="2594303" y="3516"/>
                  <a:pt x="2605596" y="10682"/>
                </a:cubicBezTo>
                <a:lnTo>
                  <a:pt x="2527620" y="10682"/>
                </a:lnTo>
                <a:cubicBezTo>
                  <a:pt x="2538913" y="3516"/>
                  <a:pt x="2552350" y="0"/>
                  <a:pt x="2566608" y="0"/>
                </a:cubicBezTo>
                <a:close/>
                <a:moveTo>
                  <a:pt x="1724068" y="0"/>
                </a:moveTo>
                <a:cubicBezTo>
                  <a:pt x="1738326" y="0"/>
                  <a:pt x="1751763" y="3516"/>
                  <a:pt x="1763056" y="10682"/>
                </a:cubicBezTo>
                <a:lnTo>
                  <a:pt x="1685080" y="10682"/>
                </a:lnTo>
                <a:cubicBezTo>
                  <a:pt x="1696373" y="3516"/>
                  <a:pt x="1709810" y="0"/>
                  <a:pt x="1724068" y="0"/>
                </a:cubicBezTo>
                <a:close/>
                <a:moveTo>
                  <a:pt x="881528" y="0"/>
                </a:moveTo>
                <a:cubicBezTo>
                  <a:pt x="895786" y="0"/>
                  <a:pt x="909223" y="3516"/>
                  <a:pt x="920516" y="10682"/>
                </a:cubicBezTo>
                <a:lnTo>
                  <a:pt x="842540" y="10682"/>
                </a:lnTo>
                <a:cubicBezTo>
                  <a:pt x="853833" y="3516"/>
                  <a:pt x="867270" y="0"/>
                  <a:pt x="881528" y="0"/>
                </a:cubicBezTo>
                <a:close/>
                <a:moveTo>
                  <a:pt x="38988" y="0"/>
                </a:moveTo>
                <a:cubicBezTo>
                  <a:pt x="53246" y="0"/>
                  <a:pt x="66683" y="3516"/>
                  <a:pt x="77976" y="10682"/>
                </a:cubicBezTo>
                <a:lnTo>
                  <a:pt x="0" y="10682"/>
                </a:lnTo>
                <a:cubicBezTo>
                  <a:pt x="11293" y="3516"/>
                  <a:pt x="24730" y="0"/>
                  <a:pt x="3898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sp>
        <p:nvSpPr>
          <p:cNvPr id="903" name="Oval 902"/>
          <p:cNvSpPr/>
          <p:nvPr/>
        </p:nvSpPr>
        <p:spPr>
          <a:xfrm>
            <a:off x="712049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04" name="Oval 903"/>
          <p:cNvSpPr/>
          <p:nvPr/>
        </p:nvSpPr>
        <p:spPr>
          <a:xfrm>
            <a:off x="37745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05" name="Oval 904"/>
          <p:cNvSpPr/>
          <p:nvPr/>
        </p:nvSpPr>
        <p:spPr>
          <a:xfrm>
            <a:off x="122033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06" name="Oval 905"/>
          <p:cNvSpPr/>
          <p:nvPr/>
        </p:nvSpPr>
        <p:spPr>
          <a:xfrm>
            <a:off x="206321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07" name="Oval 906"/>
          <p:cNvSpPr/>
          <p:nvPr/>
        </p:nvSpPr>
        <p:spPr>
          <a:xfrm>
            <a:off x="290609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08" name="Oval 907"/>
          <p:cNvSpPr/>
          <p:nvPr/>
        </p:nvSpPr>
        <p:spPr>
          <a:xfrm>
            <a:off x="374897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09" name="Oval 908"/>
          <p:cNvSpPr/>
          <p:nvPr/>
        </p:nvSpPr>
        <p:spPr>
          <a:xfrm>
            <a:off x="459185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10" name="Oval 909"/>
          <p:cNvSpPr/>
          <p:nvPr/>
        </p:nvSpPr>
        <p:spPr>
          <a:xfrm>
            <a:off x="543473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11" name="Oval 910"/>
          <p:cNvSpPr/>
          <p:nvPr/>
        </p:nvSpPr>
        <p:spPr>
          <a:xfrm>
            <a:off x="627761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12" name="Oval 911"/>
          <p:cNvSpPr/>
          <p:nvPr/>
        </p:nvSpPr>
        <p:spPr>
          <a:xfrm>
            <a:off x="880625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13" name="Oval 912"/>
          <p:cNvSpPr/>
          <p:nvPr/>
        </p:nvSpPr>
        <p:spPr>
          <a:xfrm>
            <a:off x="796337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14" name="Oval 913"/>
          <p:cNvSpPr/>
          <p:nvPr/>
        </p:nvSpPr>
        <p:spPr>
          <a:xfrm>
            <a:off x="1049201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15" name="Oval 914"/>
          <p:cNvSpPr/>
          <p:nvPr/>
        </p:nvSpPr>
        <p:spPr>
          <a:xfrm>
            <a:off x="964913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16" name="Oval 915"/>
          <p:cNvSpPr/>
          <p:nvPr/>
        </p:nvSpPr>
        <p:spPr>
          <a:xfrm>
            <a:off x="1133489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17" name="Oval 916"/>
          <p:cNvSpPr/>
          <p:nvPr/>
        </p:nvSpPr>
        <p:spPr>
          <a:xfrm>
            <a:off x="712049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18" name="Oval 917"/>
          <p:cNvSpPr/>
          <p:nvPr/>
        </p:nvSpPr>
        <p:spPr>
          <a:xfrm>
            <a:off x="37745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19" name="Oval 918"/>
          <p:cNvSpPr/>
          <p:nvPr/>
        </p:nvSpPr>
        <p:spPr>
          <a:xfrm>
            <a:off x="122033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20" name="Oval 919"/>
          <p:cNvSpPr/>
          <p:nvPr/>
        </p:nvSpPr>
        <p:spPr>
          <a:xfrm>
            <a:off x="206321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21" name="Oval 920"/>
          <p:cNvSpPr/>
          <p:nvPr/>
        </p:nvSpPr>
        <p:spPr>
          <a:xfrm>
            <a:off x="290609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22" name="Oval 921"/>
          <p:cNvSpPr/>
          <p:nvPr/>
        </p:nvSpPr>
        <p:spPr>
          <a:xfrm>
            <a:off x="374897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23" name="Oval 922"/>
          <p:cNvSpPr/>
          <p:nvPr/>
        </p:nvSpPr>
        <p:spPr>
          <a:xfrm>
            <a:off x="459185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24" name="Oval 923"/>
          <p:cNvSpPr/>
          <p:nvPr/>
        </p:nvSpPr>
        <p:spPr>
          <a:xfrm>
            <a:off x="543473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25" name="Oval 924"/>
          <p:cNvSpPr/>
          <p:nvPr/>
        </p:nvSpPr>
        <p:spPr>
          <a:xfrm>
            <a:off x="627761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26" name="Oval 925"/>
          <p:cNvSpPr/>
          <p:nvPr/>
        </p:nvSpPr>
        <p:spPr>
          <a:xfrm>
            <a:off x="880625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27" name="Oval 926"/>
          <p:cNvSpPr/>
          <p:nvPr/>
        </p:nvSpPr>
        <p:spPr>
          <a:xfrm>
            <a:off x="796337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28" name="Oval 927"/>
          <p:cNvSpPr/>
          <p:nvPr/>
        </p:nvSpPr>
        <p:spPr>
          <a:xfrm>
            <a:off x="1049201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29" name="Oval 928"/>
          <p:cNvSpPr/>
          <p:nvPr/>
        </p:nvSpPr>
        <p:spPr>
          <a:xfrm>
            <a:off x="964913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30" name="Oval 929"/>
          <p:cNvSpPr/>
          <p:nvPr/>
        </p:nvSpPr>
        <p:spPr>
          <a:xfrm>
            <a:off x="1133489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31" name="Oval 930"/>
          <p:cNvSpPr/>
          <p:nvPr/>
        </p:nvSpPr>
        <p:spPr>
          <a:xfrm>
            <a:off x="712049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32" name="Oval 931"/>
          <p:cNvSpPr/>
          <p:nvPr/>
        </p:nvSpPr>
        <p:spPr>
          <a:xfrm>
            <a:off x="37745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33" name="Oval 932"/>
          <p:cNvSpPr/>
          <p:nvPr/>
        </p:nvSpPr>
        <p:spPr>
          <a:xfrm>
            <a:off x="122033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34" name="Oval 933"/>
          <p:cNvSpPr/>
          <p:nvPr/>
        </p:nvSpPr>
        <p:spPr>
          <a:xfrm>
            <a:off x="206321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35" name="Oval 934"/>
          <p:cNvSpPr/>
          <p:nvPr/>
        </p:nvSpPr>
        <p:spPr>
          <a:xfrm>
            <a:off x="290609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36" name="Oval 935"/>
          <p:cNvSpPr/>
          <p:nvPr/>
        </p:nvSpPr>
        <p:spPr>
          <a:xfrm>
            <a:off x="374897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37" name="Oval 936"/>
          <p:cNvSpPr/>
          <p:nvPr/>
        </p:nvSpPr>
        <p:spPr>
          <a:xfrm>
            <a:off x="459185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38" name="Oval 937"/>
          <p:cNvSpPr/>
          <p:nvPr/>
        </p:nvSpPr>
        <p:spPr>
          <a:xfrm>
            <a:off x="543473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39" name="Oval 938"/>
          <p:cNvSpPr/>
          <p:nvPr/>
        </p:nvSpPr>
        <p:spPr>
          <a:xfrm>
            <a:off x="627761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40" name="Oval 939"/>
          <p:cNvSpPr/>
          <p:nvPr/>
        </p:nvSpPr>
        <p:spPr>
          <a:xfrm>
            <a:off x="880625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41" name="Oval 940"/>
          <p:cNvSpPr/>
          <p:nvPr/>
        </p:nvSpPr>
        <p:spPr>
          <a:xfrm>
            <a:off x="796337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42" name="Oval 941"/>
          <p:cNvSpPr/>
          <p:nvPr/>
        </p:nvSpPr>
        <p:spPr>
          <a:xfrm>
            <a:off x="1049201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43" name="Oval 942"/>
          <p:cNvSpPr/>
          <p:nvPr/>
        </p:nvSpPr>
        <p:spPr>
          <a:xfrm>
            <a:off x="964913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44" name="Oval 943"/>
          <p:cNvSpPr/>
          <p:nvPr/>
        </p:nvSpPr>
        <p:spPr>
          <a:xfrm>
            <a:off x="1133489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45" name="Oval 944"/>
          <p:cNvSpPr/>
          <p:nvPr/>
        </p:nvSpPr>
        <p:spPr>
          <a:xfrm>
            <a:off x="712049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46" name="Oval 945"/>
          <p:cNvSpPr/>
          <p:nvPr/>
        </p:nvSpPr>
        <p:spPr>
          <a:xfrm>
            <a:off x="37745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47" name="Oval 946"/>
          <p:cNvSpPr/>
          <p:nvPr/>
        </p:nvSpPr>
        <p:spPr>
          <a:xfrm>
            <a:off x="122033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48" name="Oval 947"/>
          <p:cNvSpPr/>
          <p:nvPr/>
        </p:nvSpPr>
        <p:spPr>
          <a:xfrm>
            <a:off x="206321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49" name="Oval 948"/>
          <p:cNvSpPr/>
          <p:nvPr/>
        </p:nvSpPr>
        <p:spPr>
          <a:xfrm>
            <a:off x="290609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50" name="Oval 949"/>
          <p:cNvSpPr/>
          <p:nvPr/>
        </p:nvSpPr>
        <p:spPr>
          <a:xfrm>
            <a:off x="374897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51" name="Oval 950"/>
          <p:cNvSpPr/>
          <p:nvPr/>
        </p:nvSpPr>
        <p:spPr>
          <a:xfrm>
            <a:off x="459185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52" name="Oval 951"/>
          <p:cNvSpPr/>
          <p:nvPr/>
        </p:nvSpPr>
        <p:spPr>
          <a:xfrm>
            <a:off x="543473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53" name="Oval 952"/>
          <p:cNvSpPr/>
          <p:nvPr/>
        </p:nvSpPr>
        <p:spPr>
          <a:xfrm>
            <a:off x="627761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54" name="Oval 953"/>
          <p:cNvSpPr/>
          <p:nvPr/>
        </p:nvSpPr>
        <p:spPr>
          <a:xfrm>
            <a:off x="880625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55" name="Oval 954"/>
          <p:cNvSpPr/>
          <p:nvPr/>
        </p:nvSpPr>
        <p:spPr>
          <a:xfrm>
            <a:off x="796337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56" name="Oval 955"/>
          <p:cNvSpPr/>
          <p:nvPr/>
        </p:nvSpPr>
        <p:spPr>
          <a:xfrm>
            <a:off x="1049201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57" name="Oval 956"/>
          <p:cNvSpPr/>
          <p:nvPr/>
        </p:nvSpPr>
        <p:spPr>
          <a:xfrm>
            <a:off x="964913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58" name="Oval 957"/>
          <p:cNvSpPr/>
          <p:nvPr/>
        </p:nvSpPr>
        <p:spPr>
          <a:xfrm>
            <a:off x="1133489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59" name="Oval 958"/>
          <p:cNvSpPr/>
          <p:nvPr/>
        </p:nvSpPr>
        <p:spPr>
          <a:xfrm>
            <a:off x="712049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60" name="Oval 959"/>
          <p:cNvSpPr/>
          <p:nvPr/>
        </p:nvSpPr>
        <p:spPr>
          <a:xfrm>
            <a:off x="37745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61" name="Oval 960"/>
          <p:cNvSpPr/>
          <p:nvPr/>
        </p:nvSpPr>
        <p:spPr>
          <a:xfrm>
            <a:off x="122033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62" name="Oval 961"/>
          <p:cNvSpPr/>
          <p:nvPr/>
        </p:nvSpPr>
        <p:spPr>
          <a:xfrm>
            <a:off x="206321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63" name="Oval 962"/>
          <p:cNvSpPr/>
          <p:nvPr/>
        </p:nvSpPr>
        <p:spPr>
          <a:xfrm>
            <a:off x="290609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64" name="Oval 963"/>
          <p:cNvSpPr/>
          <p:nvPr/>
        </p:nvSpPr>
        <p:spPr>
          <a:xfrm>
            <a:off x="374897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65" name="Oval 964"/>
          <p:cNvSpPr/>
          <p:nvPr/>
        </p:nvSpPr>
        <p:spPr>
          <a:xfrm>
            <a:off x="459185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66" name="Oval 965"/>
          <p:cNvSpPr/>
          <p:nvPr/>
        </p:nvSpPr>
        <p:spPr>
          <a:xfrm>
            <a:off x="543473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67" name="Oval 966"/>
          <p:cNvSpPr/>
          <p:nvPr/>
        </p:nvSpPr>
        <p:spPr>
          <a:xfrm>
            <a:off x="627761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68" name="Oval 967"/>
          <p:cNvSpPr/>
          <p:nvPr/>
        </p:nvSpPr>
        <p:spPr>
          <a:xfrm>
            <a:off x="880625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69" name="Oval 968"/>
          <p:cNvSpPr/>
          <p:nvPr/>
        </p:nvSpPr>
        <p:spPr>
          <a:xfrm>
            <a:off x="796337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70" name="Oval 969"/>
          <p:cNvSpPr/>
          <p:nvPr/>
        </p:nvSpPr>
        <p:spPr>
          <a:xfrm>
            <a:off x="1049201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71" name="Oval 970"/>
          <p:cNvSpPr/>
          <p:nvPr/>
        </p:nvSpPr>
        <p:spPr>
          <a:xfrm>
            <a:off x="964913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972" name="Oval 971"/>
          <p:cNvSpPr/>
          <p:nvPr/>
        </p:nvSpPr>
        <p:spPr>
          <a:xfrm>
            <a:off x="1133489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hu-HU"/>
          </a:p>
        </p:txBody>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hu-HU"/>
              <a:t>Mintacím szerkesztése</a:t>
            </a:r>
            <a:endParaRPr lang="en-US" dirty="0"/>
          </a:p>
        </p:txBody>
      </p:sp>
      <p:sp>
        <p:nvSpPr>
          <p:cNvPr id="3" name="Text Placeholder 2"/>
          <p:cNvSpPr>
            <a:spLocks noGrp="1"/>
          </p:cNvSpPr>
          <p:nvPr>
            <p:ph type="body" idx="1"/>
          </p:nvPr>
        </p:nvSpPr>
        <p:spPr>
          <a:xfrm>
            <a:off x="8610600" y="4960137"/>
            <a:ext cx="3200400" cy="1463040"/>
          </a:xfrm>
        </p:spPr>
        <p:txBody>
          <a:bodyPr lIns="91440" tIns="45720" rIns="91440" bIns="4572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p:txBody>
          <a:bodyPr/>
          <a:lstStyle/>
          <a:p>
            <a:fld id="{036683BB-346D-4383-AFA0-462109EFE8C7}" type="datetimeFigureOut">
              <a:rPr lang="hu-HU" smtClean="0"/>
              <a:t>2026. 03. 13.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1C5608D1-72E3-411F-BD17-F9ABEFA55B85}" type="slidenum">
              <a:rPr lang="hu-HU" smtClean="0"/>
              <a:t>‹#›</a:t>
            </a:fld>
            <a:endParaRPr lang="hu-HU"/>
          </a:p>
        </p:txBody>
      </p:sp>
      <p:cxnSp>
        <p:nvCxnSpPr>
          <p:cNvPr id="8" name="Straight Connector 7"/>
          <p:cNvCxnSpPr/>
          <p:nvPr/>
        </p:nvCxnSpPr>
        <p:spPr>
          <a:xfrm flipV="1">
            <a:off x="8386842" y="5264106"/>
            <a:ext cx="0" cy="9144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946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hu-HU"/>
              <a:t>Mintacím szerkesztése</a:t>
            </a:r>
            <a:endParaRPr lang="en-US" dirty="0"/>
          </a:p>
        </p:txBody>
      </p:sp>
      <p:sp>
        <p:nvSpPr>
          <p:cNvPr id="3" name="Content Placeholder 2"/>
          <p:cNvSpPr>
            <a:spLocks noGrp="1"/>
          </p:cNvSpPr>
          <p:nvPr>
            <p:ph sz="half" idx="1"/>
          </p:nvPr>
        </p:nvSpPr>
        <p:spPr>
          <a:xfrm>
            <a:off x="1024128" y="2286000"/>
            <a:ext cx="4754880" cy="4023360"/>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Date Placeholder 4"/>
          <p:cNvSpPr>
            <a:spLocks noGrp="1"/>
          </p:cNvSpPr>
          <p:nvPr>
            <p:ph type="dt" sz="half" idx="10"/>
          </p:nvPr>
        </p:nvSpPr>
        <p:spPr/>
        <p:txBody>
          <a:bodyPr/>
          <a:lstStyle/>
          <a:p>
            <a:fld id="{036683BB-346D-4383-AFA0-462109EFE8C7}" type="datetimeFigureOut">
              <a:rPr lang="hu-HU" smtClean="0"/>
              <a:t>2026. 03. 13.</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1C5608D1-72E3-411F-BD17-F9ABEFA55B85}" type="slidenum">
              <a:rPr lang="hu-HU" smtClean="0"/>
              <a:t>‹#›</a:t>
            </a:fld>
            <a:endParaRPr lang="hu-HU"/>
          </a:p>
        </p:txBody>
      </p:sp>
    </p:spTree>
    <p:extLst>
      <p:ext uri="{BB962C8B-B14F-4D97-AF65-F5344CB8AC3E}">
        <p14:creationId xmlns:p14="http://schemas.microsoft.com/office/powerpoint/2010/main" val="1036035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10" name="Title 9"/>
          <p:cNvSpPr>
            <a:spLocks noGrp="1"/>
          </p:cNvSpPr>
          <p:nvPr>
            <p:ph type="title"/>
          </p:nvPr>
        </p:nvSpPr>
        <p:spPr>
          <a:xfrm>
            <a:off x="1024128" y="585216"/>
            <a:ext cx="9720072" cy="1499616"/>
          </a:xfrm>
        </p:spPr>
        <p:txBody>
          <a:bodyPr/>
          <a:lstStyle/>
          <a:p>
            <a:r>
              <a:rPr lang="hu-HU"/>
              <a:t>Mintacím szerkesztése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3"/>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4" name="Content Placeholder 3"/>
          <p:cNvSpPr>
            <a:spLocks noGrp="1"/>
          </p:cNvSpPr>
          <p:nvPr>
            <p:ph sz="half" idx="2"/>
          </p:nvPr>
        </p:nvSpPr>
        <p:spPr>
          <a:xfrm>
            <a:off x="1024128" y="2967788"/>
            <a:ext cx="4754880" cy="3341572"/>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Text Placeholder 4"/>
          <p:cNvSpPr>
            <a:spLocks noGrp="1"/>
          </p:cNvSpPr>
          <p:nvPr>
            <p:ph type="body" sz="quarter" idx="3"/>
          </p:nvPr>
        </p:nvSpPr>
        <p:spPr>
          <a:xfrm>
            <a:off x="5989320"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3"/>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hu-HU"/>
              <a:t>Mintaszöveg szerkesztése</a:t>
            </a:r>
          </a:p>
        </p:txBody>
      </p:sp>
      <p:sp>
        <p:nvSpPr>
          <p:cNvPr id="6" name="Content Placeholder 5"/>
          <p:cNvSpPr>
            <a:spLocks noGrp="1"/>
          </p:cNvSpPr>
          <p:nvPr>
            <p:ph sz="quarter" idx="4"/>
          </p:nvPr>
        </p:nvSpPr>
        <p:spPr>
          <a:xfrm>
            <a:off x="5989320" y="2967788"/>
            <a:ext cx="4754880" cy="3341572"/>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7" name="Date Placeholder 6"/>
          <p:cNvSpPr>
            <a:spLocks noGrp="1"/>
          </p:cNvSpPr>
          <p:nvPr>
            <p:ph type="dt" sz="half" idx="10"/>
          </p:nvPr>
        </p:nvSpPr>
        <p:spPr/>
        <p:txBody>
          <a:bodyPr/>
          <a:lstStyle/>
          <a:p>
            <a:fld id="{036683BB-346D-4383-AFA0-462109EFE8C7}" type="datetimeFigureOut">
              <a:rPr lang="hu-HU" smtClean="0"/>
              <a:t>2026. 03. 13.</a:t>
            </a:fld>
            <a:endParaRPr lang="hu-HU"/>
          </a:p>
        </p:txBody>
      </p:sp>
      <p:sp>
        <p:nvSpPr>
          <p:cNvPr id="8" name="Footer Placeholder 7"/>
          <p:cNvSpPr>
            <a:spLocks noGrp="1"/>
          </p:cNvSpPr>
          <p:nvPr>
            <p:ph type="ftr" sz="quarter" idx="11"/>
          </p:nvPr>
        </p:nvSpPr>
        <p:spPr/>
        <p:txBody>
          <a:bodyPr/>
          <a:lstStyle/>
          <a:p>
            <a:endParaRPr lang="hu-HU"/>
          </a:p>
        </p:txBody>
      </p:sp>
      <p:sp>
        <p:nvSpPr>
          <p:cNvPr id="9" name="Slide Number Placeholder 8"/>
          <p:cNvSpPr>
            <a:spLocks noGrp="1"/>
          </p:cNvSpPr>
          <p:nvPr>
            <p:ph type="sldNum" sz="quarter" idx="12"/>
          </p:nvPr>
        </p:nvSpPr>
        <p:spPr/>
        <p:txBody>
          <a:bodyPr/>
          <a:lstStyle/>
          <a:p>
            <a:fld id="{1C5608D1-72E3-411F-BD17-F9ABEFA55B85}" type="slidenum">
              <a:rPr lang="hu-HU" smtClean="0"/>
              <a:t>‹#›</a:t>
            </a:fld>
            <a:endParaRPr lang="hu-HU"/>
          </a:p>
        </p:txBody>
      </p:sp>
    </p:spTree>
    <p:extLst>
      <p:ext uri="{BB962C8B-B14F-4D97-AF65-F5344CB8AC3E}">
        <p14:creationId xmlns:p14="http://schemas.microsoft.com/office/powerpoint/2010/main" val="3837689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Date Placeholder 2"/>
          <p:cNvSpPr>
            <a:spLocks noGrp="1"/>
          </p:cNvSpPr>
          <p:nvPr>
            <p:ph type="dt" sz="half" idx="10"/>
          </p:nvPr>
        </p:nvSpPr>
        <p:spPr/>
        <p:txBody>
          <a:bodyPr/>
          <a:lstStyle/>
          <a:p>
            <a:fld id="{036683BB-346D-4383-AFA0-462109EFE8C7}" type="datetimeFigureOut">
              <a:rPr lang="hu-HU" smtClean="0"/>
              <a:t>2026. 03. 13.</a:t>
            </a:fld>
            <a:endParaRPr lang="hu-HU"/>
          </a:p>
        </p:txBody>
      </p:sp>
      <p:sp>
        <p:nvSpPr>
          <p:cNvPr id="4" name="Footer Placeholder 3"/>
          <p:cNvSpPr>
            <a:spLocks noGrp="1"/>
          </p:cNvSpPr>
          <p:nvPr>
            <p:ph type="ftr" sz="quarter" idx="11"/>
          </p:nvPr>
        </p:nvSpPr>
        <p:spPr/>
        <p:txBody>
          <a:bodyPr/>
          <a:lstStyle/>
          <a:p>
            <a:endParaRPr lang="hu-HU"/>
          </a:p>
        </p:txBody>
      </p:sp>
      <p:sp>
        <p:nvSpPr>
          <p:cNvPr id="5" name="Slide Number Placeholder 4"/>
          <p:cNvSpPr>
            <a:spLocks noGrp="1"/>
          </p:cNvSpPr>
          <p:nvPr>
            <p:ph type="sldNum" sz="quarter" idx="12"/>
          </p:nvPr>
        </p:nvSpPr>
        <p:spPr/>
        <p:txBody>
          <a:bodyPr/>
          <a:lstStyle/>
          <a:p>
            <a:fld id="{1C5608D1-72E3-411F-BD17-F9ABEFA55B85}" type="slidenum">
              <a:rPr lang="hu-HU" smtClean="0"/>
              <a:t>‹#›</a:t>
            </a:fld>
            <a:endParaRPr lang="hu-HU"/>
          </a:p>
        </p:txBody>
      </p:sp>
    </p:spTree>
    <p:extLst>
      <p:ext uri="{BB962C8B-B14F-4D97-AF65-F5344CB8AC3E}">
        <p14:creationId xmlns:p14="http://schemas.microsoft.com/office/powerpoint/2010/main" val="2151434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Üres">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683BB-346D-4383-AFA0-462109EFE8C7}" type="datetimeFigureOut">
              <a:rPr lang="hu-HU" smtClean="0"/>
              <a:t>2026. 03. 13.</a:t>
            </a:fld>
            <a:endParaRPr lang="hu-HU"/>
          </a:p>
        </p:txBody>
      </p:sp>
      <p:sp>
        <p:nvSpPr>
          <p:cNvPr id="3" name="Footer Placeholder 2"/>
          <p:cNvSpPr>
            <a:spLocks noGrp="1"/>
          </p:cNvSpPr>
          <p:nvPr>
            <p:ph type="ftr" sz="quarter" idx="11"/>
          </p:nvPr>
        </p:nvSpPr>
        <p:spPr/>
        <p:txBody>
          <a:bodyPr/>
          <a:lstStyle/>
          <a:p>
            <a:endParaRPr lang="hu-HU"/>
          </a:p>
        </p:txBody>
      </p:sp>
      <p:sp>
        <p:nvSpPr>
          <p:cNvPr id="4" name="Slide Number Placeholder 3"/>
          <p:cNvSpPr>
            <a:spLocks noGrp="1"/>
          </p:cNvSpPr>
          <p:nvPr>
            <p:ph type="sldNum" sz="quarter" idx="12"/>
          </p:nvPr>
        </p:nvSpPr>
        <p:spPr/>
        <p:txBody>
          <a:bodyPr/>
          <a:lstStyle/>
          <a:p>
            <a:fld id="{1C5608D1-72E3-411F-BD17-F9ABEFA55B85}" type="slidenum">
              <a:rPr lang="hu-HU" smtClean="0"/>
              <a:t>‹#›</a:t>
            </a:fld>
            <a:endParaRPr lang="hu-HU"/>
          </a:p>
        </p:txBody>
      </p:sp>
    </p:spTree>
    <p:extLst>
      <p:ext uri="{BB962C8B-B14F-4D97-AF65-F5344CB8AC3E}">
        <p14:creationId xmlns:p14="http://schemas.microsoft.com/office/powerpoint/2010/main" val="313677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hu-HU"/>
              <a:t>Mintacím szerkesztése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Date Placeholder 4"/>
          <p:cNvSpPr>
            <a:spLocks noGrp="1"/>
          </p:cNvSpPr>
          <p:nvPr>
            <p:ph type="dt" sz="half" idx="10"/>
          </p:nvPr>
        </p:nvSpPr>
        <p:spPr/>
        <p:txBody>
          <a:bodyPr/>
          <a:lstStyle/>
          <a:p>
            <a:fld id="{036683BB-346D-4383-AFA0-462109EFE8C7}" type="datetimeFigureOut">
              <a:rPr lang="hu-HU" smtClean="0"/>
              <a:t>2026. 03. 13.</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1C5608D1-72E3-411F-BD17-F9ABEFA55B85}" type="slidenum">
              <a:rPr lang="hu-HU" smtClean="0"/>
              <a:t>‹#›</a:t>
            </a:fld>
            <a:endParaRPr lang="hu-HU"/>
          </a:p>
        </p:txBody>
      </p:sp>
    </p:spTree>
    <p:extLst>
      <p:ext uri="{BB962C8B-B14F-4D97-AF65-F5344CB8AC3E}">
        <p14:creationId xmlns:p14="http://schemas.microsoft.com/office/powerpoint/2010/main" val="22148158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Kép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hu-HU"/>
              <a:t>Mintacím szerkesztése</a:t>
            </a:r>
            <a:endParaRPr lang="en-US" dirty="0"/>
          </a:p>
        </p:txBody>
      </p:sp>
      <p:sp>
        <p:nvSpPr>
          <p:cNvPr id="3" name="Picture Placeholder 2"/>
          <p:cNvSpPr>
            <a:spLocks noGrp="1" noChangeAspect="1"/>
          </p:cNvSpPr>
          <p:nvPr>
            <p:ph type="pic" idx="1"/>
          </p:nvPr>
        </p:nvSpPr>
        <p:spPr>
          <a:xfrm>
            <a:off x="0" y="-1"/>
            <a:ext cx="12188952" cy="4572000"/>
          </a:xfrm>
          <a:solidFill>
            <a:schemeClr val="accent3">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u-HU"/>
              <a:t>Kép beszúrásához kattintson az ikonra</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036683BB-346D-4383-AFA0-462109EFE8C7}" type="datetimeFigureOut">
              <a:rPr lang="hu-HU" smtClean="0"/>
              <a:t>2026. 03. 13.</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1C5608D1-72E3-411F-BD17-F9ABEFA55B85}" type="slidenum">
              <a:rPr lang="hu-HU" smtClean="0"/>
              <a:t>‹#›</a:t>
            </a:fld>
            <a:endParaRPr lang="hu-HU"/>
          </a:p>
        </p:txBody>
      </p:sp>
      <p:cxnSp>
        <p:nvCxnSpPr>
          <p:cNvPr id="9" name="Straight Connector 8"/>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1245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Vertical Text Placeholder 2"/>
          <p:cNvSpPr>
            <a:spLocks noGrp="1"/>
          </p:cNvSpPr>
          <p:nvPr>
            <p:ph type="body" orient="vert" idx="1"/>
          </p:nvPr>
        </p:nvSpPr>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036683BB-346D-4383-AFA0-462109EFE8C7}" type="datetimeFigureOut">
              <a:rPr lang="hu-HU" smtClean="0"/>
              <a:t>2026. 03. 13.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1C5608D1-72E3-411F-BD17-F9ABEFA55B85}" type="slidenum">
              <a:rPr lang="hu-HU" smtClean="0"/>
              <a:t>‹#›</a:t>
            </a:fld>
            <a:endParaRPr lang="hu-HU"/>
          </a:p>
        </p:txBody>
      </p:sp>
    </p:spTree>
    <p:extLst>
      <p:ext uri="{BB962C8B-B14F-4D97-AF65-F5344CB8AC3E}">
        <p14:creationId xmlns:p14="http://schemas.microsoft.com/office/powerpoint/2010/main" val="2480184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Függőleges cím és szöve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628900" cy="5410200"/>
          </a:xfrm>
        </p:spPr>
        <p:txBody>
          <a:bodyPr vert="eaVert" lIns="45720" tIns="91440" rIns="45720" bIns="91440"/>
          <a:lstStyle/>
          <a:p>
            <a:r>
              <a:rPr lang="hu-HU"/>
              <a:t>Mintacím szerkesztése</a:t>
            </a:r>
            <a:endParaRPr lang="en-US" dirty="0"/>
          </a:p>
        </p:txBody>
      </p:sp>
      <p:sp>
        <p:nvSpPr>
          <p:cNvPr id="3" name="Vertical Text Placeholder 2"/>
          <p:cNvSpPr>
            <a:spLocks noGrp="1"/>
          </p:cNvSpPr>
          <p:nvPr>
            <p:ph type="body" orient="vert" idx="1"/>
          </p:nvPr>
        </p:nvSpPr>
        <p:spPr>
          <a:xfrm>
            <a:off x="990600" y="762000"/>
            <a:ext cx="7581900" cy="5410200"/>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036683BB-346D-4383-AFA0-462109EFE8C7}" type="datetimeFigureOut">
              <a:rPr lang="hu-HU" smtClean="0"/>
              <a:t>2026. 03. 13.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1C5608D1-72E3-411F-BD17-F9ABEFA55B85}" type="slidenum">
              <a:rPr lang="hu-HU" smtClean="0"/>
              <a:t>‹#›</a:t>
            </a:fld>
            <a:endParaRPr lang="hu-HU"/>
          </a:p>
        </p:txBody>
      </p:sp>
      <p:cxnSp>
        <p:nvCxnSpPr>
          <p:cNvPr id="7" name="Straight Connector 6"/>
          <p:cNvCxnSpPr/>
          <p:nvPr/>
        </p:nvCxnSpPr>
        <p:spPr>
          <a:xfrm rot="5400000" flipV="1">
            <a:off x="10058400" y="59263"/>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0977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hu-HU"/>
              <a:t>Mintacím szerkesztése</a:t>
            </a:r>
            <a:endParaRPr lang="en-US" dirty="0"/>
          </a:p>
        </p:txBody>
      </p:sp>
      <p:sp>
        <p:nvSpPr>
          <p:cNvPr id="3" name="Text Placeholder 2"/>
          <p:cNvSpPr>
            <a:spLocks noGrp="1"/>
          </p:cNvSpPr>
          <p:nvPr>
            <p:ph type="body" idx="1"/>
          </p:nvPr>
        </p:nvSpPr>
        <p:spPr>
          <a:xfrm>
            <a:off x="1024128" y="2286000"/>
            <a:ext cx="9720071" cy="4023360"/>
          </a:xfrm>
          <a:prstGeom prst="rect">
            <a:avLst/>
          </a:prstGeom>
        </p:spPr>
        <p:txBody>
          <a:bodyPr vert="horz" lIns="45720" tIns="45720" rIns="45720" bIns="45720" rtlCol="0">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2"/>
          </p:nvPr>
        </p:nvSpPr>
        <p:spPr>
          <a:xfrm>
            <a:off x="1024128" y="6470704"/>
            <a:ext cx="2154142"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036683BB-346D-4383-AFA0-462109EFE8C7}" type="datetimeFigureOut">
              <a:rPr lang="hu-HU" smtClean="0"/>
              <a:t>2026. 03. 13.</a:t>
            </a:fld>
            <a:endParaRPr lang="hu-HU"/>
          </a:p>
        </p:txBody>
      </p:sp>
      <p:sp>
        <p:nvSpPr>
          <p:cNvPr id="5" name="Footer Placeholder 4"/>
          <p:cNvSpPr>
            <a:spLocks noGrp="1"/>
          </p:cNvSpPr>
          <p:nvPr>
            <p:ph type="ftr" sz="quarter" idx="3"/>
          </p:nvPr>
        </p:nvSpPr>
        <p:spPr>
          <a:xfrm>
            <a:off x="4842932" y="6470704"/>
            <a:ext cx="5901458"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hu-HU"/>
          </a:p>
        </p:txBody>
      </p:sp>
      <p:sp>
        <p:nvSpPr>
          <p:cNvPr id="6" name="Slide Number Placeholder 5"/>
          <p:cNvSpPr>
            <a:spLocks noGrp="1"/>
          </p:cNvSpPr>
          <p:nvPr>
            <p:ph type="sldNum" sz="quarter" idx="4"/>
          </p:nvPr>
        </p:nvSpPr>
        <p:spPr>
          <a:xfrm>
            <a:off x="10837334" y="6470704"/>
            <a:ext cx="973666"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C5608D1-72E3-411F-BD17-F9ABEFA55B85}" type="slidenum">
              <a:rPr lang="hu-HU" smtClean="0"/>
              <a:t>‹#›</a:t>
            </a:fld>
            <a:endParaRPr lang="hu-HU"/>
          </a:p>
        </p:txBody>
      </p:sp>
      <p:cxnSp>
        <p:nvCxnSpPr>
          <p:cNvPr id="7" name="Straight Connector 6"/>
          <p:cNvCxnSpPr/>
          <p:nvPr/>
        </p:nvCxnSpPr>
        <p:spPr>
          <a:xfrm flipV="1">
            <a:off x="762000" y="826324"/>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7821820"/>
      </p:ext>
    </p:extLst>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3"/>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3"/>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badacsonyi.katalin.tegza@gtk.bme.h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4BB79AAA-BEBD-DCE4-A285-083F807CD426}"/>
              </a:ext>
            </a:extLst>
          </p:cNvPr>
          <p:cNvSpPr>
            <a:spLocks noGrp="1"/>
          </p:cNvSpPr>
          <p:nvPr>
            <p:ph type="ctrTitle"/>
          </p:nvPr>
        </p:nvSpPr>
        <p:spPr>
          <a:xfrm>
            <a:off x="472272" y="4432343"/>
            <a:ext cx="7558401" cy="2655277"/>
          </a:xfrm>
        </p:spPr>
        <p:txBody>
          <a:bodyPr/>
          <a:lstStyle/>
          <a:p>
            <a:pPr algn="ctr"/>
            <a:r>
              <a:rPr lang="hu-HU" cap="all" dirty="0"/>
              <a:t>Jogi alapismeretek</a:t>
            </a:r>
            <a:br>
              <a:rPr lang="hu-HU" cap="all" dirty="0"/>
            </a:br>
            <a:r>
              <a:rPr lang="hu-HU" cap="all" dirty="0"/>
              <a:t>2026. március 13.</a:t>
            </a:r>
            <a:br>
              <a:rPr lang="hu-HU" cap="all" dirty="0"/>
            </a:br>
            <a:r>
              <a:rPr lang="hu-HU" cap="all" dirty="0">
                <a:solidFill>
                  <a:schemeClr val="accent6">
                    <a:lumMod val="75000"/>
                  </a:schemeClr>
                </a:solidFill>
              </a:rPr>
              <a:t>üzleti működés formái</a:t>
            </a:r>
          </a:p>
        </p:txBody>
      </p:sp>
      <p:sp>
        <p:nvSpPr>
          <p:cNvPr id="3" name="Alcím 2">
            <a:extLst>
              <a:ext uri="{FF2B5EF4-FFF2-40B4-BE49-F238E27FC236}">
                <a16:creationId xmlns:a16="http://schemas.microsoft.com/office/drawing/2014/main" id="{12ED1584-2ED5-4721-CC16-E55B97F6247D}"/>
              </a:ext>
            </a:extLst>
          </p:cNvPr>
          <p:cNvSpPr>
            <a:spLocks noGrp="1"/>
          </p:cNvSpPr>
          <p:nvPr>
            <p:ph type="subTitle" idx="1"/>
          </p:nvPr>
        </p:nvSpPr>
        <p:spPr>
          <a:xfrm>
            <a:off x="8531049" y="5084466"/>
            <a:ext cx="3551271" cy="1219264"/>
          </a:xfrm>
        </p:spPr>
        <p:txBody>
          <a:bodyPr>
            <a:normAutofit fontScale="92500"/>
          </a:bodyPr>
          <a:lstStyle/>
          <a:p>
            <a:r>
              <a:rPr lang="hu-HU" dirty="0"/>
              <a:t>dr. Badacsonyi K. Tegza</a:t>
            </a:r>
          </a:p>
          <a:p>
            <a:r>
              <a:rPr lang="hu-HU" dirty="0"/>
              <a:t>egyetemi tanársegéd</a:t>
            </a:r>
          </a:p>
          <a:p>
            <a:r>
              <a:rPr lang="hu-HU" dirty="0">
                <a:hlinkClick r:id="rId2"/>
              </a:rPr>
              <a:t>badacsonyi.katalin.tegza@gtk.bme.hu</a:t>
            </a:r>
            <a:endParaRPr lang="hu-HU" dirty="0"/>
          </a:p>
          <a:p>
            <a:r>
              <a:rPr lang="hu-HU" dirty="0"/>
              <a:t>BME GTK Üzleti Jog Tanszék</a:t>
            </a:r>
          </a:p>
        </p:txBody>
      </p:sp>
    </p:spTree>
    <p:extLst>
      <p:ext uri="{BB962C8B-B14F-4D97-AF65-F5344CB8AC3E}">
        <p14:creationId xmlns:p14="http://schemas.microsoft.com/office/powerpoint/2010/main" val="119721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ím 2">
            <a:extLst>
              <a:ext uri="{FF2B5EF4-FFF2-40B4-BE49-F238E27FC236}">
                <a16:creationId xmlns:a16="http://schemas.microsoft.com/office/drawing/2014/main" id="{D5DBA2B1-34BD-D3EA-248D-1616D8F2BA18}"/>
              </a:ext>
            </a:extLst>
          </p:cNvPr>
          <p:cNvSpPr>
            <a:spLocks noGrp="1"/>
          </p:cNvSpPr>
          <p:nvPr>
            <p:ph type="title"/>
          </p:nvPr>
        </p:nvSpPr>
        <p:spPr/>
        <p:txBody>
          <a:bodyPr/>
          <a:lstStyle/>
          <a:p>
            <a:r>
              <a:rPr lang="hu-HU" dirty="0"/>
              <a:t>Kik lehetnek a jog alanyai</a:t>
            </a:r>
          </a:p>
        </p:txBody>
      </p:sp>
      <p:sp>
        <p:nvSpPr>
          <p:cNvPr id="4" name="Tartalom helye 3">
            <a:extLst>
              <a:ext uri="{FF2B5EF4-FFF2-40B4-BE49-F238E27FC236}">
                <a16:creationId xmlns:a16="http://schemas.microsoft.com/office/drawing/2014/main" id="{191F9C72-1ECE-594B-1D5F-9F9B5D30342A}"/>
              </a:ext>
            </a:extLst>
          </p:cNvPr>
          <p:cNvSpPr>
            <a:spLocks noGrp="1"/>
          </p:cNvSpPr>
          <p:nvPr>
            <p:ph idx="1"/>
          </p:nvPr>
        </p:nvSpPr>
        <p:spPr/>
        <p:txBody>
          <a:bodyPr/>
          <a:lstStyle/>
          <a:p>
            <a:pPr>
              <a:buFont typeface="Arial" panose="020B0604020202020204" pitchFamily="34" charset="0"/>
              <a:buChar char="•"/>
            </a:pPr>
            <a:r>
              <a:rPr lang="hu-HU" dirty="0"/>
              <a:t>Állam</a:t>
            </a:r>
          </a:p>
          <a:p>
            <a:pPr>
              <a:buFont typeface="Arial" panose="020B0604020202020204" pitchFamily="34" charset="0"/>
              <a:buChar char="•"/>
            </a:pPr>
            <a:r>
              <a:rPr lang="hu-HU" dirty="0"/>
              <a:t>Természetes személyek (= emberek)</a:t>
            </a:r>
          </a:p>
          <a:p>
            <a:pPr>
              <a:buFont typeface="Arial" panose="020B0604020202020204" pitchFamily="34" charset="0"/>
              <a:buChar char="•"/>
            </a:pPr>
            <a:r>
              <a:rPr lang="hu-HU" dirty="0"/>
              <a:t>Jogi személyek</a:t>
            </a:r>
          </a:p>
          <a:p>
            <a:pPr>
              <a:buFont typeface="Arial" panose="020B0604020202020204" pitchFamily="34" charset="0"/>
              <a:buChar char="•"/>
            </a:pPr>
            <a:endParaRPr lang="hu-HU" dirty="0"/>
          </a:p>
          <a:p>
            <a:pPr>
              <a:buFont typeface="Arial" panose="020B0604020202020204" pitchFamily="34" charset="0"/>
              <a:buChar char="•"/>
            </a:pPr>
            <a:r>
              <a:rPr lang="hu-HU" dirty="0"/>
              <a:t>Miért lényeges ez? </a:t>
            </a:r>
            <a:r>
              <a:rPr lang="hu-HU" dirty="0">
                <a:sym typeface="Wingdings" panose="05000000000000000000" pitchFamily="2" charset="2"/>
              </a:rPr>
              <a:t> jogok és kötelezettségek</a:t>
            </a:r>
            <a:endParaRPr lang="hu-HU" dirty="0"/>
          </a:p>
          <a:p>
            <a:pPr marL="0" indent="0">
              <a:buNone/>
            </a:pPr>
            <a:endParaRPr lang="hu-HU" dirty="0"/>
          </a:p>
        </p:txBody>
      </p:sp>
    </p:spTree>
    <p:extLst>
      <p:ext uri="{BB962C8B-B14F-4D97-AF65-F5344CB8AC3E}">
        <p14:creationId xmlns:p14="http://schemas.microsoft.com/office/powerpoint/2010/main" val="3136791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7C61450-7CAD-0D5E-8967-BF33478E115A}"/>
              </a:ext>
            </a:extLst>
          </p:cNvPr>
          <p:cNvGraphicFramePr/>
          <p:nvPr>
            <p:extLst>
              <p:ext uri="{D42A27DB-BD31-4B8C-83A1-F6EECF244321}">
                <p14:modId xmlns:p14="http://schemas.microsoft.com/office/powerpoint/2010/main" val="3727435505"/>
              </p:ext>
            </p:extLst>
          </p:nvPr>
        </p:nvGraphicFramePr>
        <p:xfrm>
          <a:off x="1205802" y="138165"/>
          <a:ext cx="9947867" cy="65816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626408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151D3C79-1BC1-6D8A-4C33-DE35C565CDB6}"/>
              </a:ext>
            </a:extLst>
          </p:cNvPr>
          <p:cNvSpPr>
            <a:spLocks noGrp="1"/>
          </p:cNvSpPr>
          <p:nvPr>
            <p:ph type="title"/>
          </p:nvPr>
        </p:nvSpPr>
        <p:spPr/>
        <p:txBody>
          <a:bodyPr>
            <a:normAutofit fontScale="90000"/>
          </a:bodyPr>
          <a:lstStyle/>
          <a:p>
            <a:r>
              <a:rPr lang="hu-HU" dirty="0"/>
              <a:t>Jogi személyiséggel nem rendelkező gazdasági szereplők</a:t>
            </a:r>
          </a:p>
        </p:txBody>
      </p:sp>
      <p:sp>
        <p:nvSpPr>
          <p:cNvPr id="3" name="Szöveg helye 2">
            <a:extLst>
              <a:ext uri="{FF2B5EF4-FFF2-40B4-BE49-F238E27FC236}">
                <a16:creationId xmlns:a16="http://schemas.microsoft.com/office/drawing/2014/main" id="{4F75D557-91E9-806C-E2F5-F3754BB20B02}"/>
              </a:ext>
            </a:extLst>
          </p:cNvPr>
          <p:cNvSpPr>
            <a:spLocks noGrp="1"/>
          </p:cNvSpPr>
          <p:nvPr>
            <p:ph type="body" idx="1"/>
          </p:nvPr>
        </p:nvSpPr>
        <p:spPr/>
        <p:txBody>
          <a:bodyPr/>
          <a:lstStyle/>
          <a:p>
            <a:pPr marL="285750" indent="-285750">
              <a:buFont typeface="Arial" panose="020B0604020202020204" pitchFamily="34" charset="0"/>
              <a:buChar char="•"/>
            </a:pPr>
            <a:r>
              <a:rPr lang="hu-HU" dirty="0"/>
              <a:t>Egyéni vállalkozó</a:t>
            </a:r>
          </a:p>
          <a:p>
            <a:pPr marL="285750" indent="-285750">
              <a:buFont typeface="Arial" panose="020B0604020202020204" pitchFamily="34" charset="0"/>
              <a:buChar char="•"/>
            </a:pPr>
            <a:r>
              <a:rPr lang="hu-HU" dirty="0"/>
              <a:t>Egyéni cég</a:t>
            </a:r>
          </a:p>
        </p:txBody>
      </p:sp>
    </p:spTree>
    <p:extLst>
      <p:ext uri="{BB962C8B-B14F-4D97-AF65-F5344CB8AC3E}">
        <p14:creationId xmlns:p14="http://schemas.microsoft.com/office/powerpoint/2010/main" val="2037289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407046D-3D67-2BFF-AD75-5CD217A8272C}"/>
              </a:ext>
            </a:extLst>
          </p:cNvPr>
          <p:cNvSpPr>
            <a:spLocks noGrp="1"/>
          </p:cNvSpPr>
          <p:nvPr>
            <p:ph type="title"/>
          </p:nvPr>
        </p:nvSpPr>
        <p:spPr/>
        <p:txBody>
          <a:bodyPr/>
          <a:lstStyle/>
          <a:p>
            <a:r>
              <a:rPr lang="hu-HU" dirty="0">
                <a:solidFill>
                  <a:schemeClr val="accent3"/>
                </a:solidFill>
              </a:rPr>
              <a:t>Egyéni vállalkozó</a:t>
            </a:r>
          </a:p>
        </p:txBody>
      </p:sp>
      <p:sp>
        <p:nvSpPr>
          <p:cNvPr id="3" name="Tartalom helye 2">
            <a:extLst>
              <a:ext uri="{FF2B5EF4-FFF2-40B4-BE49-F238E27FC236}">
                <a16:creationId xmlns:a16="http://schemas.microsoft.com/office/drawing/2014/main" id="{B8DD99D0-D368-1A4C-DEDA-CC037A41BC90}"/>
              </a:ext>
            </a:extLst>
          </p:cNvPr>
          <p:cNvSpPr>
            <a:spLocks noGrp="1"/>
          </p:cNvSpPr>
          <p:nvPr>
            <p:ph idx="1"/>
          </p:nvPr>
        </p:nvSpPr>
        <p:spPr/>
        <p:txBody>
          <a:bodyPr/>
          <a:lstStyle/>
          <a:p>
            <a:pPr>
              <a:buFontTx/>
              <a:buChar char="-"/>
            </a:pPr>
            <a:r>
              <a:rPr lang="hu-HU" sz="2000" b="1" dirty="0">
                <a:latin typeface="Times New Roman" panose="02020603050405020304" pitchFamily="18" charset="0"/>
                <a:cs typeface="Times New Roman" panose="02020603050405020304" pitchFamily="18" charset="0"/>
              </a:rPr>
              <a:t>Az </a:t>
            </a:r>
            <a:r>
              <a:rPr lang="hu-HU" sz="2000" b="1" dirty="0" err="1">
                <a:latin typeface="Times New Roman" panose="02020603050405020304" pitchFamily="18" charset="0"/>
                <a:cs typeface="Times New Roman" panose="02020603050405020304" pitchFamily="18" charset="0"/>
              </a:rPr>
              <a:t>egyéni</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vállalkozás</a:t>
            </a:r>
            <a:r>
              <a:rPr lang="hu-HU" sz="2000" b="1" dirty="0">
                <a:latin typeface="Times New Roman" panose="02020603050405020304" pitchFamily="18" charset="0"/>
                <a:cs typeface="Times New Roman" panose="02020603050405020304" pitchFamily="18" charset="0"/>
              </a:rPr>
              <a:t> </a:t>
            </a:r>
            <a:endParaRPr lang="hu-HU" sz="2000" dirty="0">
              <a:latin typeface="Times New Roman" panose="02020603050405020304" pitchFamily="18" charset="0"/>
              <a:cs typeface="Times New Roman" panose="02020603050405020304" pitchFamily="18" charset="0"/>
            </a:endParaRPr>
          </a:p>
          <a:p>
            <a:pPr lvl="1">
              <a:buFontTx/>
              <a:buChar char="-"/>
            </a:pPr>
            <a:r>
              <a:rPr lang="hu-HU" sz="2000" b="1" dirty="0">
                <a:latin typeface="Times New Roman" panose="02020603050405020304" pitchFamily="18" charset="0"/>
                <a:cs typeface="Times New Roman" panose="02020603050405020304" pitchFamily="18" charset="0"/>
              </a:rPr>
              <a:t>az üzleti </a:t>
            </a:r>
            <a:r>
              <a:rPr lang="hu-HU" sz="2000" b="1" dirty="0" err="1">
                <a:latin typeface="Times New Roman" panose="02020603050405020304" pitchFamily="18" charset="0"/>
                <a:cs typeface="Times New Roman" panose="02020603050405020304" pitchFamily="18" charset="0"/>
              </a:rPr>
              <a:t>életben</a:t>
            </a:r>
            <a:r>
              <a:rPr lang="hu-HU" sz="2000" b="1" dirty="0">
                <a:latin typeface="Times New Roman" panose="02020603050405020304" pitchFamily="18" charset="0"/>
                <a:cs typeface="Times New Roman" panose="02020603050405020304" pitchFamily="18" charset="0"/>
              </a:rPr>
              <a:t> való </a:t>
            </a:r>
            <a:r>
              <a:rPr lang="hu-HU" sz="2000" b="1" dirty="0" err="1">
                <a:latin typeface="Times New Roman" panose="02020603050405020304" pitchFamily="18" charset="0"/>
                <a:cs typeface="Times New Roman" panose="02020603050405020304" pitchFamily="18" charset="0"/>
              </a:rPr>
              <a:t>részvétel</a:t>
            </a:r>
            <a:r>
              <a:rPr lang="hu-HU" sz="2000" b="1" dirty="0">
                <a:latin typeface="Times New Roman" panose="02020603050405020304" pitchFamily="18" charset="0"/>
                <a:cs typeface="Times New Roman" panose="02020603050405020304" pitchFamily="18" charset="0"/>
              </a:rPr>
              <a:t> egyik legegyszerűbb (jogi) </a:t>
            </a:r>
            <a:r>
              <a:rPr lang="hu-HU" sz="2000" b="1" dirty="0" err="1">
                <a:latin typeface="Times New Roman" panose="02020603050405020304" pitchFamily="18" charset="0"/>
                <a:cs typeface="Times New Roman" panose="02020603050405020304" pitchFamily="18" charset="0"/>
              </a:rPr>
              <a:t>formája</a:t>
            </a:r>
            <a:r>
              <a:rPr lang="hu-HU" sz="2000" b="1" dirty="0">
                <a:latin typeface="Times New Roman" panose="02020603050405020304" pitchFamily="18" charset="0"/>
                <a:cs typeface="Times New Roman" panose="02020603050405020304" pitchFamily="18" charset="0"/>
              </a:rPr>
              <a:t> </a:t>
            </a:r>
            <a:endParaRPr lang="hu-HU" sz="2000" dirty="0">
              <a:latin typeface="Times New Roman" panose="02020603050405020304" pitchFamily="18" charset="0"/>
              <a:cs typeface="Times New Roman" panose="02020603050405020304" pitchFamily="18" charset="0"/>
            </a:endParaRPr>
          </a:p>
          <a:p>
            <a:pPr lvl="1">
              <a:buFontTx/>
              <a:buChar char="-"/>
            </a:pPr>
            <a:r>
              <a:rPr lang="hu-HU" sz="2000" b="1" dirty="0">
                <a:solidFill>
                  <a:srgbClr val="00B050"/>
                </a:solidFill>
                <a:latin typeface="Times New Roman" panose="02020603050405020304" pitchFamily="18" charset="0"/>
                <a:cs typeface="Times New Roman" panose="02020603050405020304" pitchFamily="18" charset="0"/>
              </a:rPr>
              <a:t>előnye: </a:t>
            </a:r>
            <a:r>
              <a:rPr lang="hu-HU" sz="2000" b="1" dirty="0" err="1">
                <a:solidFill>
                  <a:srgbClr val="00B050"/>
                </a:solidFill>
                <a:latin typeface="Times New Roman" panose="02020603050405020304" pitchFamily="18" charset="0"/>
                <a:cs typeface="Times New Roman" panose="02020603050405020304" pitchFamily="18" charset="0"/>
              </a:rPr>
              <a:t>alapításkor</a:t>
            </a:r>
            <a:r>
              <a:rPr lang="hu-HU" sz="2000" b="1" dirty="0">
                <a:solidFill>
                  <a:srgbClr val="00B050"/>
                </a:solidFill>
                <a:latin typeface="Times New Roman" panose="02020603050405020304" pitchFamily="18" charset="0"/>
                <a:cs typeface="Times New Roman" panose="02020603050405020304" pitchFamily="18" charset="0"/>
              </a:rPr>
              <a:t> </a:t>
            </a:r>
            <a:r>
              <a:rPr lang="hu-HU" sz="2000" b="1" dirty="0" err="1">
                <a:solidFill>
                  <a:srgbClr val="00B050"/>
                </a:solidFill>
                <a:latin typeface="Times New Roman" panose="02020603050405020304" pitchFamily="18" charset="0"/>
                <a:cs typeface="Times New Roman" panose="02020603050405020304" pitchFamily="18" charset="0"/>
              </a:rPr>
              <a:t>és</a:t>
            </a:r>
            <a:r>
              <a:rPr lang="hu-HU" sz="2000" b="1" dirty="0">
                <a:solidFill>
                  <a:srgbClr val="00B050"/>
                </a:solidFill>
                <a:latin typeface="Times New Roman" panose="02020603050405020304" pitchFamily="18" charset="0"/>
                <a:cs typeface="Times New Roman" panose="02020603050405020304" pitchFamily="18" charset="0"/>
              </a:rPr>
              <a:t> </a:t>
            </a:r>
            <a:r>
              <a:rPr lang="hu-HU" sz="2000" b="1" dirty="0" err="1">
                <a:solidFill>
                  <a:srgbClr val="00B050"/>
                </a:solidFill>
                <a:latin typeface="Times New Roman" panose="02020603050405020304" pitchFamily="18" charset="0"/>
                <a:cs typeface="Times New Roman" panose="02020603050405020304" pitchFamily="18" charset="0"/>
              </a:rPr>
              <a:t>működtetéskor</a:t>
            </a:r>
            <a:r>
              <a:rPr lang="hu-HU" sz="2000" b="1" dirty="0">
                <a:solidFill>
                  <a:srgbClr val="00B050"/>
                </a:solidFill>
                <a:latin typeface="Times New Roman" panose="02020603050405020304" pitchFamily="18" charset="0"/>
                <a:cs typeface="Times New Roman" panose="02020603050405020304" pitchFamily="18" charset="0"/>
              </a:rPr>
              <a:t> egyszerű(</a:t>
            </a:r>
            <a:r>
              <a:rPr lang="hu-HU" sz="2000" b="1" dirty="0" err="1">
                <a:solidFill>
                  <a:srgbClr val="00B050"/>
                </a:solidFill>
                <a:latin typeface="Times New Roman" panose="02020603050405020304" pitchFamily="18" charset="0"/>
                <a:cs typeface="Times New Roman" panose="02020603050405020304" pitchFamily="18" charset="0"/>
              </a:rPr>
              <a:t>sített</a:t>
            </a:r>
            <a:r>
              <a:rPr lang="hu-HU" sz="2000" b="1" dirty="0">
                <a:solidFill>
                  <a:srgbClr val="00B050"/>
                </a:solidFill>
                <a:latin typeface="Times New Roman" panose="02020603050405020304" pitchFamily="18" charset="0"/>
                <a:cs typeface="Times New Roman" panose="02020603050405020304" pitchFamily="18" charset="0"/>
              </a:rPr>
              <a:t>)</a:t>
            </a:r>
            <a:r>
              <a:rPr lang="hu-HU" sz="2000" b="1" dirty="0" err="1">
                <a:solidFill>
                  <a:srgbClr val="00B050"/>
                </a:solidFill>
                <a:latin typeface="Times New Roman" panose="02020603050405020304" pitchFamily="18" charset="0"/>
                <a:cs typeface="Times New Roman" panose="02020603050405020304" pitchFamily="18" charset="0"/>
              </a:rPr>
              <a:t>szabályok</a:t>
            </a:r>
            <a:r>
              <a:rPr lang="hu-HU" sz="2000" b="1" dirty="0">
                <a:solidFill>
                  <a:srgbClr val="00B050"/>
                </a:solidFill>
                <a:latin typeface="Times New Roman" panose="02020603050405020304" pitchFamily="18" charset="0"/>
                <a:cs typeface="Times New Roman" panose="02020603050405020304" pitchFamily="18" charset="0"/>
              </a:rPr>
              <a:t> </a:t>
            </a:r>
          </a:p>
          <a:p>
            <a:pPr lvl="1">
              <a:buFontTx/>
              <a:buChar char="-"/>
            </a:pPr>
            <a:r>
              <a:rPr lang="hu-HU" sz="2000" b="1" dirty="0" err="1">
                <a:solidFill>
                  <a:srgbClr val="FF0000"/>
                </a:solidFill>
                <a:latin typeface="Times New Roman" panose="02020603050405020304" pitchFamily="18" charset="0"/>
                <a:cs typeface="Times New Roman" panose="02020603050405020304" pitchFamily="18" charset="0"/>
              </a:rPr>
              <a:t>hátránya</a:t>
            </a:r>
            <a:r>
              <a:rPr lang="hu-HU" sz="2000" b="1" dirty="0">
                <a:solidFill>
                  <a:srgbClr val="FF0000"/>
                </a:solidFill>
                <a:latin typeface="Times New Roman" panose="02020603050405020304" pitchFamily="18" charset="0"/>
                <a:cs typeface="Times New Roman" panose="02020603050405020304" pitchFamily="18" charset="0"/>
              </a:rPr>
              <a:t>: </a:t>
            </a:r>
            <a:r>
              <a:rPr lang="hu-HU" sz="2000" b="1" dirty="0" err="1">
                <a:solidFill>
                  <a:srgbClr val="FF0000"/>
                </a:solidFill>
                <a:latin typeface="Times New Roman" panose="02020603050405020304" pitchFamily="18" charset="0"/>
                <a:cs typeface="Times New Roman" panose="02020603050405020304" pitchFamily="18" charset="0"/>
              </a:rPr>
              <a:t>korlátlan</a:t>
            </a:r>
            <a:r>
              <a:rPr lang="hu-HU" sz="2000" b="1" dirty="0">
                <a:solidFill>
                  <a:srgbClr val="FF0000"/>
                </a:solidFill>
                <a:latin typeface="Times New Roman" panose="02020603050405020304" pitchFamily="18" charset="0"/>
                <a:cs typeface="Times New Roman" panose="02020603050405020304" pitchFamily="18" charset="0"/>
              </a:rPr>
              <a:t> </a:t>
            </a:r>
            <a:r>
              <a:rPr lang="hu-HU" sz="2000" b="1" dirty="0" err="1">
                <a:solidFill>
                  <a:srgbClr val="FF0000"/>
                </a:solidFill>
                <a:latin typeface="Times New Roman" panose="02020603050405020304" pitchFamily="18" charset="0"/>
                <a:cs typeface="Times New Roman" panose="02020603050405020304" pitchFamily="18" charset="0"/>
              </a:rPr>
              <a:t>személyi</a:t>
            </a:r>
            <a:r>
              <a:rPr lang="hu-HU" sz="2000" b="1" dirty="0">
                <a:solidFill>
                  <a:srgbClr val="FF0000"/>
                </a:solidFill>
                <a:latin typeface="Times New Roman" panose="02020603050405020304" pitchFamily="18" charset="0"/>
                <a:cs typeface="Times New Roman" panose="02020603050405020304" pitchFamily="18" charset="0"/>
              </a:rPr>
              <a:t> (</a:t>
            </a:r>
            <a:r>
              <a:rPr lang="hu-HU" sz="2000" b="1" dirty="0" err="1">
                <a:solidFill>
                  <a:srgbClr val="FF0000"/>
                </a:solidFill>
                <a:latin typeface="Times New Roman" panose="02020603050405020304" pitchFamily="18" charset="0"/>
                <a:cs typeface="Times New Roman" panose="02020603050405020304" pitchFamily="18" charset="0"/>
              </a:rPr>
              <a:t>magánvagyonnal</a:t>
            </a:r>
            <a:r>
              <a:rPr lang="hu-HU" sz="2000" b="1" dirty="0">
                <a:solidFill>
                  <a:srgbClr val="FF0000"/>
                </a:solidFill>
                <a:latin typeface="Times New Roman" panose="02020603050405020304" pitchFamily="18" charset="0"/>
                <a:cs typeface="Times New Roman" panose="02020603050405020304" pitchFamily="18" charset="0"/>
              </a:rPr>
              <a:t> való) </a:t>
            </a:r>
            <a:r>
              <a:rPr lang="hu-HU" sz="2000" b="1" dirty="0" err="1">
                <a:solidFill>
                  <a:srgbClr val="FF0000"/>
                </a:solidFill>
                <a:latin typeface="Times New Roman" panose="02020603050405020304" pitchFamily="18" charset="0"/>
                <a:cs typeface="Times New Roman" panose="02020603050405020304" pitchFamily="18" charset="0"/>
              </a:rPr>
              <a:t>felelősség</a:t>
            </a:r>
            <a:r>
              <a:rPr lang="hu-HU" sz="2000" b="1" dirty="0">
                <a:latin typeface="Times New Roman" panose="02020603050405020304" pitchFamily="18" charset="0"/>
                <a:cs typeface="Times New Roman" panose="02020603050405020304" pitchFamily="18" charset="0"/>
              </a:rPr>
              <a:t> </a:t>
            </a:r>
          </a:p>
          <a:p>
            <a:pPr>
              <a:buFontTx/>
              <a:buChar char="-"/>
            </a:pPr>
            <a:r>
              <a:rPr lang="hu-HU" sz="2000" b="1" dirty="0">
                <a:latin typeface="Times New Roman" panose="02020603050405020304" pitchFamily="18" charset="0"/>
                <a:cs typeface="Times New Roman" panose="02020603050405020304" pitchFamily="18" charset="0"/>
              </a:rPr>
              <a:t>A </a:t>
            </a:r>
            <a:r>
              <a:rPr lang="hu-HU" sz="2000" b="1" dirty="0" err="1">
                <a:latin typeface="Times New Roman" panose="02020603050405020304" pitchFamily="18" charset="0"/>
                <a:cs typeface="Times New Roman" panose="02020603050405020304" pitchFamily="18" charset="0"/>
              </a:rPr>
              <a:t>vállalkozás</a:t>
            </a:r>
            <a:r>
              <a:rPr lang="hu-HU" sz="2000" b="1" dirty="0">
                <a:latin typeface="Times New Roman" panose="02020603050405020304" pitchFamily="18" charset="0"/>
                <a:cs typeface="Times New Roman" panose="02020603050405020304" pitchFamily="18" charset="0"/>
              </a:rPr>
              <a:t>, mint </a:t>
            </a:r>
            <a:r>
              <a:rPr lang="hu-HU" sz="2000" b="1" dirty="0" err="1">
                <a:latin typeface="Times New Roman" panose="02020603050405020304" pitchFamily="18" charset="0"/>
                <a:cs typeface="Times New Roman" panose="02020603050405020304" pitchFamily="18" charset="0"/>
              </a:rPr>
              <a:t>kényszer</a:t>
            </a:r>
            <a:r>
              <a:rPr lang="hu-HU" sz="2000" b="1" dirty="0">
                <a:latin typeface="Times New Roman" panose="02020603050405020304" pitchFamily="18" charset="0"/>
                <a:cs typeface="Times New Roman" panose="02020603050405020304" pitchFamily="18" charset="0"/>
              </a:rPr>
              <a:t>: </a:t>
            </a:r>
            <a:endParaRPr lang="hu-HU" sz="2000" dirty="0">
              <a:latin typeface="Times New Roman" panose="02020603050405020304" pitchFamily="18" charset="0"/>
              <a:cs typeface="Times New Roman" panose="02020603050405020304" pitchFamily="18" charset="0"/>
            </a:endParaRPr>
          </a:p>
          <a:p>
            <a:pPr lvl="1">
              <a:buFontTx/>
              <a:buChar char="-"/>
            </a:pPr>
            <a:r>
              <a:rPr lang="hu-HU" sz="2000" b="1" dirty="0">
                <a:latin typeface="Times New Roman" panose="02020603050405020304" pitchFamily="18" charset="0"/>
                <a:cs typeface="Times New Roman" panose="02020603050405020304" pitchFamily="18" charset="0"/>
              </a:rPr>
              <a:t>a „</a:t>
            </a:r>
            <a:r>
              <a:rPr lang="hu-HU" sz="2000" b="1" dirty="0" err="1">
                <a:latin typeface="Times New Roman" panose="02020603050405020304" pitchFamily="18" charset="0"/>
                <a:cs typeface="Times New Roman" panose="02020603050405020304" pitchFamily="18" charset="0"/>
              </a:rPr>
              <a:t>számlaképes</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vállalkozó</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után</a:t>
            </a:r>
            <a:r>
              <a:rPr lang="hu-HU" sz="2000" b="1" dirty="0">
                <a:latin typeface="Times New Roman" panose="02020603050405020304" pitchFamily="18" charset="0"/>
                <a:cs typeface="Times New Roman" panose="02020603050405020304" pitchFamily="18" charset="0"/>
              </a:rPr>
              <a:t> nem kell </a:t>
            </a:r>
            <a:r>
              <a:rPr lang="hu-HU" sz="2000" b="1" dirty="0" err="1">
                <a:latin typeface="Times New Roman" panose="02020603050405020304" pitchFamily="18" charset="0"/>
                <a:cs typeface="Times New Roman" panose="02020603050405020304" pitchFamily="18" charset="0"/>
              </a:rPr>
              <a:t>közterheket</a:t>
            </a:r>
            <a:r>
              <a:rPr lang="hu-HU" sz="2000" b="1" dirty="0">
                <a:latin typeface="Times New Roman" panose="02020603050405020304" pitchFamily="18" charset="0"/>
                <a:cs typeface="Times New Roman" panose="02020603050405020304" pitchFamily="18" charset="0"/>
              </a:rPr>
              <a:t> (TB) fizetnie a foglalkoztatónak  </a:t>
            </a:r>
          </a:p>
          <a:p>
            <a:pPr lvl="1">
              <a:buFontTx/>
              <a:buChar char="-"/>
            </a:pPr>
            <a:r>
              <a:rPr lang="hu-HU" sz="2000" b="1" dirty="0" err="1">
                <a:latin typeface="Times New Roman" panose="02020603050405020304" pitchFamily="18" charset="0"/>
                <a:cs typeface="Times New Roman" panose="02020603050405020304" pitchFamily="18" charset="0"/>
              </a:rPr>
              <a:t>polgári</a:t>
            </a:r>
            <a:r>
              <a:rPr lang="hu-HU" sz="2000" b="1" dirty="0">
                <a:latin typeface="Times New Roman" panose="02020603050405020304" pitchFamily="18" charset="0"/>
                <a:cs typeface="Times New Roman" panose="02020603050405020304" pitchFamily="18" charset="0"/>
              </a:rPr>
              <a:t> jogi </a:t>
            </a:r>
            <a:r>
              <a:rPr lang="hu-HU" sz="2000" b="1" dirty="0" err="1">
                <a:latin typeface="Times New Roman" panose="02020603050405020304" pitchFamily="18" charset="0"/>
                <a:cs typeface="Times New Roman" panose="02020603050405020304" pitchFamily="18" charset="0"/>
              </a:rPr>
              <a:t>szerződés</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alapján</a:t>
            </a:r>
            <a:r>
              <a:rPr lang="hu-HU" sz="2000" b="1" dirty="0">
                <a:latin typeface="Times New Roman" panose="02020603050405020304" pitchFamily="18" charset="0"/>
                <a:cs typeface="Times New Roman" panose="02020603050405020304" pitchFamily="18" charset="0"/>
              </a:rPr>
              <a:t> dolgozik (</a:t>
            </a:r>
            <a:r>
              <a:rPr lang="hu-HU" sz="2000" b="1" dirty="0" err="1">
                <a:latin typeface="Times New Roman" panose="02020603050405020304" pitchFamily="18" charset="0"/>
                <a:cs typeface="Times New Roman" panose="02020603050405020304" pitchFamily="18" charset="0"/>
              </a:rPr>
              <a:t>felelőssége</a:t>
            </a:r>
            <a:r>
              <a:rPr lang="hu-HU" sz="2000" b="1" dirty="0">
                <a:latin typeface="Times New Roman" panose="02020603050405020304" pitchFamily="18" charset="0"/>
                <a:cs typeface="Times New Roman" panose="02020603050405020304" pitchFamily="18" charset="0"/>
              </a:rPr>
              <a:t> nem munkajogi </a:t>
            </a:r>
            <a:r>
              <a:rPr lang="hu-HU" sz="2000" b="1" dirty="0" err="1">
                <a:latin typeface="Times New Roman" panose="02020603050405020304" pitchFamily="18" charset="0"/>
                <a:cs typeface="Times New Roman" panose="02020603050405020304" pitchFamily="18" charset="0"/>
              </a:rPr>
              <a:t>természetű</a:t>
            </a:r>
            <a:r>
              <a:rPr lang="hu-HU" sz="2000" b="1" dirty="0">
                <a:latin typeface="Times New Roman" panose="02020603050405020304" pitchFamily="18" charset="0"/>
                <a:cs typeface="Times New Roman" panose="02020603050405020304" pitchFamily="18" charset="0"/>
              </a:rPr>
              <a:t>) </a:t>
            </a:r>
            <a:endParaRPr lang="hu-HU" sz="2000" dirty="0">
              <a:latin typeface="Times New Roman" panose="02020603050405020304" pitchFamily="18" charset="0"/>
              <a:cs typeface="Times New Roman" panose="02020603050405020304" pitchFamily="18" charset="0"/>
            </a:endParaRPr>
          </a:p>
          <a:p>
            <a:pPr lvl="1">
              <a:buFontTx/>
              <a:buChar char="-"/>
            </a:pPr>
            <a:r>
              <a:rPr lang="hu-HU" sz="2000" b="1" dirty="0" err="1">
                <a:latin typeface="Times New Roman" panose="02020603050405020304" pitchFamily="18" charset="0"/>
                <a:cs typeface="Times New Roman" panose="02020603050405020304" pitchFamily="18" charset="0"/>
              </a:rPr>
              <a:t>versenyeztethető</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más</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vállalkozókkal</a:t>
            </a:r>
            <a:r>
              <a:rPr lang="hu-HU" sz="2000" b="1" dirty="0">
                <a:latin typeface="Times New Roman" panose="02020603050405020304" pitchFamily="18" charset="0"/>
                <a:cs typeface="Times New Roman" panose="02020603050405020304" pitchFamily="18" charset="0"/>
              </a:rPr>
              <a:t> </a:t>
            </a:r>
            <a:endParaRPr lang="hu-HU" sz="2000" dirty="0">
              <a:latin typeface="Times New Roman" panose="02020603050405020304" pitchFamily="18" charset="0"/>
              <a:cs typeface="Times New Roman" panose="02020603050405020304" pitchFamily="18" charset="0"/>
            </a:endParaRPr>
          </a:p>
          <a:p>
            <a:endParaRPr lang="hu-HU" dirty="0"/>
          </a:p>
        </p:txBody>
      </p:sp>
    </p:spTree>
    <p:extLst>
      <p:ext uri="{BB962C8B-B14F-4D97-AF65-F5344CB8AC3E}">
        <p14:creationId xmlns:p14="http://schemas.microsoft.com/office/powerpoint/2010/main" val="3352391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Kép 2">
            <a:extLst>
              <a:ext uri="{FF2B5EF4-FFF2-40B4-BE49-F238E27FC236}">
                <a16:creationId xmlns:a16="http://schemas.microsoft.com/office/drawing/2014/main" id="{9FD9209B-E259-DE9E-2CB1-65ED28FD51BF}"/>
              </a:ext>
            </a:extLst>
          </p:cNvPr>
          <p:cNvPicPr>
            <a:picLocks noChangeAspect="1"/>
          </p:cNvPicPr>
          <p:nvPr/>
        </p:nvPicPr>
        <p:blipFill>
          <a:blip r:embed="rId3"/>
          <a:srcRect t="9671" b="13846"/>
          <a:stretch>
            <a:fillRect/>
          </a:stretch>
        </p:blipFill>
        <p:spPr>
          <a:xfrm>
            <a:off x="0" y="663190"/>
            <a:ext cx="12192000" cy="5245241"/>
          </a:xfrm>
          <a:prstGeom prst="rect">
            <a:avLst/>
          </a:prstGeom>
        </p:spPr>
      </p:pic>
    </p:spTree>
    <p:extLst>
      <p:ext uri="{BB962C8B-B14F-4D97-AF65-F5344CB8AC3E}">
        <p14:creationId xmlns:p14="http://schemas.microsoft.com/office/powerpoint/2010/main" val="628992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Kép 2">
            <a:extLst>
              <a:ext uri="{FF2B5EF4-FFF2-40B4-BE49-F238E27FC236}">
                <a16:creationId xmlns:a16="http://schemas.microsoft.com/office/drawing/2014/main" id="{67827F8D-9B1C-C526-E3D3-AC1250A34339}"/>
              </a:ext>
            </a:extLst>
          </p:cNvPr>
          <p:cNvPicPr>
            <a:picLocks noChangeAspect="1"/>
          </p:cNvPicPr>
          <p:nvPr/>
        </p:nvPicPr>
        <p:blipFill>
          <a:blip r:embed="rId3"/>
          <a:srcRect l="2720" t="9378" r="22363" b="20293"/>
          <a:stretch>
            <a:fillRect/>
          </a:stretch>
        </p:blipFill>
        <p:spPr>
          <a:xfrm>
            <a:off x="108545" y="140677"/>
            <a:ext cx="12083455" cy="6380703"/>
          </a:xfrm>
          <a:prstGeom prst="rect">
            <a:avLst/>
          </a:prstGeom>
        </p:spPr>
      </p:pic>
    </p:spTree>
    <p:extLst>
      <p:ext uri="{BB962C8B-B14F-4D97-AF65-F5344CB8AC3E}">
        <p14:creationId xmlns:p14="http://schemas.microsoft.com/office/powerpoint/2010/main" val="3727053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1062984-9CCF-2C26-B32E-311CC5F1B252}"/>
              </a:ext>
            </a:extLst>
          </p:cNvPr>
          <p:cNvSpPr>
            <a:spLocks noGrp="1"/>
          </p:cNvSpPr>
          <p:nvPr>
            <p:ph type="title"/>
          </p:nvPr>
        </p:nvSpPr>
        <p:spPr/>
        <p:txBody>
          <a:bodyPr>
            <a:normAutofit/>
          </a:bodyPr>
          <a:lstStyle/>
          <a:p>
            <a:r>
              <a:rPr lang="hu-HU" sz="4800" dirty="0"/>
              <a:t>Egyéni vállalkozói tevékenység megkezdése</a:t>
            </a:r>
          </a:p>
        </p:txBody>
      </p:sp>
      <p:sp>
        <p:nvSpPr>
          <p:cNvPr id="3" name="Tartalom helye 2">
            <a:extLst>
              <a:ext uri="{FF2B5EF4-FFF2-40B4-BE49-F238E27FC236}">
                <a16:creationId xmlns:a16="http://schemas.microsoft.com/office/drawing/2014/main" id="{98F9E995-1F77-0366-D450-FB0744FDB543}"/>
              </a:ext>
            </a:extLst>
          </p:cNvPr>
          <p:cNvSpPr>
            <a:spLocks noGrp="1"/>
          </p:cNvSpPr>
          <p:nvPr>
            <p:ph idx="1"/>
          </p:nvPr>
        </p:nvSpPr>
        <p:spPr/>
        <p:txBody>
          <a:bodyPr/>
          <a:lstStyle/>
          <a:p>
            <a:pPr>
              <a:buFontTx/>
              <a:buChar char="-"/>
            </a:pPr>
            <a:r>
              <a:rPr lang="hu-HU" sz="2400" b="1" dirty="0">
                <a:latin typeface="Times New Roman" panose="02020603050405020304" pitchFamily="18" charset="0"/>
                <a:cs typeface="Times New Roman" panose="02020603050405020304" pitchFamily="18" charset="0"/>
              </a:rPr>
              <a:t>Az </a:t>
            </a:r>
            <a:r>
              <a:rPr lang="hu-HU" sz="2400" b="1" dirty="0" err="1">
                <a:latin typeface="Times New Roman" panose="02020603050405020304" pitchFamily="18" charset="0"/>
                <a:cs typeface="Times New Roman" panose="02020603050405020304" pitchFamily="18" charset="0"/>
              </a:rPr>
              <a:t>egyéni</a:t>
            </a:r>
            <a:r>
              <a:rPr lang="hu-HU" sz="2400" b="1" dirty="0">
                <a:latin typeface="Times New Roman" panose="02020603050405020304" pitchFamily="18" charset="0"/>
                <a:cs typeface="Times New Roman" panose="02020603050405020304" pitchFamily="18" charset="0"/>
              </a:rPr>
              <a:t> </a:t>
            </a:r>
            <a:r>
              <a:rPr lang="hu-HU" sz="2400" b="1" dirty="0" err="1">
                <a:latin typeface="Times New Roman" panose="02020603050405020304" pitchFamily="18" charset="0"/>
                <a:cs typeface="Times New Roman" panose="02020603050405020304" pitchFamily="18" charset="0"/>
              </a:rPr>
              <a:t>vállalkozói</a:t>
            </a:r>
            <a:r>
              <a:rPr lang="hu-HU" sz="2400" b="1" dirty="0">
                <a:latin typeface="Times New Roman" panose="02020603050405020304" pitchFamily="18" charset="0"/>
                <a:cs typeface="Times New Roman" panose="02020603050405020304" pitchFamily="18" charset="0"/>
              </a:rPr>
              <a:t> </a:t>
            </a:r>
            <a:r>
              <a:rPr lang="hu-HU" sz="2400" b="1" dirty="0" err="1">
                <a:latin typeface="Times New Roman" panose="02020603050405020304" pitchFamily="18" charset="0"/>
                <a:cs typeface="Times New Roman" panose="02020603050405020304" pitchFamily="18" charset="0"/>
              </a:rPr>
              <a:t>tevékenység</a:t>
            </a:r>
            <a:r>
              <a:rPr lang="hu-HU" sz="2400" b="1" dirty="0">
                <a:latin typeface="Times New Roman" panose="02020603050405020304" pitchFamily="18" charset="0"/>
                <a:cs typeface="Times New Roman" panose="02020603050405020304" pitchFamily="18" charset="0"/>
              </a:rPr>
              <a:t> </a:t>
            </a:r>
            <a:r>
              <a:rPr lang="hu-HU" sz="2400" b="1" dirty="0" err="1">
                <a:latin typeface="Times New Roman" panose="02020603050405020304" pitchFamily="18" charset="0"/>
                <a:cs typeface="Times New Roman" panose="02020603050405020304" pitchFamily="18" charset="0"/>
              </a:rPr>
              <a:t>megkezdésének</a:t>
            </a:r>
            <a:r>
              <a:rPr lang="hu-HU" sz="2400" b="1" dirty="0">
                <a:latin typeface="Times New Roman" panose="02020603050405020304" pitchFamily="18" charset="0"/>
                <a:cs typeface="Times New Roman" panose="02020603050405020304" pitchFamily="18" charset="0"/>
              </a:rPr>
              <a:t> </a:t>
            </a:r>
            <a:r>
              <a:rPr lang="hu-HU" sz="2400" b="1" dirty="0" err="1">
                <a:latin typeface="Times New Roman" panose="02020603050405020304" pitchFamily="18" charset="0"/>
                <a:cs typeface="Times New Roman" panose="02020603050405020304" pitchFamily="18" charset="0"/>
              </a:rPr>
              <a:t>feltétele</a:t>
            </a:r>
            <a:r>
              <a:rPr lang="hu-HU" sz="2400" b="1" dirty="0">
                <a:latin typeface="Times New Roman" panose="02020603050405020304" pitchFamily="18" charset="0"/>
                <a:cs typeface="Times New Roman" panose="02020603050405020304" pitchFamily="18" charset="0"/>
              </a:rPr>
              <a:t>, hogy </a:t>
            </a:r>
            <a:endParaRPr lang="hu-HU" sz="2400" dirty="0">
              <a:latin typeface="Times New Roman" panose="02020603050405020304" pitchFamily="18" charset="0"/>
              <a:cs typeface="Times New Roman" panose="02020603050405020304" pitchFamily="18" charset="0"/>
            </a:endParaRPr>
          </a:p>
          <a:p>
            <a:pPr lvl="1">
              <a:buFontTx/>
              <a:buChar char="-"/>
            </a:pPr>
            <a:r>
              <a:rPr lang="hu-HU" b="1" dirty="0">
                <a:latin typeface="Times New Roman" panose="02020603050405020304" pitchFamily="18" charset="0"/>
                <a:cs typeface="Times New Roman" panose="02020603050405020304" pitchFamily="18" charset="0"/>
              </a:rPr>
              <a:t>az erre </a:t>
            </a:r>
            <a:r>
              <a:rPr lang="hu-HU" b="1" dirty="0" err="1">
                <a:latin typeface="Times New Roman" panose="02020603050405020304" pitchFamily="18" charset="0"/>
                <a:cs typeface="Times New Roman" panose="02020603050405020304" pitchFamily="18" charset="0"/>
              </a:rPr>
              <a:t>irányuló</a:t>
            </a:r>
            <a:r>
              <a:rPr lang="hu-HU" b="1" dirty="0">
                <a:latin typeface="Times New Roman" panose="02020603050405020304" pitchFamily="18" charset="0"/>
                <a:cs typeface="Times New Roman" panose="02020603050405020304" pitchFamily="18" charset="0"/>
              </a:rPr>
              <a:t> </a:t>
            </a:r>
            <a:r>
              <a:rPr lang="hu-HU" b="1" dirty="0" err="1">
                <a:latin typeface="Times New Roman" panose="02020603050405020304" pitchFamily="18" charset="0"/>
                <a:cs typeface="Times New Roman" panose="02020603050405020304" pitchFamily="18" charset="0"/>
              </a:rPr>
              <a:t>szándékáról</a:t>
            </a:r>
            <a:r>
              <a:rPr lang="hu-HU" b="1" dirty="0">
                <a:latin typeface="Times New Roman" panose="02020603050405020304" pitchFamily="18" charset="0"/>
                <a:cs typeface="Times New Roman" panose="02020603050405020304" pitchFamily="18" charset="0"/>
              </a:rPr>
              <a:t> </a:t>
            </a:r>
            <a:endParaRPr lang="hu-HU" dirty="0">
              <a:latin typeface="Times New Roman" panose="02020603050405020304" pitchFamily="18" charset="0"/>
              <a:cs typeface="Times New Roman" panose="02020603050405020304" pitchFamily="18" charset="0"/>
            </a:endParaRPr>
          </a:p>
          <a:p>
            <a:pPr lvl="1">
              <a:buFontTx/>
              <a:buChar char="-"/>
            </a:pPr>
            <a:r>
              <a:rPr lang="hu-HU" b="1" dirty="0">
                <a:latin typeface="Times New Roman" panose="02020603050405020304" pitchFamily="18" charset="0"/>
                <a:cs typeface="Times New Roman" panose="02020603050405020304" pitchFamily="18" charset="0"/>
              </a:rPr>
              <a:t>a </a:t>
            </a:r>
            <a:r>
              <a:rPr lang="hu-HU" b="1" dirty="0" err="1">
                <a:latin typeface="Times New Roman" panose="02020603050405020304" pitchFamily="18" charset="0"/>
                <a:cs typeface="Times New Roman" panose="02020603050405020304" pitchFamily="18" charset="0"/>
              </a:rPr>
              <a:t>természetes</a:t>
            </a:r>
            <a:r>
              <a:rPr lang="hu-HU" b="1" dirty="0">
                <a:latin typeface="Times New Roman" panose="02020603050405020304" pitchFamily="18" charset="0"/>
                <a:cs typeface="Times New Roman" panose="02020603050405020304" pitchFamily="18" charset="0"/>
              </a:rPr>
              <a:t> </a:t>
            </a:r>
            <a:r>
              <a:rPr lang="hu-HU" b="1" dirty="0" err="1">
                <a:latin typeface="Times New Roman" panose="02020603050405020304" pitchFamily="18" charset="0"/>
                <a:cs typeface="Times New Roman" panose="02020603050405020304" pitchFamily="18" charset="0"/>
              </a:rPr>
              <a:t>személy</a:t>
            </a:r>
            <a:r>
              <a:rPr lang="hu-HU" b="1" dirty="0">
                <a:latin typeface="Times New Roman" panose="02020603050405020304" pitchFamily="18" charset="0"/>
                <a:cs typeface="Times New Roman" panose="02020603050405020304" pitchFamily="18" charset="0"/>
              </a:rPr>
              <a:t> </a:t>
            </a:r>
          </a:p>
          <a:p>
            <a:pPr lvl="1">
              <a:buFontTx/>
              <a:buChar char="-"/>
            </a:pPr>
            <a:r>
              <a:rPr lang="hu-HU" b="1" dirty="0">
                <a:latin typeface="Times New Roman" panose="02020603050405020304" pitchFamily="18" charset="0"/>
                <a:cs typeface="Times New Roman" panose="02020603050405020304" pitchFamily="18" charset="0"/>
              </a:rPr>
              <a:t>a </a:t>
            </a:r>
            <a:r>
              <a:rPr lang="hu-HU" b="1" dirty="0" err="1">
                <a:latin typeface="Times New Roman" panose="02020603050405020304" pitchFamily="18" charset="0"/>
                <a:cs typeface="Times New Roman" panose="02020603050405020304" pitchFamily="18" charset="0"/>
              </a:rPr>
              <a:t>hatósághoz</a:t>
            </a:r>
            <a:r>
              <a:rPr lang="hu-HU" b="1" dirty="0">
                <a:latin typeface="Times New Roman" panose="02020603050405020304" pitchFamily="18" charset="0"/>
                <a:cs typeface="Times New Roman" panose="02020603050405020304" pitchFamily="18" charset="0"/>
              </a:rPr>
              <a:t> (?)</a:t>
            </a:r>
          </a:p>
          <a:p>
            <a:pPr lvl="1">
              <a:buFontTx/>
              <a:buChar char="-"/>
            </a:pPr>
            <a:r>
              <a:rPr lang="hu-HU" b="1" dirty="0">
                <a:latin typeface="Times New Roman" panose="02020603050405020304" pitchFamily="18" charset="0"/>
                <a:cs typeface="Times New Roman" panose="02020603050405020304" pitchFamily="18" charset="0"/>
              </a:rPr>
              <a:t>az </a:t>
            </a:r>
            <a:r>
              <a:rPr lang="hu-HU" b="1" dirty="0" err="1">
                <a:latin typeface="Times New Roman" panose="02020603050405020304" pitchFamily="18" charset="0"/>
                <a:cs typeface="Times New Roman" panose="02020603050405020304" pitchFamily="18" charset="0"/>
              </a:rPr>
              <a:t>egyéni</a:t>
            </a:r>
            <a:r>
              <a:rPr lang="hu-HU" b="1" dirty="0">
                <a:latin typeface="Times New Roman" panose="02020603050405020304" pitchFamily="18" charset="0"/>
                <a:cs typeface="Times New Roman" panose="02020603050405020304" pitchFamily="18" charset="0"/>
              </a:rPr>
              <a:t> </a:t>
            </a:r>
            <a:r>
              <a:rPr lang="hu-HU" b="1" dirty="0" err="1">
                <a:latin typeface="Times New Roman" panose="02020603050405020304" pitchFamily="18" charset="0"/>
                <a:cs typeface="Times New Roman" panose="02020603050405020304" pitchFamily="18" charset="0"/>
              </a:rPr>
              <a:t>vállalkozóról</a:t>
            </a:r>
            <a:r>
              <a:rPr lang="hu-HU" b="1" dirty="0">
                <a:latin typeface="Times New Roman" panose="02020603050405020304" pitchFamily="18" charset="0"/>
                <a:cs typeface="Times New Roman" panose="02020603050405020304" pitchFamily="18" charset="0"/>
              </a:rPr>
              <a:t> </a:t>
            </a:r>
            <a:r>
              <a:rPr lang="hu-HU" b="1" dirty="0" err="1">
                <a:latin typeface="Times New Roman" panose="02020603050405020304" pitchFamily="18" charset="0"/>
                <a:cs typeface="Times New Roman" panose="02020603050405020304" pitchFamily="18" charset="0"/>
              </a:rPr>
              <a:t>és</a:t>
            </a:r>
            <a:r>
              <a:rPr lang="hu-HU" b="1" dirty="0">
                <a:latin typeface="Times New Roman" panose="02020603050405020304" pitchFamily="18" charset="0"/>
                <a:cs typeface="Times New Roman" panose="02020603050405020304" pitchFamily="18" charset="0"/>
              </a:rPr>
              <a:t> az </a:t>
            </a:r>
            <a:r>
              <a:rPr lang="hu-HU" b="1" dirty="0" err="1">
                <a:latin typeface="Times New Roman" panose="02020603050405020304" pitchFamily="18" charset="0"/>
                <a:cs typeface="Times New Roman" panose="02020603050405020304" pitchFamily="18" charset="0"/>
              </a:rPr>
              <a:t>egyéni</a:t>
            </a:r>
            <a:r>
              <a:rPr lang="hu-HU" b="1" dirty="0">
                <a:latin typeface="Times New Roman" panose="02020603050405020304" pitchFamily="18" charset="0"/>
                <a:cs typeface="Times New Roman" panose="02020603050405020304" pitchFamily="18" charset="0"/>
              </a:rPr>
              <a:t> </a:t>
            </a:r>
            <a:r>
              <a:rPr lang="hu-HU" b="1" dirty="0" err="1">
                <a:latin typeface="Times New Roman" panose="02020603050405020304" pitchFamily="18" charset="0"/>
                <a:cs typeface="Times New Roman" panose="02020603050405020304" pitchFamily="18" charset="0"/>
              </a:rPr>
              <a:t>cégről</a:t>
            </a:r>
            <a:r>
              <a:rPr lang="hu-HU" b="1" dirty="0">
                <a:latin typeface="Times New Roman" panose="02020603050405020304" pitchFamily="18" charset="0"/>
                <a:cs typeface="Times New Roman" panose="02020603050405020304" pitchFamily="18" charset="0"/>
              </a:rPr>
              <a:t> </a:t>
            </a:r>
            <a:r>
              <a:rPr lang="hu-HU" b="1" dirty="0" err="1">
                <a:latin typeface="Times New Roman" panose="02020603050405020304" pitchFamily="18" charset="0"/>
                <a:cs typeface="Times New Roman" panose="02020603050405020304" pitchFamily="18" charset="0"/>
              </a:rPr>
              <a:t>szóló</a:t>
            </a:r>
            <a:r>
              <a:rPr lang="hu-HU" b="1" dirty="0">
                <a:latin typeface="Times New Roman" panose="02020603050405020304" pitchFamily="18" charset="0"/>
                <a:cs typeface="Times New Roman" panose="02020603050405020304" pitchFamily="18" charset="0"/>
              </a:rPr>
              <a:t> 2009. </a:t>
            </a:r>
            <a:r>
              <a:rPr lang="hu-HU" b="1" dirty="0" err="1">
                <a:latin typeface="Times New Roman" panose="02020603050405020304" pitchFamily="18" charset="0"/>
                <a:cs typeface="Times New Roman" panose="02020603050405020304" pitchFamily="18" charset="0"/>
              </a:rPr>
              <a:t>évi</a:t>
            </a:r>
            <a:r>
              <a:rPr lang="hu-HU" b="1" dirty="0">
                <a:latin typeface="Times New Roman" panose="02020603050405020304" pitchFamily="18" charset="0"/>
                <a:cs typeface="Times New Roman" panose="02020603050405020304" pitchFamily="18" charset="0"/>
              </a:rPr>
              <a:t> CXV. </a:t>
            </a:r>
            <a:r>
              <a:rPr lang="hu-HU" b="1" dirty="0" err="1">
                <a:latin typeface="Times New Roman" panose="02020603050405020304" pitchFamily="18" charset="0"/>
                <a:cs typeface="Times New Roman" panose="02020603050405020304" pitchFamily="18" charset="0"/>
              </a:rPr>
              <a:t>törvény</a:t>
            </a:r>
            <a:r>
              <a:rPr lang="hu-HU" b="1" dirty="0">
                <a:latin typeface="Times New Roman" panose="02020603050405020304" pitchFamily="18" charset="0"/>
                <a:cs typeface="Times New Roman" panose="02020603050405020304" pitchFamily="18" charset="0"/>
              </a:rPr>
              <a:t> </a:t>
            </a:r>
            <a:r>
              <a:rPr lang="hu-HU" b="1" dirty="0" err="1">
                <a:latin typeface="Times New Roman" panose="02020603050405020304" pitchFamily="18" charset="0"/>
                <a:cs typeface="Times New Roman" panose="02020603050405020304" pitchFamily="18" charset="0"/>
              </a:rPr>
              <a:t>rendelkezéseinek</a:t>
            </a:r>
            <a:r>
              <a:rPr lang="hu-HU" b="1" dirty="0">
                <a:latin typeface="Times New Roman" panose="02020603050405020304" pitchFamily="18" charset="0"/>
                <a:cs typeface="Times New Roman" panose="02020603050405020304" pitchFamily="18" charset="0"/>
              </a:rPr>
              <a:t> megfelelő </a:t>
            </a:r>
            <a:r>
              <a:rPr lang="hu-HU" b="1" dirty="0" err="1">
                <a:solidFill>
                  <a:srgbClr val="FF0000"/>
                </a:solidFill>
                <a:latin typeface="Times New Roman" panose="02020603050405020304" pitchFamily="18" charset="0"/>
                <a:cs typeface="Times New Roman" panose="02020603050405020304" pitchFamily="18" charset="0"/>
              </a:rPr>
              <a:t>bejelentést</a:t>
            </a:r>
            <a:r>
              <a:rPr lang="hu-HU" b="1" dirty="0">
                <a:solidFill>
                  <a:srgbClr val="FF0000"/>
                </a:solidFill>
                <a:latin typeface="Times New Roman" panose="02020603050405020304" pitchFamily="18" charset="0"/>
                <a:cs typeface="Times New Roman" panose="02020603050405020304" pitchFamily="18" charset="0"/>
              </a:rPr>
              <a:t> tegyen </a:t>
            </a:r>
            <a:endParaRPr lang="hu-HU" dirty="0">
              <a:solidFill>
                <a:srgbClr val="FF0000"/>
              </a:solidFill>
              <a:latin typeface="Times New Roman" panose="02020603050405020304" pitchFamily="18" charset="0"/>
              <a:cs typeface="Times New Roman" panose="02020603050405020304" pitchFamily="18" charset="0"/>
            </a:endParaRPr>
          </a:p>
          <a:p>
            <a:endParaRPr lang="hu-HU" dirty="0"/>
          </a:p>
        </p:txBody>
      </p:sp>
      <p:cxnSp>
        <p:nvCxnSpPr>
          <p:cNvPr id="7" name="Egyenes összekötő nyíllal 6">
            <a:extLst>
              <a:ext uri="{FF2B5EF4-FFF2-40B4-BE49-F238E27FC236}">
                <a16:creationId xmlns:a16="http://schemas.microsoft.com/office/drawing/2014/main" id="{2A32DC31-EAB6-362A-F3FE-25F5E8456A5D}"/>
              </a:ext>
            </a:extLst>
          </p:cNvPr>
          <p:cNvCxnSpPr>
            <a:cxnSpLocks/>
          </p:cNvCxnSpPr>
          <p:nvPr/>
        </p:nvCxnSpPr>
        <p:spPr>
          <a:xfrm flipH="1" flipV="1">
            <a:off x="6963508" y="4049486"/>
            <a:ext cx="823965" cy="102995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8" name="Ellipszis 7">
            <a:extLst>
              <a:ext uri="{FF2B5EF4-FFF2-40B4-BE49-F238E27FC236}">
                <a16:creationId xmlns:a16="http://schemas.microsoft.com/office/drawing/2014/main" id="{D9D0EFC1-70D3-123E-65E2-DA237906070E}"/>
              </a:ext>
            </a:extLst>
          </p:cNvPr>
          <p:cNvSpPr/>
          <p:nvPr/>
        </p:nvSpPr>
        <p:spPr>
          <a:xfrm>
            <a:off x="6702251" y="4928718"/>
            <a:ext cx="4041948" cy="1678074"/>
          </a:xfrm>
          <a:prstGeom prst="ellipse">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hu-HU" dirty="0"/>
              <a:t>Az egyéni vállalkozókra külön törvény vonatkozik!</a:t>
            </a:r>
          </a:p>
        </p:txBody>
      </p:sp>
      <p:pic>
        <p:nvPicPr>
          <p:cNvPr id="12" name="Ábra 11" descr="Lejátszás egyszínű kitöltéssel">
            <a:extLst>
              <a:ext uri="{FF2B5EF4-FFF2-40B4-BE49-F238E27FC236}">
                <a16:creationId xmlns:a16="http://schemas.microsoft.com/office/drawing/2014/main" id="{9AD6625A-71E8-7F43-2D9D-57C77E03589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67872" y="128016"/>
            <a:ext cx="914400" cy="914400"/>
          </a:xfrm>
          <a:prstGeom prst="rect">
            <a:avLst/>
          </a:prstGeom>
        </p:spPr>
      </p:pic>
    </p:spTree>
    <p:extLst>
      <p:ext uri="{BB962C8B-B14F-4D97-AF65-F5344CB8AC3E}">
        <p14:creationId xmlns:p14="http://schemas.microsoft.com/office/powerpoint/2010/main" val="2259590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647C96F4-A8D8-A87C-B130-7A945A39F893}"/>
              </a:ext>
            </a:extLst>
          </p:cNvPr>
          <p:cNvSpPr>
            <a:spLocks noGrp="1"/>
          </p:cNvSpPr>
          <p:nvPr>
            <p:ph type="title"/>
          </p:nvPr>
        </p:nvSpPr>
        <p:spPr/>
        <p:txBody>
          <a:bodyPr/>
          <a:lstStyle/>
          <a:p>
            <a:r>
              <a:rPr lang="hu-HU" dirty="0"/>
              <a:t>Ki lehet egyéni vállalkozó?</a:t>
            </a:r>
          </a:p>
        </p:txBody>
      </p:sp>
      <p:sp>
        <p:nvSpPr>
          <p:cNvPr id="3" name="Tartalom helye 2">
            <a:extLst>
              <a:ext uri="{FF2B5EF4-FFF2-40B4-BE49-F238E27FC236}">
                <a16:creationId xmlns:a16="http://schemas.microsoft.com/office/drawing/2014/main" id="{D94E4079-7AE9-F529-2F39-A1A167DA48C5}"/>
              </a:ext>
            </a:extLst>
          </p:cNvPr>
          <p:cNvSpPr>
            <a:spLocks noGrp="1"/>
          </p:cNvSpPr>
          <p:nvPr>
            <p:ph idx="1"/>
          </p:nvPr>
        </p:nvSpPr>
        <p:spPr/>
        <p:txBody>
          <a:bodyPr/>
          <a:lstStyle/>
          <a:p>
            <a:pPr marL="585216" lvl="1" indent="-457200">
              <a:buAutoNum type="arabicParenR"/>
            </a:pPr>
            <a:r>
              <a:rPr lang="hu-HU" sz="2200" b="1" dirty="0" err="1">
                <a:latin typeface="Times New Roman" panose="02020603050405020304" pitchFamily="18" charset="0"/>
                <a:cs typeface="Times New Roman" panose="02020603050405020304" pitchFamily="18" charset="0"/>
              </a:rPr>
              <a:t>bármely</a:t>
            </a:r>
            <a:r>
              <a:rPr lang="hu-HU" sz="2200" b="1" dirty="0">
                <a:latin typeface="Times New Roman" panose="02020603050405020304" pitchFamily="18" charset="0"/>
                <a:cs typeface="Times New Roman" panose="02020603050405020304" pitchFamily="18" charset="0"/>
              </a:rPr>
              <a:t> </a:t>
            </a:r>
            <a:r>
              <a:rPr lang="hu-HU" sz="2200" b="1" dirty="0" err="1">
                <a:solidFill>
                  <a:srgbClr val="00B050"/>
                </a:solidFill>
                <a:latin typeface="Times New Roman" panose="02020603050405020304" pitchFamily="18" charset="0"/>
                <a:cs typeface="Times New Roman" panose="02020603050405020304" pitchFamily="18" charset="0"/>
              </a:rPr>
              <a:t>természetes</a:t>
            </a:r>
            <a:r>
              <a:rPr lang="hu-HU" sz="2200" b="1" dirty="0">
                <a:solidFill>
                  <a:srgbClr val="00B050"/>
                </a:solidFill>
                <a:latin typeface="Times New Roman" panose="02020603050405020304" pitchFamily="18" charset="0"/>
                <a:cs typeface="Times New Roman" panose="02020603050405020304" pitchFamily="18" charset="0"/>
              </a:rPr>
              <a:t> </a:t>
            </a:r>
            <a:r>
              <a:rPr lang="hu-HU" sz="2200" b="1" dirty="0" err="1">
                <a:solidFill>
                  <a:srgbClr val="00B050"/>
                </a:solidFill>
                <a:latin typeface="Times New Roman" panose="02020603050405020304" pitchFamily="18" charset="0"/>
                <a:cs typeface="Times New Roman" panose="02020603050405020304" pitchFamily="18" charset="0"/>
              </a:rPr>
              <a:t>személy</a:t>
            </a:r>
            <a:r>
              <a:rPr lang="hu-HU" sz="2200" b="1" dirty="0">
                <a:latin typeface="Times New Roman" panose="02020603050405020304" pitchFamily="18" charset="0"/>
                <a:cs typeface="Times New Roman" panose="02020603050405020304" pitchFamily="18" charset="0"/>
              </a:rPr>
              <a:t>, aki </a:t>
            </a:r>
            <a:endParaRPr lang="hu-HU" sz="2200" dirty="0">
              <a:latin typeface="Times New Roman" panose="02020603050405020304" pitchFamily="18" charset="0"/>
              <a:cs typeface="Times New Roman" panose="02020603050405020304" pitchFamily="18" charset="0"/>
            </a:endParaRPr>
          </a:p>
          <a:p>
            <a:pPr marL="585216" lvl="1" indent="-457200">
              <a:buAutoNum type="arabicParenR"/>
            </a:pPr>
            <a:r>
              <a:rPr lang="hu-HU" sz="2200" b="1" dirty="0">
                <a:solidFill>
                  <a:srgbClr val="FF0000"/>
                </a:solidFill>
                <a:latin typeface="Times New Roman" panose="02020603050405020304" pitchFamily="18" charset="0"/>
                <a:cs typeface="Times New Roman" panose="02020603050405020304" pitchFamily="18" charset="0"/>
              </a:rPr>
              <a:t>nem</a:t>
            </a:r>
            <a:r>
              <a:rPr lang="hu-HU" sz="2200" b="1" dirty="0">
                <a:latin typeface="Times New Roman" panose="02020603050405020304" pitchFamily="18" charset="0"/>
                <a:cs typeface="Times New Roman" panose="02020603050405020304" pitchFamily="18" charset="0"/>
              </a:rPr>
              <a:t> </a:t>
            </a:r>
            <a:r>
              <a:rPr lang="hu-HU" sz="2200" b="1" dirty="0" err="1">
                <a:latin typeface="Times New Roman" panose="02020603050405020304" pitchFamily="18" charset="0"/>
                <a:cs typeface="Times New Roman" panose="02020603050405020304" pitchFamily="18" charset="0"/>
              </a:rPr>
              <a:t>társas</a:t>
            </a:r>
            <a:r>
              <a:rPr lang="hu-HU" sz="2200" b="1" dirty="0">
                <a:latin typeface="Times New Roman" panose="02020603050405020304" pitchFamily="18" charset="0"/>
                <a:cs typeface="Times New Roman" panose="02020603050405020304" pitchFamily="18" charset="0"/>
              </a:rPr>
              <a:t> </a:t>
            </a:r>
            <a:r>
              <a:rPr lang="hu-HU" sz="2200" b="1" dirty="0" err="1">
                <a:latin typeface="Times New Roman" panose="02020603050405020304" pitchFamily="18" charset="0"/>
                <a:cs typeface="Times New Roman" panose="02020603050405020304" pitchFamily="18" charset="0"/>
              </a:rPr>
              <a:t>együttműködési</a:t>
            </a:r>
            <a:r>
              <a:rPr lang="hu-HU" sz="2200" b="1" dirty="0">
                <a:latin typeface="Times New Roman" panose="02020603050405020304" pitchFamily="18" charset="0"/>
                <a:cs typeface="Times New Roman" panose="02020603050405020304" pitchFamily="18" charset="0"/>
              </a:rPr>
              <a:t> </a:t>
            </a:r>
            <a:r>
              <a:rPr lang="hu-HU" sz="2200" b="1" dirty="0" err="1">
                <a:latin typeface="Times New Roman" panose="02020603050405020304" pitchFamily="18" charset="0"/>
                <a:cs typeface="Times New Roman" panose="02020603050405020304" pitchFamily="18" charset="0"/>
              </a:rPr>
              <a:t>formában</a:t>
            </a:r>
            <a:r>
              <a:rPr lang="hu-HU" sz="2200" b="1" dirty="0">
                <a:latin typeface="Times New Roman" panose="02020603050405020304" pitchFamily="18" charset="0"/>
                <a:cs typeface="Times New Roman" panose="02020603050405020304" pitchFamily="18" charset="0"/>
              </a:rPr>
              <a:t>, </a:t>
            </a:r>
            <a:r>
              <a:rPr lang="hu-HU" sz="2200" b="1" dirty="0" err="1">
                <a:solidFill>
                  <a:srgbClr val="FF0000"/>
                </a:solidFill>
                <a:latin typeface="Times New Roman" panose="02020603050405020304" pitchFamily="18" charset="0"/>
                <a:cs typeface="Times New Roman" panose="02020603050405020304" pitchFamily="18" charset="0"/>
              </a:rPr>
              <a:t>mással</a:t>
            </a:r>
            <a:r>
              <a:rPr lang="hu-HU" sz="2200" b="1" dirty="0">
                <a:solidFill>
                  <a:srgbClr val="FF0000"/>
                </a:solidFill>
                <a:latin typeface="Times New Roman" panose="02020603050405020304" pitchFamily="18" charset="0"/>
                <a:cs typeface="Times New Roman" panose="02020603050405020304" pitchFamily="18" charset="0"/>
              </a:rPr>
              <a:t> együtt</a:t>
            </a:r>
            <a:r>
              <a:rPr lang="hu-HU" sz="2200" b="1" dirty="0">
                <a:latin typeface="Times New Roman" panose="02020603050405020304" pitchFamily="18" charset="0"/>
                <a:cs typeface="Times New Roman" panose="02020603050405020304" pitchFamily="18" charset="0"/>
              </a:rPr>
              <a:t>működve, de</a:t>
            </a:r>
            <a:endParaRPr lang="hu-HU" sz="2200" dirty="0">
              <a:latin typeface="Times New Roman" panose="02020603050405020304" pitchFamily="18" charset="0"/>
              <a:cs typeface="Times New Roman" panose="02020603050405020304" pitchFamily="18" charset="0"/>
            </a:endParaRPr>
          </a:p>
          <a:p>
            <a:pPr marL="585216" lvl="1" indent="-457200">
              <a:buAutoNum type="arabicParenR"/>
            </a:pPr>
            <a:r>
              <a:rPr lang="hu-HU" sz="2200" b="1" dirty="0">
                <a:solidFill>
                  <a:srgbClr val="00B050"/>
                </a:solidFill>
                <a:latin typeface="Times New Roman" panose="02020603050405020304" pitchFamily="18" charset="0"/>
                <a:cs typeface="Times New Roman" panose="02020603050405020304" pitchFamily="18" charset="0"/>
              </a:rPr>
              <a:t>üzletszerűen</a:t>
            </a:r>
            <a:r>
              <a:rPr lang="hu-HU" sz="2200" b="1" dirty="0">
                <a:latin typeface="Times New Roman" panose="02020603050405020304" pitchFamily="18" charset="0"/>
                <a:cs typeface="Times New Roman" panose="02020603050405020304" pitchFamily="18" charset="0"/>
              </a:rPr>
              <a:t>, </a:t>
            </a:r>
            <a:r>
              <a:rPr lang="hu-HU" sz="2200" b="1" dirty="0">
                <a:solidFill>
                  <a:srgbClr val="00B050"/>
                </a:solidFill>
                <a:latin typeface="Times New Roman" panose="02020603050405020304" pitchFamily="18" charset="0"/>
                <a:cs typeface="Times New Roman" panose="02020603050405020304" pitchFamily="18" charset="0"/>
              </a:rPr>
              <a:t>rendszeresen</a:t>
            </a:r>
            <a:r>
              <a:rPr lang="hu-HU" sz="2200" b="1" dirty="0">
                <a:latin typeface="Times New Roman" panose="02020603050405020304" pitchFamily="18" charset="0"/>
                <a:cs typeface="Times New Roman" panose="02020603050405020304" pitchFamily="18" charset="0"/>
              </a:rPr>
              <a:t> </a:t>
            </a:r>
            <a:r>
              <a:rPr lang="hu-HU" sz="2200" b="1" dirty="0" err="1">
                <a:solidFill>
                  <a:srgbClr val="00B050"/>
                </a:solidFill>
                <a:latin typeface="Times New Roman" panose="02020603050405020304" pitchFamily="18" charset="0"/>
                <a:cs typeface="Times New Roman" panose="02020603050405020304" pitchFamily="18" charset="0"/>
              </a:rPr>
              <a:t>nyereség</a:t>
            </a:r>
            <a:r>
              <a:rPr lang="hu-HU" sz="2200" b="1" dirty="0">
                <a:solidFill>
                  <a:srgbClr val="00B050"/>
                </a:solidFill>
                <a:latin typeface="Times New Roman" panose="02020603050405020304" pitchFamily="18" charset="0"/>
                <a:cs typeface="Times New Roman" panose="02020603050405020304" pitchFamily="18" charset="0"/>
              </a:rPr>
              <a:t>- </a:t>
            </a:r>
            <a:r>
              <a:rPr lang="hu-HU" sz="2200" b="1" dirty="0" err="1">
                <a:solidFill>
                  <a:srgbClr val="00B050"/>
                </a:solidFill>
                <a:latin typeface="Times New Roman" panose="02020603050405020304" pitchFamily="18" charset="0"/>
                <a:cs typeface="Times New Roman" panose="02020603050405020304" pitchFamily="18" charset="0"/>
              </a:rPr>
              <a:t>és</a:t>
            </a:r>
            <a:r>
              <a:rPr lang="hu-HU" sz="2200" b="1" dirty="0">
                <a:solidFill>
                  <a:srgbClr val="00B050"/>
                </a:solidFill>
                <a:latin typeface="Times New Roman" panose="02020603050405020304" pitchFamily="18" charset="0"/>
                <a:cs typeface="Times New Roman" panose="02020603050405020304" pitchFamily="18" charset="0"/>
              </a:rPr>
              <a:t> </a:t>
            </a:r>
            <a:r>
              <a:rPr lang="hu-HU" sz="2200" b="1" dirty="0" err="1">
                <a:solidFill>
                  <a:srgbClr val="00B050"/>
                </a:solidFill>
                <a:latin typeface="Times New Roman" panose="02020603050405020304" pitchFamily="18" charset="0"/>
                <a:cs typeface="Times New Roman" panose="02020603050405020304" pitchFamily="18" charset="0"/>
              </a:rPr>
              <a:t>vagyonszerzés</a:t>
            </a:r>
            <a:r>
              <a:rPr lang="hu-HU" sz="2200" b="1" dirty="0">
                <a:solidFill>
                  <a:srgbClr val="00B050"/>
                </a:solidFill>
                <a:latin typeface="Times New Roman" panose="02020603050405020304" pitchFamily="18" charset="0"/>
                <a:cs typeface="Times New Roman" panose="02020603050405020304" pitchFamily="18" charset="0"/>
              </a:rPr>
              <a:t> </a:t>
            </a:r>
            <a:r>
              <a:rPr lang="hu-HU" sz="2200" b="1" dirty="0" err="1">
                <a:solidFill>
                  <a:srgbClr val="00B050"/>
                </a:solidFill>
                <a:latin typeface="Times New Roman" panose="02020603050405020304" pitchFamily="18" charset="0"/>
                <a:cs typeface="Times New Roman" panose="02020603050405020304" pitchFamily="18" charset="0"/>
              </a:rPr>
              <a:t>cél</a:t>
            </a:r>
            <a:r>
              <a:rPr lang="hu-HU" sz="2200" b="1" dirty="0" err="1">
                <a:latin typeface="Times New Roman" panose="02020603050405020304" pitchFamily="18" charset="0"/>
                <a:cs typeface="Times New Roman" panose="02020603050405020304" pitchFamily="18" charset="0"/>
              </a:rPr>
              <a:t>jából</a:t>
            </a:r>
            <a:r>
              <a:rPr lang="hu-HU" sz="2200" b="1" dirty="0">
                <a:latin typeface="Times New Roman" panose="02020603050405020304" pitchFamily="18" charset="0"/>
                <a:cs typeface="Times New Roman" panose="02020603050405020304" pitchFamily="18" charset="0"/>
              </a:rPr>
              <a:t>, </a:t>
            </a:r>
            <a:endParaRPr lang="hu-HU" sz="2200" dirty="0">
              <a:latin typeface="Times New Roman" panose="02020603050405020304" pitchFamily="18" charset="0"/>
              <a:cs typeface="Times New Roman" panose="02020603050405020304" pitchFamily="18" charset="0"/>
            </a:endParaRPr>
          </a:p>
          <a:p>
            <a:pPr marL="585216" lvl="1" indent="-457200">
              <a:buAutoNum type="arabicParenR"/>
            </a:pPr>
            <a:r>
              <a:rPr lang="hu-HU" sz="2200" b="1" dirty="0" err="1">
                <a:solidFill>
                  <a:srgbClr val="00B050"/>
                </a:solidFill>
                <a:latin typeface="Times New Roman" panose="02020603050405020304" pitchFamily="18" charset="0"/>
                <a:cs typeface="Times New Roman" panose="02020603050405020304" pitchFamily="18" charset="0"/>
              </a:rPr>
              <a:t>saját</a:t>
            </a:r>
            <a:r>
              <a:rPr lang="hu-HU" sz="2200" b="1" dirty="0">
                <a:solidFill>
                  <a:srgbClr val="00B050"/>
                </a:solidFill>
                <a:latin typeface="Times New Roman" panose="02020603050405020304" pitchFamily="18" charset="0"/>
                <a:cs typeface="Times New Roman" panose="02020603050405020304" pitchFamily="18" charset="0"/>
              </a:rPr>
              <a:t> </a:t>
            </a:r>
            <a:r>
              <a:rPr lang="hu-HU" sz="2200" b="1" dirty="0" err="1">
                <a:solidFill>
                  <a:srgbClr val="00B050"/>
                </a:solidFill>
                <a:latin typeface="Times New Roman" panose="02020603050405020304" pitchFamily="18" charset="0"/>
                <a:cs typeface="Times New Roman" panose="02020603050405020304" pitchFamily="18" charset="0"/>
              </a:rPr>
              <a:t>gazdasági</a:t>
            </a:r>
            <a:r>
              <a:rPr lang="hu-HU" sz="2200" b="1" dirty="0">
                <a:solidFill>
                  <a:srgbClr val="00B050"/>
                </a:solidFill>
                <a:latin typeface="Times New Roman" panose="02020603050405020304" pitchFamily="18" charset="0"/>
                <a:cs typeface="Times New Roman" panose="02020603050405020304" pitchFamily="18" charset="0"/>
              </a:rPr>
              <a:t> </a:t>
            </a:r>
            <a:r>
              <a:rPr lang="hu-HU" sz="2200" b="1" dirty="0" err="1">
                <a:solidFill>
                  <a:srgbClr val="00B050"/>
                </a:solidFill>
                <a:latin typeface="Times New Roman" panose="02020603050405020304" pitchFamily="18" charset="0"/>
                <a:cs typeface="Times New Roman" panose="02020603050405020304" pitchFamily="18" charset="0"/>
              </a:rPr>
              <a:t>kockázatvállalás</a:t>
            </a:r>
            <a:r>
              <a:rPr lang="hu-HU" sz="2200" b="1" dirty="0">
                <a:latin typeface="Times New Roman" panose="02020603050405020304" pitchFamily="18" charset="0"/>
                <a:cs typeface="Times New Roman" panose="02020603050405020304" pitchFamily="18" charset="0"/>
              </a:rPr>
              <a:t> mellett </a:t>
            </a:r>
            <a:r>
              <a:rPr lang="hu-HU" sz="2200" b="1" dirty="0" err="1">
                <a:latin typeface="Times New Roman" panose="02020603050405020304" pitchFamily="18" charset="0"/>
                <a:cs typeface="Times New Roman" panose="02020603050405020304" pitchFamily="18" charset="0"/>
              </a:rPr>
              <a:t>kíván</a:t>
            </a:r>
            <a:r>
              <a:rPr lang="hu-HU" sz="2200" b="1" dirty="0">
                <a:latin typeface="Times New Roman" panose="02020603050405020304" pitchFamily="18" charset="0"/>
                <a:cs typeface="Times New Roman" panose="02020603050405020304" pitchFamily="18" charset="0"/>
              </a:rPr>
              <a:t> </a:t>
            </a:r>
            <a:r>
              <a:rPr lang="hu-HU" sz="2200" b="1" dirty="0" err="1">
                <a:latin typeface="Times New Roman" panose="02020603050405020304" pitchFamily="18" charset="0"/>
                <a:cs typeface="Times New Roman" panose="02020603050405020304" pitchFamily="18" charset="0"/>
              </a:rPr>
              <a:t>gazdasági</a:t>
            </a:r>
            <a:r>
              <a:rPr lang="hu-HU" sz="2200" b="1" dirty="0">
                <a:latin typeface="Times New Roman" panose="02020603050405020304" pitchFamily="18" charset="0"/>
                <a:cs typeface="Times New Roman" panose="02020603050405020304" pitchFamily="18" charset="0"/>
              </a:rPr>
              <a:t> </a:t>
            </a:r>
            <a:r>
              <a:rPr lang="hu-HU" sz="2200" b="1" dirty="0" err="1">
                <a:latin typeface="Times New Roman" panose="02020603050405020304" pitchFamily="18" charset="0"/>
                <a:cs typeface="Times New Roman" panose="02020603050405020304" pitchFamily="18" charset="0"/>
              </a:rPr>
              <a:t>tevékenységet</a:t>
            </a:r>
            <a:r>
              <a:rPr lang="hu-HU" sz="2200" b="1" dirty="0">
                <a:latin typeface="Times New Roman" panose="02020603050405020304" pitchFamily="18" charset="0"/>
                <a:cs typeface="Times New Roman" panose="02020603050405020304" pitchFamily="18" charset="0"/>
              </a:rPr>
              <a:t> folytatni</a:t>
            </a:r>
            <a:endParaRPr lang="hu-HU" sz="2200" dirty="0">
              <a:latin typeface="Times New Roman" panose="02020603050405020304" pitchFamily="18" charset="0"/>
              <a:cs typeface="Times New Roman" panose="02020603050405020304" pitchFamily="18" charset="0"/>
            </a:endParaRPr>
          </a:p>
          <a:p>
            <a:endParaRPr lang="hu-HU" dirty="0"/>
          </a:p>
        </p:txBody>
      </p:sp>
    </p:spTree>
    <p:extLst>
      <p:ext uri="{BB962C8B-B14F-4D97-AF65-F5344CB8AC3E}">
        <p14:creationId xmlns:p14="http://schemas.microsoft.com/office/powerpoint/2010/main" val="1959615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131B038F-41D0-CE85-CE70-17F45C69CBFF}"/>
              </a:ext>
            </a:extLst>
          </p:cNvPr>
          <p:cNvSpPr>
            <a:spLocks noGrp="1"/>
          </p:cNvSpPr>
          <p:nvPr>
            <p:ph type="title"/>
          </p:nvPr>
        </p:nvSpPr>
        <p:spPr/>
        <p:txBody>
          <a:bodyPr/>
          <a:lstStyle/>
          <a:p>
            <a:r>
              <a:rPr lang="hu-HU" dirty="0"/>
              <a:t>Ki </a:t>
            </a:r>
            <a:r>
              <a:rPr lang="hu-HU" dirty="0">
                <a:solidFill>
                  <a:srgbClr val="FF0000"/>
                </a:solidFill>
              </a:rPr>
              <a:t>NEM</a:t>
            </a:r>
            <a:r>
              <a:rPr lang="hu-HU" dirty="0"/>
              <a:t> lehet egyéni vállalkozó?</a:t>
            </a:r>
          </a:p>
        </p:txBody>
      </p:sp>
      <p:sp>
        <p:nvSpPr>
          <p:cNvPr id="3" name="Tartalom helye 2">
            <a:extLst>
              <a:ext uri="{FF2B5EF4-FFF2-40B4-BE49-F238E27FC236}">
                <a16:creationId xmlns:a16="http://schemas.microsoft.com/office/drawing/2014/main" id="{176508FA-45C8-D9F0-5FB1-DBFC6559AD5C}"/>
              </a:ext>
            </a:extLst>
          </p:cNvPr>
          <p:cNvSpPr>
            <a:spLocks noGrp="1"/>
          </p:cNvSpPr>
          <p:nvPr>
            <p:ph idx="1"/>
          </p:nvPr>
        </p:nvSpPr>
        <p:spPr/>
        <p:txBody>
          <a:bodyPr/>
          <a:lstStyle/>
          <a:p>
            <a:r>
              <a:rPr lang="hu-HU" sz="2000" b="1" dirty="0">
                <a:latin typeface="Times New Roman" panose="02020603050405020304" pitchFamily="18" charset="0"/>
                <a:cs typeface="Times New Roman" panose="02020603050405020304" pitchFamily="18" charset="0"/>
              </a:rPr>
              <a:t>1) a </a:t>
            </a:r>
            <a:r>
              <a:rPr lang="hu-HU" sz="2000" b="1" dirty="0" err="1">
                <a:solidFill>
                  <a:srgbClr val="FF0000"/>
                </a:solidFill>
                <a:latin typeface="Times New Roman" panose="02020603050405020304" pitchFamily="18" charset="0"/>
                <a:cs typeface="Times New Roman" panose="02020603050405020304" pitchFamily="18" charset="0"/>
              </a:rPr>
              <a:t>mezőgazdasági</a:t>
            </a:r>
            <a:r>
              <a:rPr lang="hu-HU" sz="2000" b="1" dirty="0">
                <a:solidFill>
                  <a:srgbClr val="FF0000"/>
                </a:solidFill>
                <a:latin typeface="Times New Roman" panose="02020603050405020304" pitchFamily="18" charset="0"/>
                <a:cs typeface="Times New Roman" panose="02020603050405020304" pitchFamily="18" charset="0"/>
              </a:rPr>
              <a:t> őstermelő</a:t>
            </a:r>
            <a:r>
              <a:rPr lang="hu-HU" sz="2000" b="1" dirty="0">
                <a:latin typeface="Times New Roman" panose="02020603050405020304" pitchFamily="18" charset="0"/>
                <a:cs typeface="Times New Roman" panose="02020603050405020304" pitchFamily="18" charset="0"/>
              </a:rPr>
              <a:t>i, </a:t>
            </a:r>
          </a:p>
          <a:p>
            <a:r>
              <a:rPr lang="hu-HU" sz="2000" b="1" dirty="0">
                <a:latin typeface="Times New Roman" panose="02020603050405020304" pitchFamily="18" charset="0"/>
                <a:cs typeface="Times New Roman" panose="02020603050405020304" pitchFamily="18" charset="0"/>
              </a:rPr>
              <a:t>2) </a:t>
            </a:r>
            <a:r>
              <a:rPr lang="hu-HU" sz="2000" b="1" dirty="0" err="1">
                <a:solidFill>
                  <a:srgbClr val="FF0000"/>
                </a:solidFill>
                <a:latin typeface="Times New Roman" panose="02020603050405020304" pitchFamily="18" charset="0"/>
                <a:cs typeface="Times New Roman" panose="02020603050405020304" pitchFamily="18" charset="0"/>
              </a:rPr>
              <a:t>magán-állatorvos</a:t>
            </a:r>
            <a:r>
              <a:rPr lang="hu-HU" sz="2000" b="1" dirty="0" err="1">
                <a:latin typeface="Times New Roman" panose="02020603050405020304" pitchFamily="18" charset="0"/>
                <a:cs typeface="Times New Roman" panose="02020603050405020304" pitchFamily="18" charset="0"/>
              </a:rPr>
              <a:t>i</a:t>
            </a:r>
            <a:r>
              <a:rPr lang="hu-HU" sz="2000" b="1" dirty="0">
                <a:latin typeface="Times New Roman" panose="02020603050405020304" pitchFamily="18" charset="0"/>
                <a:cs typeface="Times New Roman" panose="02020603050405020304" pitchFamily="18" charset="0"/>
              </a:rPr>
              <a:t>,</a:t>
            </a:r>
          </a:p>
          <a:p>
            <a:r>
              <a:rPr lang="hu-HU" sz="2000" b="1" dirty="0">
                <a:latin typeface="Times New Roman" panose="02020603050405020304" pitchFamily="18" charset="0"/>
                <a:cs typeface="Times New Roman" panose="02020603050405020304" pitchFamily="18" charset="0"/>
              </a:rPr>
              <a:t>3) </a:t>
            </a:r>
            <a:r>
              <a:rPr lang="hu-HU" sz="2000" b="1" dirty="0" err="1">
                <a:solidFill>
                  <a:srgbClr val="FF0000"/>
                </a:solidFill>
                <a:latin typeface="Times New Roman" panose="02020603050405020304" pitchFamily="18" charset="0"/>
                <a:cs typeface="Times New Roman" panose="02020603050405020304" pitchFamily="18" charset="0"/>
              </a:rPr>
              <a:t>ügyvéd</a:t>
            </a:r>
            <a:r>
              <a:rPr lang="hu-HU" sz="2000" b="1" dirty="0" err="1">
                <a:latin typeface="Times New Roman" panose="02020603050405020304" pitchFamily="18" charset="0"/>
                <a:cs typeface="Times New Roman" panose="02020603050405020304" pitchFamily="18" charset="0"/>
              </a:rPr>
              <a:t>i</a:t>
            </a:r>
            <a:r>
              <a:rPr lang="hu-HU" sz="2000" b="1" dirty="0">
                <a:latin typeface="Times New Roman" panose="02020603050405020304" pitchFamily="18" charset="0"/>
                <a:cs typeface="Times New Roman" panose="02020603050405020304" pitchFamily="18" charset="0"/>
              </a:rPr>
              <a:t>, </a:t>
            </a:r>
            <a:endParaRPr lang="hu-HU" sz="2000" dirty="0">
              <a:latin typeface="Times New Roman" panose="02020603050405020304" pitchFamily="18" charset="0"/>
              <a:cs typeface="Times New Roman" panose="02020603050405020304" pitchFamily="18" charset="0"/>
            </a:endParaRPr>
          </a:p>
          <a:p>
            <a:r>
              <a:rPr lang="hu-HU" sz="2000" b="1" dirty="0">
                <a:latin typeface="Times New Roman" panose="02020603050405020304" pitchFamily="18" charset="0"/>
                <a:cs typeface="Times New Roman" panose="02020603050405020304" pitchFamily="18" charset="0"/>
              </a:rPr>
              <a:t>4) </a:t>
            </a:r>
            <a:r>
              <a:rPr lang="hu-HU" sz="2000" b="1" dirty="0" err="1">
                <a:solidFill>
                  <a:srgbClr val="FF0000"/>
                </a:solidFill>
                <a:latin typeface="Times New Roman" panose="02020603050405020304" pitchFamily="18" charset="0"/>
                <a:cs typeface="Times New Roman" panose="02020603050405020304" pitchFamily="18" charset="0"/>
              </a:rPr>
              <a:t>egyéni</a:t>
            </a:r>
            <a:r>
              <a:rPr lang="hu-HU" sz="2000" b="1" dirty="0">
                <a:solidFill>
                  <a:srgbClr val="FF0000"/>
                </a:solidFill>
                <a:latin typeface="Times New Roman" panose="02020603050405020304" pitchFamily="18" charset="0"/>
                <a:cs typeface="Times New Roman" panose="02020603050405020304" pitchFamily="18" charset="0"/>
              </a:rPr>
              <a:t> szabadalmi ügyvivői</a:t>
            </a:r>
            <a:r>
              <a:rPr lang="hu-HU" sz="2000" b="1" dirty="0">
                <a:latin typeface="Times New Roman" panose="02020603050405020304" pitchFamily="18" charset="0"/>
                <a:cs typeface="Times New Roman" panose="02020603050405020304" pitchFamily="18" charset="0"/>
              </a:rPr>
              <a:t>, </a:t>
            </a:r>
          </a:p>
          <a:p>
            <a:r>
              <a:rPr lang="hu-HU" sz="2000" b="1" dirty="0">
                <a:latin typeface="Times New Roman" panose="02020603050405020304" pitchFamily="18" charset="0"/>
                <a:cs typeface="Times New Roman" panose="02020603050405020304" pitchFamily="18" charset="0"/>
              </a:rPr>
              <a:t>5) </a:t>
            </a:r>
            <a:r>
              <a:rPr lang="hu-HU" sz="2000" b="1" dirty="0">
                <a:solidFill>
                  <a:srgbClr val="FF0000"/>
                </a:solidFill>
                <a:latin typeface="Times New Roman" panose="02020603050405020304" pitchFamily="18" charset="0"/>
                <a:cs typeface="Times New Roman" panose="02020603050405020304" pitchFamily="18" charset="0"/>
              </a:rPr>
              <a:t>közjegyző</a:t>
            </a:r>
            <a:r>
              <a:rPr lang="hu-HU" sz="2000" b="1" dirty="0">
                <a:latin typeface="Times New Roman" panose="02020603050405020304" pitchFamily="18" charset="0"/>
                <a:cs typeface="Times New Roman" panose="02020603050405020304" pitchFamily="18" charset="0"/>
              </a:rPr>
              <a:t>i,</a:t>
            </a:r>
          </a:p>
          <a:p>
            <a:r>
              <a:rPr lang="hu-HU" sz="2000" b="1" dirty="0">
                <a:latin typeface="Times New Roman" panose="02020603050405020304" pitchFamily="18" charset="0"/>
                <a:cs typeface="Times New Roman" panose="02020603050405020304" pitchFamily="18" charset="0"/>
              </a:rPr>
              <a:t>6) </a:t>
            </a:r>
            <a:r>
              <a:rPr lang="hu-HU" sz="2000" b="1" dirty="0" err="1">
                <a:solidFill>
                  <a:srgbClr val="FF0000"/>
                </a:solidFill>
                <a:latin typeface="Times New Roman" panose="02020603050405020304" pitchFamily="18" charset="0"/>
                <a:cs typeface="Times New Roman" panose="02020603050405020304" pitchFamily="18" charset="0"/>
              </a:rPr>
              <a:t>önálló</a:t>
            </a:r>
            <a:r>
              <a:rPr lang="hu-HU" sz="2000" b="1" dirty="0">
                <a:solidFill>
                  <a:srgbClr val="FF0000"/>
                </a:solidFill>
                <a:latin typeface="Times New Roman" panose="02020603050405020304" pitchFamily="18" charset="0"/>
                <a:cs typeface="Times New Roman" panose="02020603050405020304" pitchFamily="18" charset="0"/>
              </a:rPr>
              <a:t> </a:t>
            </a:r>
            <a:r>
              <a:rPr lang="hu-HU" sz="2000" b="1" dirty="0" err="1">
                <a:solidFill>
                  <a:srgbClr val="FF0000"/>
                </a:solidFill>
                <a:latin typeface="Times New Roman" panose="02020603050405020304" pitchFamily="18" charset="0"/>
                <a:cs typeface="Times New Roman" panose="02020603050405020304" pitchFamily="18" charset="0"/>
              </a:rPr>
              <a:t>bírósági</a:t>
            </a:r>
            <a:r>
              <a:rPr lang="hu-HU" sz="2000" b="1" dirty="0">
                <a:solidFill>
                  <a:srgbClr val="FF0000"/>
                </a:solidFill>
                <a:latin typeface="Times New Roman" panose="02020603050405020304" pitchFamily="18" charset="0"/>
                <a:cs typeface="Times New Roman" panose="02020603050405020304" pitchFamily="18" charset="0"/>
              </a:rPr>
              <a:t> </a:t>
            </a:r>
            <a:r>
              <a:rPr lang="hu-HU" sz="2000" b="1" dirty="0" err="1">
                <a:solidFill>
                  <a:srgbClr val="FF0000"/>
                </a:solidFill>
                <a:latin typeface="Times New Roman" panose="02020603050405020304" pitchFamily="18" charset="0"/>
                <a:cs typeface="Times New Roman" panose="02020603050405020304" pitchFamily="18" charset="0"/>
              </a:rPr>
              <a:t>végrehajto</a:t>
            </a:r>
            <a:r>
              <a:rPr lang="hu-HU" sz="2000" b="1" dirty="0" err="1">
                <a:latin typeface="Times New Roman" panose="02020603050405020304" pitchFamily="18" charset="0"/>
                <a:cs typeface="Times New Roman" panose="02020603050405020304" pitchFamily="18" charset="0"/>
              </a:rPr>
              <a:t>́i</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tevékenységet</a:t>
            </a:r>
            <a:r>
              <a:rPr lang="hu-HU" sz="2000" b="1" dirty="0">
                <a:latin typeface="Times New Roman" panose="02020603050405020304" pitchFamily="18" charset="0"/>
                <a:cs typeface="Times New Roman" panose="02020603050405020304" pitchFamily="18" charset="0"/>
              </a:rPr>
              <a:t> folytató </a:t>
            </a:r>
            <a:r>
              <a:rPr lang="hu-HU" sz="2000" b="1" dirty="0" err="1">
                <a:latin typeface="Times New Roman" panose="02020603050405020304" pitchFamily="18" charset="0"/>
                <a:cs typeface="Times New Roman" panose="02020603050405020304" pitchFamily="18" charset="0"/>
              </a:rPr>
              <a:t>személy</a:t>
            </a:r>
            <a:endParaRPr lang="hu-HU" sz="2000" dirty="0">
              <a:latin typeface="Times New Roman" panose="02020603050405020304" pitchFamily="18" charset="0"/>
              <a:cs typeface="Times New Roman" panose="02020603050405020304" pitchFamily="18" charset="0"/>
            </a:endParaRPr>
          </a:p>
          <a:p>
            <a:endParaRPr lang="hu-HU" dirty="0"/>
          </a:p>
        </p:txBody>
      </p:sp>
    </p:spTree>
    <p:extLst>
      <p:ext uri="{BB962C8B-B14F-4D97-AF65-F5344CB8AC3E}">
        <p14:creationId xmlns:p14="http://schemas.microsoft.com/office/powerpoint/2010/main" val="666391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28418BAE-5959-EEFF-44DE-90D651FD2ECD}"/>
              </a:ext>
            </a:extLst>
          </p:cNvPr>
          <p:cNvSpPr>
            <a:spLocks noGrp="1"/>
          </p:cNvSpPr>
          <p:nvPr>
            <p:ph type="title"/>
          </p:nvPr>
        </p:nvSpPr>
        <p:spPr/>
        <p:txBody>
          <a:bodyPr>
            <a:normAutofit/>
          </a:bodyPr>
          <a:lstStyle/>
          <a:p>
            <a:r>
              <a:rPr lang="hu-HU" sz="4400" dirty="0"/>
              <a:t>Az egyéni vállalkozó tevékenység megkezdése</a:t>
            </a:r>
          </a:p>
        </p:txBody>
      </p:sp>
      <p:sp>
        <p:nvSpPr>
          <p:cNvPr id="3" name="Tartalom helye 2">
            <a:extLst>
              <a:ext uri="{FF2B5EF4-FFF2-40B4-BE49-F238E27FC236}">
                <a16:creationId xmlns:a16="http://schemas.microsoft.com/office/drawing/2014/main" id="{09DB47CF-BE4D-B6A3-C7C2-8C2E7D536329}"/>
              </a:ext>
            </a:extLst>
          </p:cNvPr>
          <p:cNvSpPr>
            <a:spLocks noGrp="1"/>
          </p:cNvSpPr>
          <p:nvPr>
            <p:ph idx="1"/>
          </p:nvPr>
        </p:nvSpPr>
        <p:spPr/>
        <p:txBody>
          <a:bodyPr/>
          <a:lstStyle/>
          <a:p>
            <a:pPr marL="0" indent="0">
              <a:buNone/>
            </a:pPr>
            <a:r>
              <a:rPr lang="hu-HU" sz="2000" b="1" dirty="0">
                <a:latin typeface="Times New Roman" panose="02020603050405020304" pitchFamily="18" charset="0"/>
                <a:cs typeface="Times New Roman" panose="02020603050405020304" pitchFamily="18" charset="0"/>
              </a:rPr>
              <a:t>A </a:t>
            </a:r>
            <a:r>
              <a:rPr lang="hu-HU" sz="2000" b="1" dirty="0" err="1">
                <a:latin typeface="Times New Roman" panose="02020603050405020304" pitchFamily="18" charset="0"/>
                <a:cs typeface="Times New Roman" panose="02020603050405020304" pitchFamily="18" charset="0"/>
              </a:rPr>
              <a:t>bejelentés</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megtétele</a:t>
            </a:r>
            <a:r>
              <a:rPr lang="hu-HU" sz="2000" b="1" dirty="0">
                <a:latin typeface="Times New Roman" panose="02020603050405020304" pitchFamily="18" charset="0"/>
                <a:cs typeface="Times New Roman" panose="02020603050405020304" pitchFamily="18" charset="0"/>
              </a:rPr>
              <a:t>: </a:t>
            </a:r>
            <a:r>
              <a:rPr lang="hu-HU" sz="2000" dirty="0">
                <a:latin typeface="Times New Roman" panose="02020603050405020304" pitchFamily="18" charset="0"/>
                <a:cs typeface="Times New Roman" panose="02020603050405020304" pitchFamily="18" charset="0"/>
              </a:rPr>
              <a:t> </a:t>
            </a:r>
          </a:p>
          <a:p>
            <a:pPr>
              <a:buFontTx/>
              <a:buChar char="-"/>
            </a:pPr>
            <a:r>
              <a:rPr lang="hu-HU" sz="2000" b="1" dirty="0">
                <a:latin typeface="Times New Roman" panose="02020603050405020304" pitchFamily="18" charset="0"/>
                <a:cs typeface="Times New Roman" panose="02020603050405020304" pitchFamily="18" charset="0"/>
              </a:rPr>
              <a:t>az </a:t>
            </a:r>
            <a:r>
              <a:rPr lang="hu-HU" sz="2000" b="1" dirty="0" err="1">
                <a:latin typeface="Times New Roman" panose="02020603050405020304" pitchFamily="18" charset="0"/>
                <a:cs typeface="Times New Roman" panose="02020603050405020304" pitchFamily="18" charset="0"/>
              </a:rPr>
              <a:t>egyéni</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vállalkozói</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tevékenység</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bejelentését</a:t>
            </a:r>
            <a:r>
              <a:rPr lang="hu-HU" sz="2000" b="1" dirty="0">
                <a:latin typeface="Times New Roman" panose="02020603050405020304" pitchFamily="18" charset="0"/>
                <a:cs typeface="Times New Roman" panose="02020603050405020304" pitchFamily="18" charset="0"/>
              </a:rPr>
              <a:t> mind elektronikusan, mind </a:t>
            </a:r>
            <a:r>
              <a:rPr lang="hu-HU" sz="2000" b="1" dirty="0" err="1">
                <a:latin typeface="Times New Roman" panose="02020603050405020304" pitchFamily="18" charset="0"/>
                <a:cs typeface="Times New Roman" panose="02020603050405020304" pitchFamily="18" charset="0"/>
              </a:rPr>
              <a:t>személyesen</a:t>
            </a:r>
            <a:r>
              <a:rPr lang="hu-HU" sz="2000" b="1" dirty="0">
                <a:latin typeface="Times New Roman" panose="02020603050405020304" pitchFamily="18" charset="0"/>
                <a:cs typeface="Times New Roman" panose="02020603050405020304" pitchFamily="18" charset="0"/>
              </a:rPr>
              <a:t> lehet </a:t>
            </a:r>
            <a:r>
              <a:rPr lang="hu-HU" sz="2000" b="1" dirty="0" err="1">
                <a:latin typeface="Times New Roman" panose="02020603050405020304" pitchFamily="18" charset="0"/>
                <a:cs typeface="Times New Roman" panose="02020603050405020304" pitchFamily="18" charset="0"/>
              </a:rPr>
              <a:t>kezdeményezni</a:t>
            </a:r>
            <a:r>
              <a:rPr lang="hu-HU" sz="2000" b="1" dirty="0">
                <a:latin typeface="Times New Roman" panose="02020603050405020304" pitchFamily="18" charset="0"/>
                <a:cs typeface="Times New Roman" panose="02020603050405020304" pitchFamily="18" charset="0"/>
              </a:rPr>
              <a:t> </a:t>
            </a:r>
            <a:endParaRPr lang="hu-HU" sz="2000" dirty="0">
              <a:latin typeface="Times New Roman" panose="02020603050405020304" pitchFamily="18" charset="0"/>
              <a:cs typeface="Times New Roman" panose="02020603050405020304" pitchFamily="18" charset="0"/>
            </a:endParaRPr>
          </a:p>
          <a:p>
            <a:pPr>
              <a:buFontTx/>
              <a:buChar char="-"/>
            </a:pPr>
            <a:r>
              <a:rPr lang="hu-HU" sz="2000" b="1" dirty="0">
                <a:latin typeface="Times New Roman" panose="02020603050405020304" pitchFamily="18" charset="0"/>
                <a:cs typeface="Times New Roman" panose="02020603050405020304" pitchFamily="18" charset="0"/>
              </a:rPr>
              <a:t>elektronikus </a:t>
            </a:r>
            <a:r>
              <a:rPr lang="hu-HU" sz="2000" b="1" dirty="0" err="1">
                <a:latin typeface="Times New Roman" panose="02020603050405020304" pitchFamily="18" charset="0"/>
                <a:cs typeface="Times New Roman" panose="02020603050405020304" pitchFamily="18" charset="0"/>
              </a:rPr>
              <a:t>út</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esetén</a:t>
            </a:r>
            <a:r>
              <a:rPr lang="hu-HU" sz="2000" b="1" dirty="0">
                <a:latin typeface="Times New Roman" panose="02020603050405020304" pitchFamily="18" charset="0"/>
                <a:cs typeface="Times New Roman" panose="02020603050405020304" pitchFamily="18" charset="0"/>
              </a:rPr>
              <a:t> a </a:t>
            </a:r>
            <a:r>
              <a:rPr lang="hu-HU" sz="2000" b="1" dirty="0" err="1">
                <a:latin typeface="Times New Roman" panose="02020603050405020304" pitchFamily="18" charset="0"/>
                <a:cs typeface="Times New Roman" panose="02020603050405020304" pitchFamily="18" charset="0"/>
              </a:rPr>
              <a:t>hatóság</a:t>
            </a:r>
            <a:r>
              <a:rPr lang="hu-HU" sz="2000" b="1" dirty="0">
                <a:latin typeface="Times New Roman" panose="02020603050405020304" pitchFamily="18" charset="0"/>
                <a:cs typeface="Times New Roman" panose="02020603050405020304" pitchFamily="18" charset="0"/>
              </a:rPr>
              <a:t> minden, a </a:t>
            </a:r>
            <a:r>
              <a:rPr lang="hu-HU" sz="2000" b="1" dirty="0" err="1">
                <a:latin typeface="Times New Roman" panose="02020603050405020304" pitchFamily="18" charset="0"/>
                <a:cs typeface="Times New Roman" panose="02020603050405020304" pitchFamily="18" charset="0"/>
              </a:rPr>
              <a:t>bejelentést</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személyesen</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kezdeményező</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és</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ügyfélkapuval</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még</a:t>
            </a:r>
            <a:r>
              <a:rPr lang="hu-HU" sz="2000" b="1" dirty="0">
                <a:latin typeface="Times New Roman" panose="02020603050405020304" pitchFamily="18" charset="0"/>
                <a:cs typeface="Times New Roman" panose="02020603050405020304" pitchFamily="18" charset="0"/>
              </a:rPr>
              <a:t> nem rendelkező </a:t>
            </a:r>
            <a:r>
              <a:rPr lang="hu-HU" sz="2000" b="1" dirty="0" err="1">
                <a:latin typeface="Times New Roman" panose="02020603050405020304" pitchFamily="18" charset="0"/>
                <a:cs typeface="Times New Roman" panose="02020603050405020304" pitchFamily="18" charset="0"/>
              </a:rPr>
              <a:t>ügyfél</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számára</a:t>
            </a:r>
            <a:r>
              <a:rPr lang="hu-HU" sz="2000" b="1" dirty="0">
                <a:latin typeface="Times New Roman" panose="02020603050405020304" pitchFamily="18" charset="0"/>
                <a:cs typeface="Times New Roman" panose="02020603050405020304" pitchFamily="18" charset="0"/>
              </a:rPr>
              <a:t> ingyenesen </a:t>
            </a:r>
            <a:r>
              <a:rPr lang="hu-HU" sz="2000" b="1" dirty="0" err="1">
                <a:latin typeface="Times New Roman" panose="02020603050405020304" pitchFamily="18" charset="0"/>
                <a:cs typeface="Times New Roman" panose="02020603050405020304" pitchFamily="18" charset="0"/>
              </a:rPr>
              <a:t>ügyfélkaput</a:t>
            </a:r>
            <a:r>
              <a:rPr lang="hu-HU" sz="2000" b="1" dirty="0">
                <a:latin typeface="Times New Roman" panose="02020603050405020304" pitchFamily="18" charset="0"/>
                <a:cs typeface="Times New Roman" panose="02020603050405020304" pitchFamily="18" charset="0"/>
              </a:rPr>
              <a:t> hoz </a:t>
            </a:r>
            <a:r>
              <a:rPr lang="hu-HU" sz="2000" b="1" dirty="0" err="1">
                <a:latin typeface="Times New Roman" panose="02020603050405020304" pitchFamily="18" charset="0"/>
                <a:cs typeface="Times New Roman" panose="02020603050405020304" pitchFamily="18" charset="0"/>
              </a:rPr>
              <a:t>létre</a:t>
            </a:r>
            <a:r>
              <a:rPr lang="hu-HU" sz="2000" b="1" dirty="0">
                <a:latin typeface="Times New Roman" panose="02020603050405020304" pitchFamily="18" charset="0"/>
                <a:cs typeface="Times New Roman" panose="02020603050405020304" pitchFamily="18" charset="0"/>
              </a:rPr>
              <a:t> </a:t>
            </a:r>
          </a:p>
          <a:p>
            <a:pPr>
              <a:buFontTx/>
              <a:buChar char="-"/>
            </a:pPr>
            <a:r>
              <a:rPr lang="hu-HU" sz="2000" b="1" dirty="0">
                <a:latin typeface="Times New Roman" panose="02020603050405020304" pitchFamily="18" charset="0"/>
                <a:cs typeface="Times New Roman" panose="02020603050405020304" pitchFamily="18" charset="0"/>
              </a:rPr>
              <a:t>ha a bejelentő a </a:t>
            </a:r>
            <a:r>
              <a:rPr lang="hu-HU" sz="2000" b="1" dirty="0" err="1">
                <a:latin typeface="Times New Roman" panose="02020603050405020304" pitchFamily="18" charset="0"/>
                <a:cs typeface="Times New Roman" panose="02020603050405020304" pitchFamily="18" charset="0"/>
              </a:rPr>
              <a:t>bejelentési</a:t>
            </a:r>
            <a:r>
              <a:rPr lang="hu-HU" sz="2000" b="1" dirty="0">
                <a:latin typeface="Times New Roman" panose="02020603050405020304" pitchFamily="18" charset="0"/>
                <a:cs typeface="Times New Roman" panose="02020603050405020304" pitchFamily="18" charset="0"/>
              </a:rPr>
              <a:t> űrlapot nem megfelelően töltötte ki, erről a tényről automatikus </a:t>
            </a:r>
            <a:r>
              <a:rPr lang="hu-HU" sz="2000" b="1" dirty="0" err="1">
                <a:latin typeface="Times New Roman" panose="02020603050405020304" pitchFamily="18" charset="0"/>
                <a:cs typeface="Times New Roman" panose="02020603050405020304" pitchFamily="18" charset="0"/>
              </a:rPr>
              <a:t>visszajelzést</a:t>
            </a:r>
            <a:r>
              <a:rPr lang="hu-HU" sz="2000" b="1" dirty="0">
                <a:latin typeface="Times New Roman" panose="02020603050405020304" pitchFamily="18" charset="0"/>
                <a:cs typeface="Times New Roman" panose="02020603050405020304" pitchFamily="18" charset="0"/>
              </a:rPr>
              <a:t> kap. </a:t>
            </a:r>
            <a:endParaRPr lang="hu-HU" sz="2000" dirty="0">
              <a:latin typeface="Times New Roman" panose="02020603050405020304" pitchFamily="18" charset="0"/>
              <a:cs typeface="Times New Roman" panose="02020603050405020304" pitchFamily="18" charset="0"/>
            </a:endParaRPr>
          </a:p>
          <a:p>
            <a:pPr marL="0" indent="0">
              <a:buNone/>
            </a:pPr>
            <a:r>
              <a:rPr lang="hu-HU" sz="2000" b="1" i="1" dirty="0">
                <a:solidFill>
                  <a:srgbClr val="00B050"/>
                </a:solidFill>
                <a:latin typeface="Times New Roman" panose="02020603050405020304" pitchFamily="18" charset="0"/>
                <a:cs typeface="Times New Roman" panose="02020603050405020304" pitchFamily="18" charset="0"/>
              </a:rPr>
              <a:t>Az </a:t>
            </a:r>
            <a:r>
              <a:rPr lang="hu-HU" sz="2000" b="1" i="1" dirty="0" err="1">
                <a:solidFill>
                  <a:srgbClr val="00B050"/>
                </a:solidFill>
                <a:latin typeface="Times New Roman" panose="02020603050405020304" pitchFamily="18" charset="0"/>
                <a:cs typeface="Times New Roman" panose="02020603050405020304" pitchFamily="18" charset="0"/>
              </a:rPr>
              <a:t>egyéni</a:t>
            </a:r>
            <a:r>
              <a:rPr lang="hu-HU" sz="2000" b="1" i="1" dirty="0">
                <a:solidFill>
                  <a:srgbClr val="00B050"/>
                </a:solidFill>
                <a:latin typeface="Times New Roman" panose="02020603050405020304" pitchFamily="18" charset="0"/>
                <a:cs typeface="Times New Roman" panose="02020603050405020304" pitchFamily="18" charset="0"/>
              </a:rPr>
              <a:t> </a:t>
            </a:r>
            <a:r>
              <a:rPr lang="hu-HU" sz="2000" b="1" i="1" dirty="0" err="1">
                <a:solidFill>
                  <a:srgbClr val="00B050"/>
                </a:solidFill>
                <a:latin typeface="Times New Roman" panose="02020603050405020304" pitchFamily="18" charset="0"/>
                <a:cs typeface="Times New Roman" panose="02020603050405020304" pitchFamily="18" charset="0"/>
              </a:rPr>
              <a:t>vállalkozói</a:t>
            </a:r>
            <a:r>
              <a:rPr lang="hu-HU" sz="2000" b="1" i="1" dirty="0">
                <a:solidFill>
                  <a:srgbClr val="00B050"/>
                </a:solidFill>
                <a:latin typeface="Times New Roman" panose="02020603050405020304" pitchFamily="18" charset="0"/>
                <a:cs typeface="Times New Roman" panose="02020603050405020304" pitchFamily="18" charset="0"/>
              </a:rPr>
              <a:t> </a:t>
            </a:r>
            <a:r>
              <a:rPr lang="hu-HU" sz="2000" b="1" i="1" dirty="0" err="1">
                <a:solidFill>
                  <a:srgbClr val="00B050"/>
                </a:solidFill>
                <a:latin typeface="Times New Roman" panose="02020603050405020304" pitchFamily="18" charset="0"/>
                <a:cs typeface="Times New Roman" panose="02020603050405020304" pitchFamily="18" charset="0"/>
              </a:rPr>
              <a:t>tevékenység</a:t>
            </a:r>
            <a:r>
              <a:rPr lang="hu-HU" sz="2000" b="1" i="1" dirty="0">
                <a:solidFill>
                  <a:srgbClr val="00B050"/>
                </a:solidFill>
                <a:latin typeface="Times New Roman" panose="02020603050405020304" pitchFamily="18" charset="0"/>
                <a:cs typeface="Times New Roman" panose="02020603050405020304" pitchFamily="18" charset="0"/>
              </a:rPr>
              <a:t> </a:t>
            </a:r>
            <a:r>
              <a:rPr lang="hu-HU" sz="2000" b="1" i="1" dirty="0" err="1">
                <a:solidFill>
                  <a:srgbClr val="00B050"/>
                </a:solidFill>
                <a:latin typeface="Times New Roman" panose="02020603050405020304" pitchFamily="18" charset="0"/>
                <a:cs typeface="Times New Roman" panose="02020603050405020304" pitchFamily="18" charset="0"/>
              </a:rPr>
              <a:t>megkezdésének</a:t>
            </a:r>
            <a:r>
              <a:rPr lang="hu-HU" sz="2000" b="1" i="1" dirty="0">
                <a:solidFill>
                  <a:srgbClr val="00B050"/>
                </a:solidFill>
                <a:latin typeface="Times New Roman" panose="02020603050405020304" pitchFamily="18" charset="0"/>
                <a:cs typeface="Times New Roman" panose="02020603050405020304" pitchFamily="18" charset="0"/>
              </a:rPr>
              <a:t> </a:t>
            </a:r>
            <a:r>
              <a:rPr lang="hu-HU" sz="2000" b="1" i="1" dirty="0" err="1">
                <a:solidFill>
                  <a:srgbClr val="00B050"/>
                </a:solidFill>
                <a:latin typeface="Times New Roman" panose="02020603050405020304" pitchFamily="18" charset="0"/>
                <a:cs typeface="Times New Roman" panose="02020603050405020304" pitchFamily="18" charset="0"/>
              </a:rPr>
              <a:t>bejelentése</a:t>
            </a:r>
            <a:r>
              <a:rPr lang="hu-HU" sz="2000" b="1" i="1" dirty="0">
                <a:solidFill>
                  <a:srgbClr val="00B050"/>
                </a:solidFill>
                <a:latin typeface="Times New Roman" panose="02020603050405020304" pitchFamily="18" charset="0"/>
                <a:cs typeface="Times New Roman" panose="02020603050405020304" pitchFamily="18" charset="0"/>
              </a:rPr>
              <a:t> </a:t>
            </a:r>
            <a:r>
              <a:rPr lang="hu-HU" sz="2000" b="1" i="1" dirty="0" err="1">
                <a:solidFill>
                  <a:srgbClr val="00B050"/>
                </a:solidFill>
                <a:latin typeface="Times New Roman" panose="02020603050405020304" pitchFamily="18" charset="0"/>
                <a:cs typeface="Times New Roman" panose="02020603050405020304" pitchFamily="18" charset="0"/>
              </a:rPr>
              <a:t>díj</a:t>
            </a:r>
            <a:r>
              <a:rPr lang="hu-HU" sz="2000" b="1" i="1" dirty="0">
                <a:solidFill>
                  <a:srgbClr val="00B050"/>
                </a:solidFill>
                <a:latin typeface="Times New Roman" panose="02020603050405020304" pitchFamily="18" charset="0"/>
                <a:cs typeface="Times New Roman" panose="02020603050405020304" pitchFamily="18" charset="0"/>
              </a:rPr>
              <a:t>- </a:t>
            </a:r>
            <a:r>
              <a:rPr lang="hu-HU" sz="2000" b="1" i="1" dirty="0" err="1">
                <a:solidFill>
                  <a:srgbClr val="00B050"/>
                </a:solidFill>
                <a:latin typeface="Times New Roman" panose="02020603050405020304" pitchFamily="18" charset="0"/>
                <a:cs typeface="Times New Roman" panose="02020603050405020304" pitchFamily="18" charset="0"/>
              </a:rPr>
              <a:t>és</a:t>
            </a:r>
            <a:r>
              <a:rPr lang="hu-HU" sz="2000" b="1" i="1" dirty="0">
                <a:solidFill>
                  <a:srgbClr val="00B050"/>
                </a:solidFill>
                <a:latin typeface="Times New Roman" panose="02020603050405020304" pitchFamily="18" charset="0"/>
                <a:cs typeface="Times New Roman" panose="02020603050405020304" pitchFamily="18" charset="0"/>
              </a:rPr>
              <a:t> </a:t>
            </a:r>
            <a:r>
              <a:rPr lang="hu-HU" sz="2000" b="1" i="1" dirty="0" err="1">
                <a:solidFill>
                  <a:srgbClr val="00B050"/>
                </a:solidFill>
                <a:latin typeface="Times New Roman" panose="02020603050405020304" pitchFamily="18" charset="0"/>
                <a:cs typeface="Times New Roman" panose="02020603050405020304" pitchFamily="18" charset="0"/>
              </a:rPr>
              <a:t>illetékmentes</a:t>
            </a:r>
            <a:r>
              <a:rPr lang="hu-HU" sz="2000" b="1" i="1" dirty="0">
                <a:solidFill>
                  <a:srgbClr val="00B050"/>
                </a:solidFill>
                <a:latin typeface="Times New Roman" panose="02020603050405020304" pitchFamily="18" charset="0"/>
                <a:cs typeface="Times New Roman" panose="02020603050405020304" pitchFamily="18" charset="0"/>
              </a:rPr>
              <a:t>. </a:t>
            </a:r>
            <a:endParaRPr lang="hu-HU" sz="2000" dirty="0">
              <a:solidFill>
                <a:srgbClr val="00B050"/>
              </a:solidFill>
              <a:latin typeface="Times New Roman" panose="02020603050405020304" pitchFamily="18" charset="0"/>
              <a:cs typeface="Times New Roman" panose="02020603050405020304" pitchFamily="18" charset="0"/>
            </a:endParaRPr>
          </a:p>
          <a:p>
            <a:endParaRPr lang="hu-HU" dirty="0"/>
          </a:p>
        </p:txBody>
      </p:sp>
    </p:spTree>
    <p:extLst>
      <p:ext uri="{BB962C8B-B14F-4D97-AF65-F5344CB8AC3E}">
        <p14:creationId xmlns:p14="http://schemas.microsoft.com/office/powerpoint/2010/main" val="3258580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Kép 4">
            <a:extLst>
              <a:ext uri="{FF2B5EF4-FFF2-40B4-BE49-F238E27FC236}">
                <a16:creationId xmlns:a16="http://schemas.microsoft.com/office/drawing/2014/main" id="{ABF1649A-78B8-F77B-F9FE-68728367699E}"/>
              </a:ext>
            </a:extLst>
          </p:cNvPr>
          <p:cNvPicPr>
            <a:picLocks noChangeAspect="1"/>
          </p:cNvPicPr>
          <p:nvPr/>
        </p:nvPicPr>
        <p:blipFill>
          <a:blip r:embed="rId2"/>
          <a:srcRect l="8571" t="5568" r="1676" b="4762"/>
          <a:stretch>
            <a:fillRect/>
          </a:stretch>
        </p:blipFill>
        <p:spPr>
          <a:xfrm>
            <a:off x="231309" y="133140"/>
            <a:ext cx="11729382" cy="6591720"/>
          </a:xfrm>
          <a:prstGeom prst="rect">
            <a:avLst/>
          </a:prstGeom>
        </p:spPr>
      </p:pic>
    </p:spTree>
    <p:extLst>
      <p:ext uri="{BB962C8B-B14F-4D97-AF65-F5344CB8AC3E}">
        <p14:creationId xmlns:p14="http://schemas.microsoft.com/office/powerpoint/2010/main" val="1253613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7ABC2CB3-2108-2FA3-D6FD-946CA36CEC1D}"/>
              </a:ext>
            </a:extLst>
          </p:cNvPr>
          <p:cNvSpPr>
            <a:spLocks noGrp="1"/>
          </p:cNvSpPr>
          <p:nvPr>
            <p:ph type="title"/>
          </p:nvPr>
        </p:nvSpPr>
        <p:spPr/>
        <p:txBody>
          <a:bodyPr/>
          <a:lstStyle/>
          <a:p>
            <a:r>
              <a:rPr lang="hu-HU" dirty="0"/>
              <a:t>bankszámlanyitás</a:t>
            </a:r>
          </a:p>
        </p:txBody>
      </p:sp>
      <p:grpSp>
        <p:nvGrpSpPr>
          <p:cNvPr id="9" name="Csoportba foglalás 8">
            <a:extLst>
              <a:ext uri="{FF2B5EF4-FFF2-40B4-BE49-F238E27FC236}">
                <a16:creationId xmlns:a16="http://schemas.microsoft.com/office/drawing/2014/main" id="{A26A8CCB-B561-4EBB-8B51-CF0588026E8B}"/>
              </a:ext>
            </a:extLst>
          </p:cNvPr>
          <p:cNvGrpSpPr/>
          <p:nvPr/>
        </p:nvGrpSpPr>
        <p:grpSpPr>
          <a:xfrm>
            <a:off x="242190" y="1829157"/>
            <a:ext cx="5641974" cy="2386800"/>
            <a:chOff x="0" y="30624"/>
            <a:chExt cx="5641974" cy="2386800"/>
          </a:xfrm>
        </p:grpSpPr>
        <p:sp>
          <p:nvSpPr>
            <p:cNvPr id="13" name="Téglalap: lekerekített 12">
              <a:extLst>
                <a:ext uri="{FF2B5EF4-FFF2-40B4-BE49-F238E27FC236}">
                  <a16:creationId xmlns:a16="http://schemas.microsoft.com/office/drawing/2014/main" id="{5BAB49E5-0437-C522-E443-45E3D4179EE9}"/>
                </a:ext>
              </a:extLst>
            </p:cNvPr>
            <p:cNvSpPr/>
            <p:nvPr/>
          </p:nvSpPr>
          <p:spPr>
            <a:xfrm>
              <a:off x="0" y="30624"/>
              <a:ext cx="5641974" cy="2386800"/>
            </a:xfrm>
            <a:prstGeom prst="round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hu-HU"/>
            </a:p>
          </p:txBody>
        </p:sp>
        <p:sp>
          <p:nvSpPr>
            <p:cNvPr id="14" name="Téglalap: lekerekített 4">
              <a:extLst>
                <a:ext uri="{FF2B5EF4-FFF2-40B4-BE49-F238E27FC236}">
                  <a16:creationId xmlns:a16="http://schemas.microsoft.com/office/drawing/2014/main" id="{8CBACCAF-BA22-FD9B-5574-914653CF2BDB}"/>
                </a:ext>
              </a:extLst>
            </p:cNvPr>
            <p:cNvSpPr txBox="1"/>
            <p:nvPr/>
          </p:nvSpPr>
          <p:spPr>
            <a:xfrm>
              <a:off x="116514" y="147138"/>
              <a:ext cx="5408946" cy="215377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hu-HU" sz="3000" b="1" kern="1200" dirty="0"/>
                <a:t>Az áfa-körbe tartozó egyéni vállalkozónak erre dedikált belföldi pénzforgalmi bankszámlával kell rendelkeznie. </a:t>
              </a:r>
              <a:endParaRPr lang="en-US" sz="3000" kern="1200" dirty="0"/>
            </a:p>
          </p:txBody>
        </p:sp>
      </p:grpSp>
      <p:grpSp>
        <p:nvGrpSpPr>
          <p:cNvPr id="10" name="Csoportba foglalás 9">
            <a:extLst>
              <a:ext uri="{FF2B5EF4-FFF2-40B4-BE49-F238E27FC236}">
                <a16:creationId xmlns:a16="http://schemas.microsoft.com/office/drawing/2014/main" id="{C4B8C3F2-8BCF-1758-4CA7-F07801C93C1E}"/>
              </a:ext>
            </a:extLst>
          </p:cNvPr>
          <p:cNvGrpSpPr/>
          <p:nvPr/>
        </p:nvGrpSpPr>
        <p:grpSpPr>
          <a:xfrm>
            <a:off x="1878292" y="4314229"/>
            <a:ext cx="5641974" cy="2386800"/>
            <a:chOff x="0" y="2503825"/>
            <a:chExt cx="5641974" cy="2386800"/>
          </a:xfrm>
        </p:grpSpPr>
        <p:sp>
          <p:nvSpPr>
            <p:cNvPr id="11" name="Téglalap: lekerekített 10">
              <a:extLst>
                <a:ext uri="{FF2B5EF4-FFF2-40B4-BE49-F238E27FC236}">
                  <a16:creationId xmlns:a16="http://schemas.microsoft.com/office/drawing/2014/main" id="{3183CC1C-6423-B096-E99F-673E0E092159}"/>
                </a:ext>
              </a:extLst>
            </p:cNvPr>
            <p:cNvSpPr/>
            <p:nvPr/>
          </p:nvSpPr>
          <p:spPr>
            <a:xfrm>
              <a:off x="0" y="2503825"/>
              <a:ext cx="5641974" cy="2386800"/>
            </a:xfrm>
            <a:prstGeom prst="roundRect">
              <a:avLst/>
            </a:prstGeom>
          </p:spPr>
          <p:style>
            <a:lnRef idx="2">
              <a:schemeClr val="lt1">
                <a:hueOff val="0"/>
                <a:satOff val="0"/>
                <a:lumOff val="0"/>
                <a:alphaOff val="0"/>
              </a:schemeClr>
            </a:lnRef>
            <a:fillRef idx="1">
              <a:schemeClr val="accent2">
                <a:hueOff val="-1323373"/>
                <a:satOff val="1492"/>
                <a:lumOff val="3530"/>
                <a:alphaOff val="0"/>
              </a:schemeClr>
            </a:fillRef>
            <a:effectRef idx="0">
              <a:schemeClr val="accent2">
                <a:hueOff val="-1323373"/>
                <a:satOff val="1492"/>
                <a:lumOff val="3530"/>
                <a:alphaOff val="0"/>
              </a:schemeClr>
            </a:effectRef>
            <a:fontRef idx="minor">
              <a:schemeClr val="lt1"/>
            </a:fontRef>
          </p:style>
          <p:txBody>
            <a:bodyPr/>
            <a:lstStyle/>
            <a:p>
              <a:endParaRPr lang="hu-HU"/>
            </a:p>
          </p:txBody>
        </p:sp>
        <p:sp>
          <p:nvSpPr>
            <p:cNvPr id="12" name="Téglalap: lekerekített 6">
              <a:extLst>
                <a:ext uri="{FF2B5EF4-FFF2-40B4-BE49-F238E27FC236}">
                  <a16:creationId xmlns:a16="http://schemas.microsoft.com/office/drawing/2014/main" id="{0AAC0D71-B88E-51D9-3700-3CBBC8C748B9}"/>
                </a:ext>
              </a:extLst>
            </p:cNvPr>
            <p:cNvSpPr txBox="1"/>
            <p:nvPr/>
          </p:nvSpPr>
          <p:spPr>
            <a:xfrm>
              <a:off x="116514" y="2620339"/>
              <a:ext cx="5408946" cy="215377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hu-HU" sz="3000" kern="1200" dirty="0"/>
                <a:t>Nem áfa-körös </a:t>
              </a:r>
              <a:r>
                <a:rPr lang="hu-HU" sz="3000" kern="1200" dirty="0" err="1"/>
                <a:t>e.v</a:t>
              </a:r>
              <a:r>
                <a:rPr lang="hu-HU" sz="3000" kern="1200" dirty="0"/>
                <a:t>. akár lakossági bankszámlát is használhat – kedvezőbb feltételek, alacsonyabb költség.</a:t>
              </a:r>
              <a:endParaRPr lang="en-US" sz="3000" kern="1200" dirty="0"/>
            </a:p>
          </p:txBody>
        </p:sp>
      </p:grpSp>
      <p:pic>
        <p:nvPicPr>
          <p:cNvPr id="16" name="Kép 15" descr="Malacperem illusztrációja">
            <a:extLst>
              <a:ext uri="{FF2B5EF4-FFF2-40B4-BE49-F238E27FC236}">
                <a16:creationId xmlns:a16="http://schemas.microsoft.com/office/drawing/2014/main" id="{56293979-F5AB-4493-44B9-AF1B5571E5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8436" y="0"/>
            <a:ext cx="4573564" cy="6858000"/>
          </a:xfrm>
          <a:prstGeom prst="rect">
            <a:avLst/>
          </a:prstGeom>
        </p:spPr>
      </p:pic>
    </p:spTree>
    <p:extLst>
      <p:ext uri="{BB962C8B-B14F-4D97-AF65-F5344CB8AC3E}">
        <p14:creationId xmlns:p14="http://schemas.microsoft.com/office/powerpoint/2010/main" val="2509079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DBD8E5EC-AC90-6B32-83A8-1195162EE890}"/>
              </a:ext>
            </a:extLst>
          </p:cNvPr>
          <p:cNvSpPr>
            <a:spLocks noGrp="1"/>
          </p:cNvSpPr>
          <p:nvPr>
            <p:ph type="title"/>
          </p:nvPr>
        </p:nvSpPr>
        <p:spPr/>
        <p:txBody>
          <a:bodyPr/>
          <a:lstStyle/>
          <a:p>
            <a:r>
              <a:rPr lang="hu-HU" dirty="0"/>
              <a:t>engedély</a:t>
            </a:r>
          </a:p>
        </p:txBody>
      </p:sp>
      <p:sp>
        <p:nvSpPr>
          <p:cNvPr id="3" name="Tartalom helye 2">
            <a:extLst>
              <a:ext uri="{FF2B5EF4-FFF2-40B4-BE49-F238E27FC236}">
                <a16:creationId xmlns:a16="http://schemas.microsoft.com/office/drawing/2014/main" id="{C9E29132-A042-375E-8E3F-CBC1B0A40E39}"/>
              </a:ext>
            </a:extLst>
          </p:cNvPr>
          <p:cNvSpPr>
            <a:spLocks noGrp="1"/>
          </p:cNvSpPr>
          <p:nvPr>
            <p:ph idx="1"/>
          </p:nvPr>
        </p:nvSpPr>
        <p:spPr>
          <a:xfrm>
            <a:off x="1024128" y="2286000"/>
            <a:ext cx="4904399" cy="4023360"/>
          </a:xfrm>
        </p:spPr>
        <p:txBody>
          <a:bodyPr>
            <a:normAutofit lnSpcReduction="10000"/>
          </a:bodyPr>
          <a:lstStyle/>
          <a:p>
            <a:pPr marL="0" indent="0">
              <a:buNone/>
            </a:pPr>
            <a:r>
              <a:rPr lang="hu-HU" sz="2000" b="1" dirty="0">
                <a:latin typeface="Times New Roman" panose="02020603050405020304" pitchFamily="18" charset="0"/>
                <a:cs typeface="Times New Roman" panose="02020603050405020304" pitchFamily="18" charset="0"/>
              </a:rPr>
              <a:t>Ha valamely </a:t>
            </a:r>
            <a:r>
              <a:rPr lang="hu-HU" sz="2000" b="1" dirty="0" err="1">
                <a:latin typeface="Times New Roman" panose="02020603050405020304" pitchFamily="18" charset="0"/>
                <a:cs typeface="Times New Roman" panose="02020603050405020304" pitchFamily="18" charset="0"/>
              </a:rPr>
              <a:t>gazdasági</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tevékenység</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gyakorlását</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jogszabály</a:t>
            </a:r>
            <a:r>
              <a:rPr lang="hu-HU" sz="2000" b="1" dirty="0">
                <a:latin typeface="Times New Roman" panose="02020603050405020304" pitchFamily="18" charset="0"/>
                <a:cs typeface="Times New Roman" panose="02020603050405020304" pitchFamily="18" charset="0"/>
              </a:rPr>
              <a:t> </a:t>
            </a:r>
            <a:r>
              <a:rPr lang="hu-HU" sz="2000" b="1" dirty="0" err="1">
                <a:solidFill>
                  <a:schemeClr val="accent3"/>
                </a:solidFill>
                <a:latin typeface="Times New Roman" panose="02020603050405020304" pitchFamily="18" charset="0"/>
                <a:cs typeface="Times New Roman" panose="02020603050405020304" pitchFamily="18" charset="0"/>
              </a:rPr>
              <a:t>hatósági</a:t>
            </a:r>
            <a:r>
              <a:rPr lang="hu-HU" sz="2000" b="1" dirty="0">
                <a:solidFill>
                  <a:schemeClr val="accent3"/>
                </a:solidFill>
                <a:latin typeface="Times New Roman" panose="02020603050405020304" pitchFamily="18" charset="0"/>
                <a:cs typeface="Times New Roman" panose="02020603050405020304" pitchFamily="18" charset="0"/>
              </a:rPr>
              <a:t> </a:t>
            </a:r>
            <a:r>
              <a:rPr lang="hu-HU" sz="2000" b="1" dirty="0" err="1">
                <a:solidFill>
                  <a:schemeClr val="accent3"/>
                </a:solidFill>
                <a:latin typeface="Times New Roman" panose="02020603050405020304" pitchFamily="18" charset="0"/>
                <a:cs typeface="Times New Roman" panose="02020603050405020304" pitchFamily="18" charset="0"/>
              </a:rPr>
              <a:t>engedély</a:t>
            </a:r>
            <a:r>
              <a:rPr lang="hu-HU" sz="2000" b="1" dirty="0" err="1">
                <a:latin typeface="Times New Roman" panose="02020603050405020304" pitchFamily="18" charset="0"/>
                <a:cs typeface="Times New Roman" panose="02020603050405020304" pitchFamily="18" charset="0"/>
              </a:rPr>
              <a:t>hez</a:t>
            </a:r>
            <a:r>
              <a:rPr lang="hu-HU" sz="2000" b="1" dirty="0">
                <a:latin typeface="Times New Roman" panose="02020603050405020304" pitchFamily="18" charset="0"/>
                <a:cs typeface="Times New Roman" panose="02020603050405020304" pitchFamily="18" charset="0"/>
              </a:rPr>
              <a:t> köti, akkor az </a:t>
            </a:r>
            <a:r>
              <a:rPr lang="hu-HU" sz="2000" b="1" dirty="0" err="1">
                <a:latin typeface="Times New Roman" panose="02020603050405020304" pitchFamily="18" charset="0"/>
                <a:cs typeface="Times New Roman" panose="02020603050405020304" pitchFamily="18" charset="0"/>
              </a:rPr>
              <a:t>egyéni</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vállalkozó</a:t>
            </a:r>
            <a:r>
              <a:rPr lang="hu-HU" sz="2000" b="1" dirty="0">
                <a:latin typeface="Times New Roman" panose="02020603050405020304" pitchFamily="18" charset="0"/>
                <a:cs typeface="Times New Roman" panose="02020603050405020304" pitchFamily="18" charset="0"/>
              </a:rPr>
              <a:t> csak a </a:t>
            </a:r>
            <a:r>
              <a:rPr lang="hu-HU" sz="2000" b="1" dirty="0" err="1">
                <a:latin typeface="Times New Roman" panose="02020603050405020304" pitchFamily="18" charset="0"/>
                <a:cs typeface="Times New Roman" panose="02020603050405020304" pitchFamily="18" charset="0"/>
              </a:rPr>
              <a:t>szükséges</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engedély</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birtokában</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végezheti</a:t>
            </a:r>
            <a:r>
              <a:rPr lang="hu-HU" sz="2000" b="1" dirty="0">
                <a:latin typeface="Times New Roman" panose="02020603050405020304" pitchFamily="18" charset="0"/>
                <a:cs typeface="Times New Roman" panose="02020603050405020304" pitchFamily="18" charset="0"/>
              </a:rPr>
              <a:t> </a:t>
            </a:r>
            <a:endParaRPr lang="hu-HU" sz="2000" dirty="0">
              <a:latin typeface="Times New Roman" panose="02020603050405020304" pitchFamily="18" charset="0"/>
              <a:cs typeface="Times New Roman" panose="02020603050405020304" pitchFamily="18" charset="0"/>
            </a:endParaRPr>
          </a:p>
          <a:p>
            <a:pPr marL="0" indent="0">
              <a:buNone/>
            </a:pPr>
            <a:r>
              <a:rPr lang="hu-HU" sz="2000"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engedély</a:t>
            </a:r>
            <a:r>
              <a:rPr lang="hu-HU" sz="2000" b="1" dirty="0">
                <a:latin typeface="Times New Roman" panose="02020603050405020304" pitchFamily="18" charset="0"/>
                <a:cs typeface="Times New Roman" panose="02020603050405020304" pitchFamily="18" charset="0"/>
              </a:rPr>
              <a:t> köteles </a:t>
            </a:r>
            <a:r>
              <a:rPr lang="hu-HU" sz="2000" b="1" dirty="0" err="1">
                <a:latin typeface="Times New Roman" panose="02020603050405020304" pitchFamily="18" charset="0"/>
                <a:cs typeface="Times New Roman" panose="02020603050405020304" pitchFamily="18" charset="0"/>
              </a:rPr>
              <a:t>tevékenységet</a:t>
            </a:r>
            <a:r>
              <a:rPr lang="hu-HU" sz="2000" b="1" dirty="0">
                <a:latin typeface="Times New Roman" panose="02020603050405020304" pitchFamily="18" charset="0"/>
                <a:cs typeface="Times New Roman" panose="02020603050405020304" pitchFamily="18" charset="0"/>
              </a:rPr>
              <a:t> az </a:t>
            </a:r>
            <a:r>
              <a:rPr lang="hu-HU" sz="2000" b="1" dirty="0" err="1">
                <a:latin typeface="Times New Roman" panose="02020603050405020304" pitchFamily="18" charset="0"/>
                <a:cs typeface="Times New Roman" panose="02020603050405020304" pitchFamily="18" charset="0"/>
              </a:rPr>
              <a:t>egyéni</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vállalkozási</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tevékenység</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megkezdését</a:t>
            </a:r>
            <a:r>
              <a:rPr lang="hu-HU" sz="2000" b="1" dirty="0">
                <a:latin typeface="Times New Roman" panose="02020603050405020304" pitchFamily="18" charset="0"/>
                <a:cs typeface="Times New Roman" panose="02020603050405020304" pitchFamily="18" charset="0"/>
              </a:rPr>
              <a:t> követően is lehet folytatni </a:t>
            </a:r>
            <a:endParaRPr lang="hu-HU" sz="2000" dirty="0">
              <a:latin typeface="Times New Roman" panose="02020603050405020304" pitchFamily="18" charset="0"/>
              <a:cs typeface="Times New Roman" panose="02020603050405020304" pitchFamily="18" charset="0"/>
            </a:endParaRPr>
          </a:p>
          <a:p>
            <a:pPr marL="0" indent="0">
              <a:buNone/>
            </a:pPr>
            <a:r>
              <a:rPr lang="hu-HU" sz="2000" dirty="0">
                <a:latin typeface="Times New Roman" panose="02020603050405020304" pitchFamily="18" charset="0"/>
                <a:cs typeface="Times New Roman" panose="02020603050405020304" pitchFamily="18" charset="0"/>
              </a:rPr>
              <a:t>-  </a:t>
            </a:r>
            <a:r>
              <a:rPr lang="hu-HU" sz="2000" b="1" dirty="0">
                <a:latin typeface="Times New Roman" panose="02020603050405020304" pitchFamily="18" charset="0"/>
                <a:cs typeface="Times New Roman" panose="02020603050405020304" pitchFamily="18" charset="0"/>
              </a:rPr>
              <a:t>az </a:t>
            </a:r>
            <a:r>
              <a:rPr lang="hu-HU" sz="2000" b="1" dirty="0" err="1">
                <a:latin typeface="Times New Roman" panose="02020603050405020304" pitchFamily="18" charset="0"/>
                <a:cs typeface="Times New Roman" panose="02020603050405020304" pitchFamily="18" charset="0"/>
              </a:rPr>
              <a:t>egyéni</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vállalkozó</a:t>
            </a:r>
            <a:r>
              <a:rPr lang="hu-HU" sz="2000" b="1" dirty="0">
                <a:latin typeface="Times New Roman" panose="02020603050405020304" pitchFamily="18" charset="0"/>
                <a:cs typeface="Times New Roman" panose="02020603050405020304" pitchFamily="18" charset="0"/>
              </a:rPr>
              <a:t> az adataira </a:t>
            </a:r>
            <a:r>
              <a:rPr lang="hu-HU" sz="2000" b="1" dirty="0" err="1">
                <a:latin typeface="Times New Roman" panose="02020603050405020304" pitchFamily="18" charset="0"/>
                <a:cs typeface="Times New Roman" panose="02020603050405020304" pitchFamily="18" charset="0"/>
              </a:rPr>
              <a:t>vonatkozóan</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előírt</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változásbejegyzés</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bejelentési</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kötelezettségének</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már</a:t>
            </a:r>
            <a:r>
              <a:rPr lang="hu-HU" sz="2000" b="1" dirty="0">
                <a:latin typeface="Times New Roman" panose="02020603050405020304" pitchFamily="18" charset="0"/>
                <a:cs typeface="Times New Roman" panose="02020603050405020304" pitchFamily="18" charset="0"/>
              </a:rPr>
              <a:t> az </a:t>
            </a:r>
            <a:r>
              <a:rPr lang="hu-HU" sz="2000" b="1" dirty="0" err="1">
                <a:latin typeface="Times New Roman" panose="02020603050405020304" pitchFamily="18" charset="0"/>
                <a:cs typeface="Times New Roman" panose="02020603050405020304" pitchFamily="18" charset="0"/>
              </a:rPr>
              <a:t>engedély</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kiadása</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iránti</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kérelem</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benyújtásával</a:t>
            </a:r>
            <a:r>
              <a:rPr lang="hu-HU" sz="2000" b="1" dirty="0">
                <a:latin typeface="Times New Roman" panose="02020603050405020304" pitchFamily="18" charset="0"/>
                <a:cs typeface="Times New Roman" panose="02020603050405020304" pitchFamily="18" charset="0"/>
              </a:rPr>
              <a:t> eleget tesz. </a:t>
            </a:r>
            <a:endParaRPr lang="hu-HU" sz="2000" dirty="0">
              <a:latin typeface="Times New Roman" panose="02020603050405020304" pitchFamily="18" charset="0"/>
              <a:cs typeface="Times New Roman" panose="02020603050405020304" pitchFamily="18" charset="0"/>
            </a:endParaRPr>
          </a:p>
          <a:p>
            <a:endParaRPr lang="hu-HU" dirty="0"/>
          </a:p>
        </p:txBody>
      </p:sp>
      <p:pic>
        <p:nvPicPr>
          <p:cNvPr id="5" name="Kép 4">
            <a:extLst>
              <a:ext uri="{FF2B5EF4-FFF2-40B4-BE49-F238E27FC236}">
                <a16:creationId xmlns:a16="http://schemas.microsoft.com/office/drawing/2014/main" id="{26A48A61-6A70-B5E1-C69F-E219A36EE97A}"/>
              </a:ext>
            </a:extLst>
          </p:cNvPr>
          <p:cNvPicPr>
            <a:picLocks noChangeAspect="1"/>
          </p:cNvPicPr>
          <p:nvPr/>
        </p:nvPicPr>
        <p:blipFill>
          <a:blip r:embed="rId3"/>
          <a:srcRect l="17308" t="5128" r="38434" b="6080"/>
          <a:stretch>
            <a:fillRect/>
          </a:stretch>
        </p:blipFill>
        <p:spPr>
          <a:xfrm>
            <a:off x="6096000" y="-21285"/>
            <a:ext cx="6096000" cy="6879285"/>
          </a:xfrm>
          <a:prstGeom prst="rect">
            <a:avLst/>
          </a:prstGeom>
        </p:spPr>
      </p:pic>
    </p:spTree>
    <p:extLst>
      <p:ext uri="{BB962C8B-B14F-4D97-AF65-F5344CB8AC3E}">
        <p14:creationId xmlns:p14="http://schemas.microsoft.com/office/powerpoint/2010/main" val="3954112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170F1EC-016E-0FB8-38C7-E7BEC8D67D12}"/>
              </a:ext>
            </a:extLst>
          </p:cNvPr>
          <p:cNvSpPr>
            <a:spLocks noGrp="1"/>
          </p:cNvSpPr>
          <p:nvPr>
            <p:ph type="title"/>
          </p:nvPr>
        </p:nvSpPr>
        <p:spPr/>
        <p:txBody>
          <a:bodyPr/>
          <a:lstStyle/>
          <a:p>
            <a:r>
              <a:rPr lang="hu-HU" dirty="0"/>
              <a:t>képesítés</a:t>
            </a:r>
          </a:p>
        </p:txBody>
      </p:sp>
      <p:sp>
        <p:nvSpPr>
          <p:cNvPr id="3" name="Tartalom helye 2">
            <a:extLst>
              <a:ext uri="{FF2B5EF4-FFF2-40B4-BE49-F238E27FC236}">
                <a16:creationId xmlns:a16="http://schemas.microsoft.com/office/drawing/2014/main" id="{C8F189D8-E7B3-1BE0-DF90-92C495D77EE1}"/>
              </a:ext>
            </a:extLst>
          </p:cNvPr>
          <p:cNvSpPr>
            <a:spLocks noGrp="1"/>
          </p:cNvSpPr>
          <p:nvPr>
            <p:ph idx="1"/>
          </p:nvPr>
        </p:nvSpPr>
        <p:spPr/>
        <p:txBody>
          <a:bodyPr/>
          <a:lstStyle/>
          <a:p>
            <a:pPr marL="0" indent="0">
              <a:buNone/>
            </a:pPr>
            <a:r>
              <a:rPr lang="hu-HU" sz="2000" b="1" dirty="0" err="1">
                <a:latin typeface="Times New Roman" panose="02020603050405020304" pitchFamily="18" charset="0"/>
                <a:cs typeface="Times New Roman" panose="02020603050405020304" pitchFamily="18" charset="0"/>
              </a:rPr>
              <a:t>Képesítéshez</a:t>
            </a:r>
            <a:r>
              <a:rPr lang="hu-HU" sz="2000" b="1" dirty="0">
                <a:latin typeface="Times New Roman" panose="02020603050405020304" pitchFamily="18" charset="0"/>
                <a:cs typeface="Times New Roman" panose="02020603050405020304" pitchFamily="18" charset="0"/>
              </a:rPr>
              <a:t> kötött </a:t>
            </a:r>
            <a:r>
              <a:rPr lang="hu-HU" sz="2000" b="1" dirty="0" err="1">
                <a:latin typeface="Times New Roman" panose="02020603050405020304" pitchFamily="18" charset="0"/>
                <a:cs typeface="Times New Roman" panose="02020603050405020304" pitchFamily="18" charset="0"/>
              </a:rPr>
              <a:t>tevékenységet</a:t>
            </a:r>
            <a:r>
              <a:rPr lang="hu-HU" sz="2000" b="1" dirty="0">
                <a:latin typeface="Times New Roman" panose="02020603050405020304" pitchFamily="18" charset="0"/>
                <a:cs typeface="Times New Roman" panose="02020603050405020304" pitchFamily="18" charset="0"/>
              </a:rPr>
              <a:t> az </a:t>
            </a:r>
            <a:r>
              <a:rPr lang="hu-HU" sz="2000" b="1" dirty="0" err="1">
                <a:latin typeface="Times New Roman" panose="02020603050405020304" pitchFamily="18" charset="0"/>
                <a:cs typeface="Times New Roman" panose="02020603050405020304" pitchFamily="18" charset="0"/>
              </a:rPr>
              <a:t>egyéni</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vállalkozó</a:t>
            </a:r>
            <a:r>
              <a:rPr lang="hu-HU" sz="2000" b="1" dirty="0">
                <a:latin typeface="Times New Roman" panose="02020603050405020304" pitchFamily="18" charset="0"/>
                <a:cs typeface="Times New Roman" panose="02020603050405020304" pitchFamily="18" charset="0"/>
              </a:rPr>
              <a:t> csak akkor folytathatja: </a:t>
            </a:r>
            <a:endParaRPr lang="hu-HU" sz="2000" dirty="0">
              <a:latin typeface="Times New Roman" panose="02020603050405020304" pitchFamily="18" charset="0"/>
              <a:cs typeface="Times New Roman" panose="02020603050405020304" pitchFamily="18" charset="0"/>
            </a:endParaRPr>
          </a:p>
          <a:p>
            <a:pPr marL="0" indent="0">
              <a:buNone/>
            </a:pPr>
            <a:r>
              <a:rPr lang="hu-HU" sz="2000" b="1" dirty="0">
                <a:latin typeface="Times New Roman" panose="02020603050405020304" pitchFamily="18" charset="0"/>
                <a:cs typeface="Times New Roman" panose="02020603050405020304" pitchFamily="18" charset="0"/>
              </a:rPr>
              <a:t>- ha a </a:t>
            </a:r>
            <a:r>
              <a:rPr lang="hu-HU" sz="2000" b="1" dirty="0" err="1">
                <a:latin typeface="Times New Roman" panose="02020603050405020304" pitchFamily="18" charset="0"/>
                <a:cs typeface="Times New Roman" panose="02020603050405020304" pitchFamily="18" charset="0"/>
              </a:rPr>
              <a:t>jogszabályban</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meghatározott</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képesítéssel</a:t>
            </a:r>
            <a:r>
              <a:rPr lang="hu-HU" sz="2000" b="1" dirty="0">
                <a:latin typeface="Times New Roman" panose="02020603050405020304" pitchFamily="18" charset="0"/>
                <a:cs typeface="Times New Roman" panose="02020603050405020304" pitchFamily="18" charset="0"/>
              </a:rPr>
              <a:t> maga rendelkezik, </a:t>
            </a:r>
            <a:endParaRPr lang="hu-HU" sz="2000" dirty="0">
              <a:latin typeface="Times New Roman" panose="02020603050405020304" pitchFamily="18" charset="0"/>
              <a:cs typeface="Times New Roman" panose="02020603050405020304" pitchFamily="18" charset="0"/>
            </a:endParaRPr>
          </a:p>
          <a:p>
            <a:pPr marL="0" indent="0">
              <a:buNone/>
            </a:pPr>
            <a:r>
              <a:rPr lang="hu-HU" sz="2000" b="1" dirty="0">
                <a:latin typeface="Times New Roman" panose="02020603050405020304" pitchFamily="18" charset="0"/>
                <a:cs typeface="Times New Roman" panose="02020603050405020304" pitchFamily="18" charset="0"/>
              </a:rPr>
              <a:t>- vagy olyan </a:t>
            </a:r>
            <a:r>
              <a:rPr lang="hu-HU" sz="2000" b="1" dirty="0" err="1">
                <a:latin typeface="Times New Roman" panose="02020603050405020304" pitchFamily="18" charset="0"/>
                <a:cs typeface="Times New Roman" panose="02020603050405020304" pitchFamily="18" charset="0"/>
              </a:rPr>
              <a:t>személyesen</a:t>
            </a:r>
            <a:r>
              <a:rPr lang="hu-HU" sz="2000" b="1" dirty="0">
                <a:latin typeface="Times New Roman" panose="02020603050405020304" pitchFamily="18" charset="0"/>
                <a:cs typeface="Times New Roman" panose="02020603050405020304" pitchFamily="18" charset="0"/>
              </a:rPr>
              <a:t> közreműködő </a:t>
            </a:r>
            <a:r>
              <a:rPr lang="hu-HU" sz="2000" b="1" dirty="0" err="1">
                <a:latin typeface="Times New Roman" panose="02020603050405020304" pitchFamily="18" charset="0"/>
                <a:cs typeface="Times New Roman" panose="02020603050405020304" pitchFamily="18" charset="0"/>
              </a:rPr>
              <a:t>személyt</a:t>
            </a:r>
            <a:r>
              <a:rPr lang="hu-HU" sz="2000" b="1" dirty="0">
                <a:latin typeface="Times New Roman" panose="02020603050405020304" pitchFamily="18" charset="0"/>
                <a:cs typeface="Times New Roman" panose="02020603050405020304" pitchFamily="18" charset="0"/>
              </a:rPr>
              <a:t> foglalkoztat </a:t>
            </a:r>
            <a:r>
              <a:rPr lang="hu-HU" sz="2000" b="1" dirty="0" err="1">
                <a:latin typeface="Times New Roman" panose="02020603050405020304" pitchFamily="18" charset="0"/>
                <a:cs typeface="Times New Roman" panose="02020603050405020304" pitchFamily="18" charset="0"/>
              </a:rPr>
              <a:t>határozatlan</a:t>
            </a:r>
            <a:r>
              <a:rPr lang="hu-HU" sz="2000" b="1" dirty="0">
                <a:latin typeface="Times New Roman" panose="02020603050405020304" pitchFamily="18" charset="0"/>
                <a:cs typeface="Times New Roman" panose="02020603050405020304" pitchFamily="18" charset="0"/>
              </a:rPr>
              <a:t> időre, aki az </a:t>
            </a:r>
            <a:r>
              <a:rPr lang="hu-HU" sz="2000" b="1" dirty="0" err="1">
                <a:latin typeface="Times New Roman" panose="02020603050405020304" pitchFamily="18" charset="0"/>
                <a:cs typeface="Times New Roman" panose="02020603050405020304" pitchFamily="18" charset="0"/>
              </a:rPr>
              <a:t>előírt</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képesítéssel</a:t>
            </a:r>
            <a:r>
              <a:rPr lang="hu-HU" sz="2000" b="1" dirty="0">
                <a:latin typeface="Times New Roman" panose="02020603050405020304" pitchFamily="18" charset="0"/>
                <a:cs typeface="Times New Roman" panose="02020603050405020304" pitchFamily="18" charset="0"/>
              </a:rPr>
              <a:t> rendelkezik. </a:t>
            </a:r>
            <a:endParaRPr lang="hu-HU" sz="2000" dirty="0">
              <a:latin typeface="Times New Roman" panose="02020603050405020304" pitchFamily="18" charset="0"/>
              <a:cs typeface="Times New Roman" panose="02020603050405020304" pitchFamily="18" charset="0"/>
            </a:endParaRPr>
          </a:p>
          <a:p>
            <a:endParaRPr lang="hu-HU" dirty="0"/>
          </a:p>
        </p:txBody>
      </p:sp>
    </p:spTree>
    <p:extLst>
      <p:ext uri="{BB962C8B-B14F-4D97-AF65-F5344CB8AC3E}">
        <p14:creationId xmlns:p14="http://schemas.microsoft.com/office/powerpoint/2010/main" val="3114187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4E7BCA64-6F77-2AF0-9B8E-2D4CB5FCE5C0}"/>
              </a:ext>
            </a:extLst>
          </p:cNvPr>
          <p:cNvSpPr>
            <a:spLocks noGrp="1"/>
          </p:cNvSpPr>
          <p:nvPr>
            <p:ph type="title"/>
          </p:nvPr>
        </p:nvSpPr>
        <p:spPr/>
        <p:txBody>
          <a:bodyPr/>
          <a:lstStyle/>
          <a:p>
            <a:r>
              <a:rPr lang="hu-HU" dirty="0"/>
              <a:t>Egyéni vállalkozás szüneteltetése</a:t>
            </a:r>
          </a:p>
        </p:txBody>
      </p:sp>
      <p:sp>
        <p:nvSpPr>
          <p:cNvPr id="3" name="Tartalom helye 2">
            <a:extLst>
              <a:ext uri="{FF2B5EF4-FFF2-40B4-BE49-F238E27FC236}">
                <a16:creationId xmlns:a16="http://schemas.microsoft.com/office/drawing/2014/main" id="{B59D7E1D-6CEC-1F89-35A0-E1E6BF3F3F68}"/>
              </a:ext>
            </a:extLst>
          </p:cNvPr>
          <p:cNvSpPr>
            <a:spLocks noGrp="1"/>
          </p:cNvSpPr>
          <p:nvPr>
            <p:ph idx="1"/>
          </p:nvPr>
        </p:nvSpPr>
        <p:spPr>
          <a:xfrm>
            <a:off x="813915" y="1869322"/>
            <a:ext cx="10808556" cy="4688378"/>
          </a:xfrm>
        </p:spPr>
        <p:txBody>
          <a:bodyPr>
            <a:normAutofit fontScale="77500" lnSpcReduction="20000"/>
          </a:bodyPr>
          <a:lstStyle/>
          <a:p>
            <a:r>
              <a:rPr lang="hu-HU" dirty="0"/>
              <a:t>Ki szüneteltetheti?</a:t>
            </a:r>
          </a:p>
          <a:p>
            <a:r>
              <a:rPr lang="hu-HU" dirty="0">
                <a:sym typeface="Wingdings" panose="05000000000000000000" pitchFamily="2" charset="2"/>
              </a:rPr>
              <a:t> </a:t>
            </a:r>
            <a:r>
              <a:rPr lang="hu-HU" dirty="0"/>
              <a:t>Aki egyéni vállalkozói tevékenységet folytat, azaz már működő egyéni vállalkozó.</a:t>
            </a:r>
          </a:p>
          <a:p>
            <a:endParaRPr lang="hu-HU" dirty="0"/>
          </a:p>
          <a:p>
            <a:r>
              <a:rPr lang="hu-HU" dirty="0"/>
              <a:t>Ügyintézés:</a:t>
            </a:r>
          </a:p>
          <a:p>
            <a:r>
              <a:rPr lang="hu-HU" dirty="0"/>
              <a:t>elektronikus úton, a Vállalkozói Ügysegéddel,</a:t>
            </a:r>
          </a:p>
          <a:p>
            <a:r>
              <a:rPr lang="hu-HU" dirty="0"/>
              <a:t>telefonon, a NAV Infóvonalán.</a:t>
            </a:r>
          </a:p>
          <a:p>
            <a:endParaRPr lang="hu-HU" dirty="0"/>
          </a:p>
          <a:p>
            <a:r>
              <a:rPr lang="hu-HU" dirty="0"/>
              <a:t>A szüneteltetés bejelentése díj- és illetékmentes</a:t>
            </a:r>
          </a:p>
          <a:p>
            <a:r>
              <a:rPr lang="hu-HU" dirty="0"/>
              <a:t>Az egyéni vállalkozói tevékenység </a:t>
            </a:r>
            <a:r>
              <a:rPr lang="hu-HU" dirty="0">
                <a:solidFill>
                  <a:srgbClr val="00B050"/>
                </a:solidFill>
              </a:rPr>
              <a:t>minimum 1 hónapig és legfeljebb 3 évig </a:t>
            </a:r>
            <a:r>
              <a:rPr lang="hu-HU" dirty="0"/>
              <a:t>szüneteltethető.</a:t>
            </a:r>
          </a:p>
          <a:p>
            <a:r>
              <a:rPr lang="hu-HU" dirty="0"/>
              <a:t>A tevékenység legkorábban a bejelentést követő naptól szünetelhet. A szünetelés kezdőnapja nem lehet korábbi a bejelentést követő napnál, </a:t>
            </a:r>
            <a:r>
              <a:rPr lang="hu-HU" b="1" dirty="0"/>
              <a:t>és a bejelentés után nem módosítható.</a:t>
            </a:r>
          </a:p>
          <a:p>
            <a:r>
              <a:rPr lang="hu-HU" dirty="0"/>
              <a:t>Ha a vállalkozó a szünetelés kezdő napja után 3 éven belül nem jelenti be a tevékenység folytatását vagy megszüntetését, akkor a 3 év elteltét követő napon megszűnik az egyéni vállalkozói tevékenységre való jogosultsága, és a NAV a 3 év elteltét követő nappal törli az egyéni vállalkozók nyilvántartásából.</a:t>
            </a:r>
          </a:p>
        </p:txBody>
      </p:sp>
      <p:pic>
        <p:nvPicPr>
          <p:cNvPr id="6" name="Ábra 5" descr="Szünet egyszínű kitöltéssel">
            <a:extLst>
              <a:ext uri="{FF2B5EF4-FFF2-40B4-BE49-F238E27FC236}">
                <a16:creationId xmlns:a16="http://schemas.microsoft.com/office/drawing/2014/main" id="{6D40EF79-B318-7192-D368-2A41D494737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89426" y="300300"/>
            <a:ext cx="914400" cy="914400"/>
          </a:xfrm>
          <a:prstGeom prst="rect">
            <a:avLst/>
          </a:prstGeom>
        </p:spPr>
      </p:pic>
    </p:spTree>
    <p:extLst>
      <p:ext uri="{BB962C8B-B14F-4D97-AF65-F5344CB8AC3E}">
        <p14:creationId xmlns:p14="http://schemas.microsoft.com/office/powerpoint/2010/main" val="3801322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4E402C3-D2FC-83C3-C5D3-2515CF85C288}"/>
              </a:ext>
            </a:extLst>
          </p:cNvPr>
          <p:cNvSpPr>
            <a:spLocks noGrp="1"/>
          </p:cNvSpPr>
          <p:nvPr>
            <p:ph type="title"/>
          </p:nvPr>
        </p:nvSpPr>
        <p:spPr/>
        <p:txBody>
          <a:bodyPr/>
          <a:lstStyle/>
          <a:p>
            <a:r>
              <a:rPr lang="hu-HU" dirty="0"/>
              <a:t>megszűnés</a:t>
            </a:r>
          </a:p>
        </p:txBody>
      </p:sp>
      <p:sp>
        <p:nvSpPr>
          <p:cNvPr id="3" name="Tartalom helye 2">
            <a:extLst>
              <a:ext uri="{FF2B5EF4-FFF2-40B4-BE49-F238E27FC236}">
                <a16:creationId xmlns:a16="http://schemas.microsoft.com/office/drawing/2014/main" id="{2E90777A-AE95-122A-ED49-9AB632975AF6}"/>
              </a:ext>
            </a:extLst>
          </p:cNvPr>
          <p:cNvSpPr>
            <a:spLocks noGrp="1"/>
          </p:cNvSpPr>
          <p:nvPr>
            <p:ph idx="1"/>
          </p:nvPr>
        </p:nvSpPr>
        <p:spPr/>
        <p:txBody>
          <a:bodyPr/>
          <a:lstStyle/>
          <a:p>
            <a:pPr marL="0" indent="0">
              <a:buNone/>
            </a:pPr>
            <a:r>
              <a:rPr lang="hu-HU" sz="2000" b="1" dirty="0">
                <a:latin typeface="Times New Roman" panose="02020603050405020304" pitchFamily="18" charset="0"/>
                <a:cs typeface="Times New Roman" panose="02020603050405020304" pitchFamily="18" charset="0"/>
              </a:rPr>
              <a:t>Az </a:t>
            </a:r>
            <a:r>
              <a:rPr lang="hu-HU" sz="2000" b="1" dirty="0" err="1">
                <a:latin typeface="Times New Roman" panose="02020603050405020304" pitchFamily="18" charset="0"/>
                <a:cs typeface="Times New Roman" panose="02020603050405020304" pitchFamily="18" charset="0"/>
              </a:rPr>
              <a:t>egyéni</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vállalkozói</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tevékenység</a:t>
            </a:r>
            <a:r>
              <a:rPr lang="hu-HU" sz="2000" b="1" dirty="0">
                <a:latin typeface="Times New Roman" panose="02020603050405020304" pitchFamily="18" charset="0"/>
                <a:cs typeface="Times New Roman" panose="02020603050405020304" pitchFamily="18" charset="0"/>
              </a:rPr>
              <a:t> megszűnik, ha </a:t>
            </a:r>
            <a:endParaRPr lang="hu-HU" sz="2000" dirty="0">
              <a:latin typeface="Times New Roman" panose="02020603050405020304" pitchFamily="18" charset="0"/>
              <a:cs typeface="Times New Roman" panose="02020603050405020304" pitchFamily="18" charset="0"/>
            </a:endParaRPr>
          </a:p>
          <a:p>
            <a:pPr marL="0" indent="0">
              <a:buNone/>
            </a:pPr>
            <a:r>
              <a:rPr lang="hu-HU" sz="2000" dirty="0">
                <a:latin typeface="Times New Roman" panose="02020603050405020304" pitchFamily="18" charset="0"/>
                <a:cs typeface="Times New Roman" panose="02020603050405020304" pitchFamily="18" charset="0"/>
              </a:rPr>
              <a:t>-  </a:t>
            </a:r>
            <a:r>
              <a:rPr lang="hu-HU" sz="2000" b="1" dirty="0">
                <a:solidFill>
                  <a:srgbClr val="FF0000"/>
                </a:solidFill>
                <a:latin typeface="Times New Roman" panose="02020603050405020304" pitchFamily="18" charset="0"/>
                <a:cs typeface="Times New Roman" panose="02020603050405020304" pitchFamily="18" charset="0"/>
              </a:rPr>
              <a:t>az </a:t>
            </a:r>
            <a:r>
              <a:rPr lang="hu-HU" sz="2000" b="1" dirty="0" err="1">
                <a:solidFill>
                  <a:srgbClr val="FF0000"/>
                </a:solidFill>
                <a:latin typeface="Times New Roman" panose="02020603050405020304" pitchFamily="18" charset="0"/>
                <a:cs typeface="Times New Roman" panose="02020603050405020304" pitchFamily="18" charset="0"/>
              </a:rPr>
              <a:t>egyéni</a:t>
            </a:r>
            <a:r>
              <a:rPr lang="hu-HU" sz="2000" b="1" dirty="0">
                <a:solidFill>
                  <a:srgbClr val="FF0000"/>
                </a:solidFill>
                <a:latin typeface="Times New Roman" panose="02020603050405020304" pitchFamily="18" charset="0"/>
                <a:cs typeface="Times New Roman" panose="02020603050405020304" pitchFamily="18" charset="0"/>
              </a:rPr>
              <a:t> </a:t>
            </a:r>
            <a:r>
              <a:rPr lang="hu-HU" sz="2000" b="1" dirty="0" err="1">
                <a:solidFill>
                  <a:srgbClr val="FF0000"/>
                </a:solidFill>
                <a:latin typeface="Times New Roman" panose="02020603050405020304" pitchFamily="18" charset="0"/>
                <a:cs typeface="Times New Roman" panose="02020603050405020304" pitchFamily="18" charset="0"/>
              </a:rPr>
              <a:t>vállalkozó</a:t>
            </a:r>
            <a:r>
              <a:rPr lang="hu-HU" sz="2000" b="1" dirty="0">
                <a:solidFill>
                  <a:srgbClr val="FF0000"/>
                </a:solidFill>
                <a:latin typeface="Times New Roman" panose="02020603050405020304" pitchFamily="18" charset="0"/>
                <a:cs typeface="Times New Roman" panose="02020603050405020304" pitchFamily="18" charset="0"/>
              </a:rPr>
              <a:t> bejelenti a </a:t>
            </a:r>
            <a:r>
              <a:rPr lang="hu-HU" sz="2000" b="1" dirty="0" err="1">
                <a:solidFill>
                  <a:srgbClr val="FF0000"/>
                </a:solidFill>
                <a:latin typeface="Times New Roman" panose="02020603050405020304" pitchFamily="18" charset="0"/>
                <a:cs typeface="Times New Roman" panose="02020603050405020304" pitchFamily="18" charset="0"/>
              </a:rPr>
              <a:t>tevékenysége</a:t>
            </a:r>
            <a:r>
              <a:rPr lang="hu-HU" sz="2000" b="1" dirty="0">
                <a:solidFill>
                  <a:srgbClr val="FF0000"/>
                </a:solidFill>
                <a:latin typeface="Times New Roman" panose="02020603050405020304" pitchFamily="18" charset="0"/>
                <a:cs typeface="Times New Roman" panose="02020603050405020304" pitchFamily="18" charset="0"/>
              </a:rPr>
              <a:t> </a:t>
            </a:r>
            <a:r>
              <a:rPr lang="hu-HU" sz="2000" b="1" dirty="0" err="1">
                <a:solidFill>
                  <a:srgbClr val="FF0000"/>
                </a:solidFill>
                <a:latin typeface="Times New Roman" panose="02020603050405020304" pitchFamily="18" charset="0"/>
                <a:cs typeface="Times New Roman" panose="02020603050405020304" pitchFamily="18" charset="0"/>
              </a:rPr>
              <a:t>megszüntetésének</a:t>
            </a:r>
            <a:r>
              <a:rPr lang="hu-HU" sz="2000" b="1" dirty="0">
                <a:solidFill>
                  <a:srgbClr val="FF0000"/>
                </a:solidFill>
                <a:latin typeface="Times New Roman" panose="02020603050405020304" pitchFamily="18" charset="0"/>
                <a:cs typeface="Times New Roman" panose="02020603050405020304" pitchFamily="18" charset="0"/>
              </a:rPr>
              <a:t> </a:t>
            </a:r>
            <a:r>
              <a:rPr lang="hu-HU" sz="2000" b="1" dirty="0" err="1">
                <a:solidFill>
                  <a:srgbClr val="FF0000"/>
                </a:solidFill>
                <a:latin typeface="Times New Roman" panose="02020603050405020304" pitchFamily="18" charset="0"/>
                <a:cs typeface="Times New Roman" panose="02020603050405020304" pitchFamily="18" charset="0"/>
              </a:rPr>
              <a:t>szándékát</a:t>
            </a:r>
            <a:r>
              <a:rPr lang="hu-HU" sz="2000" b="1" dirty="0">
                <a:solidFill>
                  <a:srgbClr val="FF0000"/>
                </a:solidFill>
                <a:latin typeface="Times New Roman" panose="02020603050405020304" pitchFamily="18" charset="0"/>
                <a:cs typeface="Times New Roman" panose="02020603050405020304" pitchFamily="18" charset="0"/>
              </a:rPr>
              <a:t> (elektronikusan lehet bejelenteni); </a:t>
            </a:r>
            <a:endParaRPr lang="hu-HU" sz="2000" dirty="0">
              <a:solidFill>
                <a:srgbClr val="FF0000"/>
              </a:solidFill>
              <a:latin typeface="Times New Roman" panose="02020603050405020304" pitchFamily="18" charset="0"/>
              <a:cs typeface="Times New Roman" panose="02020603050405020304" pitchFamily="18" charset="0"/>
            </a:endParaRPr>
          </a:p>
          <a:p>
            <a:pPr marL="0" indent="0">
              <a:buNone/>
            </a:pPr>
            <a:r>
              <a:rPr lang="hu-HU" sz="2000" dirty="0">
                <a:latin typeface="Times New Roman" panose="02020603050405020304" pitchFamily="18" charset="0"/>
                <a:cs typeface="Times New Roman" panose="02020603050405020304" pitchFamily="18" charset="0"/>
              </a:rPr>
              <a:t>-  </a:t>
            </a:r>
            <a:r>
              <a:rPr lang="hu-HU" sz="2000" b="1" dirty="0">
                <a:latin typeface="Times New Roman" panose="02020603050405020304" pitchFamily="18" charset="0"/>
                <a:cs typeface="Times New Roman" panose="02020603050405020304" pitchFamily="18" charset="0"/>
              </a:rPr>
              <a:t>az </a:t>
            </a:r>
            <a:r>
              <a:rPr lang="hu-HU" sz="2000" b="1" dirty="0" err="1">
                <a:latin typeface="Times New Roman" panose="02020603050405020304" pitchFamily="18" charset="0"/>
                <a:cs typeface="Times New Roman" panose="02020603050405020304" pitchFamily="18" charset="0"/>
              </a:rPr>
              <a:t>egyéni</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vállalkozó</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halálával</a:t>
            </a:r>
            <a:r>
              <a:rPr lang="hu-HU" sz="2000" b="1" dirty="0">
                <a:latin typeface="Times New Roman" panose="02020603050405020304" pitchFamily="18" charset="0"/>
                <a:cs typeface="Times New Roman" panose="02020603050405020304" pitchFamily="18" charset="0"/>
              </a:rPr>
              <a:t>; </a:t>
            </a:r>
            <a:endParaRPr lang="hu-HU" sz="2000" dirty="0">
              <a:latin typeface="Times New Roman" panose="02020603050405020304" pitchFamily="18" charset="0"/>
              <a:cs typeface="Times New Roman" panose="02020603050405020304" pitchFamily="18" charset="0"/>
            </a:endParaRPr>
          </a:p>
          <a:p>
            <a:pPr marL="0" indent="0">
              <a:buNone/>
            </a:pPr>
            <a:r>
              <a:rPr lang="hu-HU" sz="2000" dirty="0">
                <a:latin typeface="Times New Roman" panose="02020603050405020304" pitchFamily="18" charset="0"/>
                <a:cs typeface="Times New Roman" panose="02020603050405020304" pitchFamily="18" charset="0"/>
              </a:rPr>
              <a:t>-  </a:t>
            </a:r>
            <a:r>
              <a:rPr lang="hu-HU" sz="2000" b="1" dirty="0">
                <a:latin typeface="Times New Roman" panose="02020603050405020304" pitchFamily="18" charset="0"/>
                <a:cs typeface="Times New Roman" panose="02020603050405020304" pitchFamily="18" charset="0"/>
              </a:rPr>
              <a:t>az </a:t>
            </a:r>
            <a:r>
              <a:rPr lang="hu-HU" sz="2000" b="1" dirty="0" err="1">
                <a:latin typeface="Times New Roman" panose="02020603050405020304" pitchFamily="18" charset="0"/>
                <a:cs typeface="Times New Roman" panose="02020603050405020304" pitchFamily="18" charset="0"/>
              </a:rPr>
              <a:t>egyéni</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vállalkozó</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cselekvőképességet</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korlátozó</a:t>
            </a:r>
            <a:r>
              <a:rPr lang="hu-HU" sz="2000" b="1" dirty="0">
                <a:latin typeface="Times New Roman" panose="02020603050405020304" pitchFamily="18" charset="0"/>
                <a:cs typeface="Times New Roman" panose="02020603050405020304" pitchFamily="18" charset="0"/>
              </a:rPr>
              <a:t> vagy </a:t>
            </a:r>
            <a:r>
              <a:rPr lang="hu-HU" sz="2000" b="1" dirty="0" err="1">
                <a:latin typeface="Times New Roman" panose="02020603050405020304" pitchFamily="18" charset="0"/>
                <a:cs typeface="Times New Roman" panose="02020603050405020304" pitchFamily="18" charset="0"/>
              </a:rPr>
              <a:t>kizáró</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gondokság</a:t>
            </a:r>
            <a:r>
              <a:rPr lang="hu-HU" sz="2000" b="1" dirty="0">
                <a:latin typeface="Times New Roman" panose="02020603050405020304" pitchFamily="18" charset="0"/>
                <a:cs typeface="Times New Roman" panose="02020603050405020304" pitchFamily="18" charset="0"/>
              </a:rPr>
              <a:t> alá kerül; </a:t>
            </a:r>
            <a:endParaRPr lang="hu-HU" sz="2000" dirty="0">
              <a:latin typeface="Times New Roman" panose="02020603050405020304" pitchFamily="18" charset="0"/>
              <a:cs typeface="Times New Roman" panose="02020603050405020304" pitchFamily="18" charset="0"/>
            </a:endParaRPr>
          </a:p>
          <a:p>
            <a:pPr>
              <a:buFontTx/>
              <a:buChar char="-"/>
            </a:pPr>
            <a:r>
              <a:rPr lang="hu-HU" sz="2000" dirty="0">
                <a:latin typeface="Times New Roman" panose="02020603050405020304" pitchFamily="18" charset="0"/>
                <a:cs typeface="Times New Roman" panose="02020603050405020304" pitchFamily="18" charset="0"/>
              </a:rPr>
              <a:t> </a:t>
            </a:r>
            <a:r>
              <a:rPr lang="hu-HU" sz="2000" b="1" dirty="0">
                <a:latin typeface="Times New Roman" panose="02020603050405020304" pitchFamily="18" charset="0"/>
                <a:cs typeface="Times New Roman" panose="02020603050405020304" pitchFamily="18" charset="0"/>
              </a:rPr>
              <a:t>az </a:t>
            </a:r>
            <a:r>
              <a:rPr lang="hu-HU" sz="2000" b="1" dirty="0" err="1">
                <a:latin typeface="Times New Roman" panose="02020603050405020304" pitchFamily="18" charset="0"/>
                <a:cs typeface="Times New Roman" panose="02020603050405020304" pitchFamily="18" charset="0"/>
              </a:rPr>
              <a:t>adóhatóság</a:t>
            </a:r>
            <a:r>
              <a:rPr lang="hu-HU" sz="2000" b="1" dirty="0">
                <a:latin typeface="Times New Roman" panose="02020603050405020304" pitchFamily="18" charset="0"/>
                <a:cs typeface="Times New Roman" panose="02020603050405020304" pitchFamily="18" charset="0"/>
              </a:rPr>
              <a:t> törölte az </a:t>
            </a:r>
            <a:r>
              <a:rPr lang="hu-HU" sz="2000" b="1" dirty="0" err="1">
                <a:latin typeface="Times New Roman" panose="02020603050405020304" pitchFamily="18" charset="0"/>
                <a:cs typeface="Times New Roman" panose="02020603050405020304" pitchFamily="18" charset="0"/>
              </a:rPr>
              <a:t>egyéni</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vállalkozó</a:t>
            </a:r>
            <a:r>
              <a:rPr lang="hu-HU" sz="2000" b="1" dirty="0">
                <a:latin typeface="Times New Roman" panose="02020603050405020304" pitchFamily="18" charset="0"/>
                <a:cs typeface="Times New Roman" panose="02020603050405020304" pitchFamily="18" charset="0"/>
              </a:rPr>
              <a:t> </a:t>
            </a:r>
            <a:r>
              <a:rPr lang="hu-HU" sz="2000" b="1" dirty="0" err="1">
                <a:latin typeface="Times New Roman" panose="02020603050405020304" pitchFamily="18" charset="0"/>
                <a:cs typeface="Times New Roman" panose="02020603050405020304" pitchFamily="18" charset="0"/>
              </a:rPr>
              <a:t>adószámát</a:t>
            </a:r>
            <a:r>
              <a:rPr lang="hu-HU" sz="2000" b="1" dirty="0">
                <a:latin typeface="Times New Roman" panose="02020603050405020304" pitchFamily="18" charset="0"/>
                <a:cs typeface="Times New Roman" panose="02020603050405020304" pitchFamily="18" charset="0"/>
              </a:rPr>
              <a:t> </a:t>
            </a:r>
          </a:p>
          <a:p>
            <a:pPr>
              <a:buFontTx/>
              <a:buChar char="-"/>
            </a:pPr>
            <a:r>
              <a:rPr lang="hu-HU" sz="2000" dirty="0">
                <a:latin typeface="Times New Roman" panose="02020603050405020304" pitchFamily="18" charset="0"/>
                <a:cs typeface="Times New Roman" panose="02020603050405020304" pitchFamily="18" charset="0"/>
              </a:rPr>
              <a:t> </a:t>
            </a:r>
            <a:r>
              <a:rPr lang="hu-HU" sz="2000" dirty="0">
                <a:solidFill>
                  <a:srgbClr val="92D050"/>
                </a:solidFill>
                <a:latin typeface="Times New Roman" panose="02020603050405020304" pitchFamily="18" charset="0"/>
                <a:cs typeface="Times New Roman" panose="02020603050405020304" pitchFamily="18" charset="0"/>
              </a:rPr>
              <a:t> </a:t>
            </a:r>
            <a:r>
              <a:rPr lang="hu-HU" sz="2000" b="1" dirty="0">
                <a:solidFill>
                  <a:srgbClr val="92D050"/>
                </a:solidFill>
                <a:latin typeface="Times New Roman" panose="02020603050405020304" pitchFamily="18" charset="0"/>
                <a:cs typeface="Times New Roman" panose="02020603050405020304" pitchFamily="18" charset="0"/>
              </a:rPr>
              <a:t>az </a:t>
            </a:r>
            <a:r>
              <a:rPr lang="hu-HU" sz="2000" b="1" dirty="0" err="1">
                <a:solidFill>
                  <a:srgbClr val="92D050"/>
                </a:solidFill>
                <a:latin typeface="Times New Roman" panose="02020603050405020304" pitchFamily="18" charset="0"/>
                <a:cs typeface="Times New Roman" panose="02020603050405020304" pitchFamily="18" charset="0"/>
              </a:rPr>
              <a:t>egyéni</a:t>
            </a:r>
            <a:r>
              <a:rPr lang="hu-HU" sz="2000" b="1" dirty="0">
                <a:solidFill>
                  <a:srgbClr val="92D050"/>
                </a:solidFill>
                <a:latin typeface="Times New Roman" panose="02020603050405020304" pitchFamily="18" charset="0"/>
                <a:cs typeface="Times New Roman" panose="02020603050405020304" pitchFamily="18" charset="0"/>
              </a:rPr>
              <a:t> </a:t>
            </a:r>
            <a:r>
              <a:rPr lang="hu-HU" sz="2000" b="1" dirty="0" err="1">
                <a:solidFill>
                  <a:srgbClr val="92D050"/>
                </a:solidFill>
                <a:latin typeface="Times New Roman" panose="02020603050405020304" pitchFamily="18" charset="0"/>
                <a:cs typeface="Times New Roman" panose="02020603050405020304" pitchFamily="18" charset="0"/>
              </a:rPr>
              <a:t>vállalkozói</a:t>
            </a:r>
            <a:r>
              <a:rPr lang="hu-HU" sz="2000" b="1" dirty="0">
                <a:solidFill>
                  <a:srgbClr val="92D050"/>
                </a:solidFill>
                <a:latin typeface="Times New Roman" panose="02020603050405020304" pitchFamily="18" charset="0"/>
                <a:cs typeface="Times New Roman" panose="02020603050405020304" pitchFamily="18" charset="0"/>
              </a:rPr>
              <a:t> </a:t>
            </a:r>
            <a:r>
              <a:rPr lang="hu-HU" sz="2000" b="1" dirty="0" err="1">
                <a:solidFill>
                  <a:srgbClr val="92D050"/>
                </a:solidFill>
                <a:latin typeface="Times New Roman" panose="02020603050405020304" pitchFamily="18" charset="0"/>
                <a:cs typeface="Times New Roman" panose="02020603050405020304" pitchFamily="18" charset="0"/>
              </a:rPr>
              <a:t>tevékenységre</a:t>
            </a:r>
            <a:r>
              <a:rPr lang="hu-HU" sz="2000" b="1" dirty="0">
                <a:solidFill>
                  <a:srgbClr val="92D050"/>
                </a:solidFill>
                <a:latin typeface="Times New Roman" panose="02020603050405020304" pitchFamily="18" charset="0"/>
                <a:cs typeface="Times New Roman" panose="02020603050405020304" pitchFamily="18" charset="0"/>
              </a:rPr>
              <a:t> </a:t>
            </a:r>
            <a:r>
              <a:rPr lang="hu-HU" sz="2000" b="1" dirty="0" err="1">
                <a:solidFill>
                  <a:srgbClr val="92D050"/>
                </a:solidFill>
                <a:latin typeface="Times New Roman" panose="02020603050405020304" pitchFamily="18" charset="0"/>
                <a:cs typeface="Times New Roman" panose="02020603050405020304" pitchFamily="18" charset="0"/>
              </a:rPr>
              <a:t>egyéni</a:t>
            </a:r>
            <a:r>
              <a:rPr lang="hu-HU" sz="2000" b="1" dirty="0">
                <a:solidFill>
                  <a:srgbClr val="92D050"/>
                </a:solidFill>
                <a:latin typeface="Times New Roman" panose="02020603050405020304" pitchFamily="18" charset="0"/>
                <a:cs typeface="Times New Roman" panose="02020603050405020304" pitchFamily="18" charset="0"/>
              </a:rPr>
              <a:t> </a:t>
            </a:r>
            <a:r>
              <a:rPr lang="hu-HU" sz="2000" b="1" dirty="0" err="1">
                <a:solidFill>
                  <a:srgbClr val="92D050"/>
                </a:solidFill>
                <a:latin typeface="Times New Roman" panose="02020603050405020304" pitchFamily="18" charset="0"/>
                <a:cs typeface="Times New Roman" panose="02020603050405020304" pitchFamily="18" charset="0"/>
              </a:rPr>
              <a:t>céget</a:t>
            </a:r>
            <a:r>
              <a:rPr lang="hu-HU" sz="2000" b="1" dirty="0">
                <a:solidFill>
                  <a:srgbClr val="92D050"/>
                </a:solidFill>
                <a:latin typeface="Times New Roman" panose="02020603050405020304" pitchFamily="18" charset="0"/>
                <a:cs typeface="Times New Roman" panose="02020603050405020304" pitchFamily="18" charset="0"/>
              </a:rPr>
              <a:t> </a:t>
            </a:r>
            <a:r>
              <a:rPr lang="hu-HU" sz="2000" b="1" dirty="0" err="1">
                <a:solidFill>
                  <a:srgbClr val="92D050"/>
                </a:solidFill>
                <a:latin typeface="Times New Roman" panose="02020603050405020304" pitchFamily="18" charset="0"/>
                <a:cs typeface="Times New Roman" panose="02020603050405020304" pitchFamily="18" charset="0"/>
              </a:rPr>
              <a:t>alapított</a:t>
            </a:r>
            <a:r>
              <a:rPr lang="hu-HU" sz="2000" b="1" dirty="0">
                <a:solidFill>
                  <a:srgbClr val="92D050"/>
                </a:solidFill>
                <a:latin typeface="Times New Roman" panose="02020603050405020304" pitchFamily="18" charset="0"/>
                <a:cs typeface="Times New Roman" panose="02020603050405020304" pitchFamily="18" charset="0"/>
              </a:rPr>
              <a:t>, vagy </a:t>
            </a:r>
            <a:r>
              <a:rPr lang="hu-HU" sz="2000" b="1" dirty="0" err="1">
                <a:solidFill>
                  <a:srgbClr val="92D050"/>
                </a:solidFill>
                <a:latin typeface="Times New Roman" panose="02020603050405020304" pitchFamily="18" charset="0"/>
                <a:cs typeface="Times New Roman" panose="02020603050405020304" pitchFamily="18" charset="0"/>
              </a:rPr>
              <a:t>egyéni</a:t>
            </a:r>
            <a:r>
              <a:rPr lang="hu-HU" sz="2000" b="1" dirty="0">
                <a:solidFill>
                  <a:srgbClr val="92D050"/>
                </a:solidFill>
                <a:latin typeface="Times New Roman" panose="02020603050405020304" pitchFamily="18" charset="0"/>
                <a:cs typeface="Times New Roman" panose="02020603050405020304" pitchFamily="18" charset="0"/>
              </a:rPr>
              <a:t> </a:t>
            </a:r>
            <a:r>
              <a:rPr lang="hu-HU" sz="2000" b="1" dirty="0" err="1">
                <a:solidFill>
                  <a:srgbClr val="92D050"/>
                </a:solidFill>
                <a:latin typeface="Times New Roman" panose="02020603050405020304" pitchFamily="18" charset="0"/>
                <a:cs typeface="Times New Roman" panose="02020603050405020304" pitchFamily="18" charset="0"/>
              </a:rPr>
              <a:t>cég</a:t>
            </a:r>
            <a:r>
              <a:rPr lang="hu-HU" sz="2000" b="1" dirty="0">
                <a:solidFill>
                  <a:srgbClr val="92D050"/>
                </a:solidFill>
                <a:latin typeface="Times New Roman" panose="02020603050405020304" pitchFamily="18" charset="0"/>
                <a:cs typeface="Times New Roman" panose="02020603050405020304" pitchFamily="18" charset="0"/>
              </a:rPr>
              <a:t> vagyoni </a:t>
            </a:r>
            <a:r>
              <a:rPr lang="hu-HU" sz="2000" b="1" dirty="0" err="1">
                <a:solidFill>
                  <a:srgbClr val="92D050"/>
                </a:solidFill>
                <a:latin typeface="Times New Roman" panose="02020603050405020304" pitchFamily="18" charset="0"/>
                <a:cs typeface="Times New Roman" panose="02020603050405020304" pitchFamily="18" charset="0"/>
              </a:rPr>
              <a:t>betétjét</a:t>
            </a:r>
            <a:r>
              <a:rPr lang="hu-HU" sz="2000" b="1" dirty="0">
                <a:solidFill>
                  <a:srgbClr val="92D050"/>
                </a:solidFill>
                <a:latin typeface="Times New Roman" panose="02020603050405020304" pitchFamily="18" charset="0"/>
                <a:cs typeface="Times New Roman" panose="02020603050405020304" pitchFamily="18" charset="0"/>
              </a:rPr>
              <a:t> </a:t>
            </a:r>
            <a:r>
              <a:rPr lang="hu-HU" sz="2000" b="1" dirty="0" err="1">
                <a:solidFill>
                  <a:srgbClr val="92D050"/>
                </a:solidFill>
                <a:latin typeface="Times New Roman" panose="02020603050405020304" pitchFamily="18" charset="0"/>
                <a:cs typeface="Times New Roman" panose="02020603050405020304" pitchFamily="18" charset="0"/>
              </a:rPr>
              <a:t>átruházással</a:t>
            </a:r>
            <a:r>
              <a:rPr lang="hu-HU" sz="2000" b="1" dirty="0">
                <a:solidFill>
                  <a:srgbClr val="92D050"/>
                </a:solidFill>
                <a:latin typeface="Times New Roman" panose="02020603050405020304" pitchFamily="18" charset="0"/>
                <a:cs typeface="Times New Roman" panose="02020603050405020304" pitchFamily="18" charset="0"/>
              </a:rPr>
              <a:t> megszerezte</a:t>
            </a:r>
            <a:r>
              <a:rPr lang="hu-HU" sz="2000" b="1" dirty="0">
                <a:latin typeface="Times New Roman" panose="02020603050405020304" pitchFamily="18" charset="0"/>
                <a:cs typeface="Times New Roman" panose="02020603050405020304" pitchFamily="18" charset="0"/>
              </a:rPr>
              <a:t>. </a:t>
            </a:r>
            <a:endParaRPr lang="hu-HU" sz="2000" dirty="0">
              <a:latin typeface="Times New Roman" panose="02020603050405020304" pitchFamily="18" charset="0"/>
              <a:cs typeface="Times New Roman" panose="02020603050405020304" pitchFamily="18" charset="0"/>
            </a:endParaRPr>
          </a:p>
          <a:p>
            <a:endParaRPr lang="hu-HU" dirty="0"/>
          </a:p>
        </p:txBody>
      </p:sp>
    </p:spTree>
    <p:extLst>
      <p:ext uri="{BB962C8B-B14F-4D97-AF65-F5344CB8AC3E}">
        <p14:creationId xmlns:p14="http://schemas.microsoft.com/office/powerpoint/2010/main" val="26930777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E1C6005-5682-A358-B504-D3DB0EA803DC}"/>
              </a:ext>
            </a:extLst>
          </p:cNvPr>
          <p:cNvSpPr>
            <a:spLocks noGrp="1"/>
          </p:cNvSpPr>
          <p:nvPr>
            <p:ph type="title"/>
          </p:nvPr>
        </p:nvSpPr>
        <p:spPr/>
        <p:txBody>
          <a:bodyPr/>
          <a:lstStyle/>
          <a:p>
            <a:r>
              <a:rPr lang="hu-HU" dirty="0">
                <a:solidFill>
                  <a:schemeClr val="accent3"/>
                </a:solidFill>
              </a:rPr>
              <a:t>Egyéni cég</a:t>
            </a:r>
          </a:p>
        </p:txBody>
      </p:sp>
      <p:sp>
        <p:nvSpPr>
          <p:cNvPr id="3" name="Tartalom helye 2">
            <a:extLst>
              <a:ext uri="{FF2B5EF4-FFF2-40B4-BE49-F238E27FC236}">
                <a16:creationId xmlns:a16="http://schemas.microsoft.com/office/drawing/2014/main" id="{8A7F1D13-B3A5-DB93-EF3D-0484AB09A039}"/>
              </a:ext>
            </a:extLst>
          </p:cNvPr>
          <p:cNvSpPr>
            <a:spLocks noGrp="1"/>
          </p:cNvSpPr>
          <p:nvPr>
            <p:ph idx="1"/>
          </p:nvPr>
        </p:nvSpPr>
        <p:spPr>
          <a:xfrm>
            <a:off x="803868" y="1768509"/>
            <a:ext cx="10962752" cy="4943789"/>
          </a:xfrm>
        </p:spPr>
        <p:txBody>
          <a:bodyPr>
            <a:normAutofit fontScale="55000" lnSpcReduction="20000"/>
          </a:bodyPr>
          <a:lstStyle/>
          <a:p>
            <a:pPr marL="0" indent="0">
              <a:buNone/>
            </a:pPr>
            <a:r>
              <a:rPr lang="hu-HU" sz="2900" b="1" dirty="0">
                <a:latin typeface="Times New Roman" panose="02020603050405020304" pitchFamily="18" charset="0"/>
                <a:cs typeface="Times New Roman" panose="02020603050405020304" pitchFamily="18" charset="0"/>
              </a:rPr>
              <a:t>Az </a:t>
            </a:r>
            <a:r>
              <a:rPr lang="hu-HU" sz="2900" b="1" dirty="0" err="1">
                <a:latin typeface="Times New Roman" panose="02020603050405020304" pitchFamily="18" charset="0"/>
                <a:cs typeface="Times New Roman" panose="02020603050405020304" pitchFamily="18" charset="0"/>
              </a:rPr>
              <a:t>egyéni</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vállalkozói</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nyilvántartásban</a:t>
            </a:r>
            <a:r>
              <a:rPr lang="hu-HU" sz="2900" b="1" dirty="0">
                <a:latin typeface="Times New Roman" panose="02020603050405020304" pitchFamily="18" charset="0"/>
                <a:cs typeface="Times New Roman" panose="02020603050405020304" pitchFamily="18" charset="0"/>
              </a:rPr>
              <a:t> szereplő </a:t>
            </a:r>
            <a:r>
              <a:rPr lang="hu-HU" sz="2900" b="1" dirty="0" err="1">
                <a:latin typeface="Times New Roman" panose="02020603050405020304" pitchFamily="18" charset="0"/>
                <a:cs typeface="Times New Roman" panose="02020603050405020304" pitchFamily="18" charset="0"/>
              </a:rPr>
              <a:t>természetes</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személy</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egyéni</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céget</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alapíthat</a:t>
            </a:r>
            <a:r>
              <a:rPr lang="hu-HU" sz="2900" b="1" dirty="0">
                <a:latin typeface="Times New Roman" panose="02020603050405020304" pitchFamily="18" charset="0"/>
                <a:cs typeface="Times New Roman" panose="02020603050405020304" pitchFamily="18" charset="0"/>
              </a:rPr>
              <a:t> (a </a:t>
            </a:r>
            <a:r>
              <a:rPr lang="hu-HU" sz="2900" b="1" dirty="0" err="1">
                <a:latin typeface="Times New Roman" panose="02020603050405020304" pitchFamily="18" charset="0"/>
                <a:cs typeface="Times New Roman" panose="02020603050405020304" pitchFamily="18" charset="0"/>
              </a:rPr>
              <a:t>tevékenységét</a:t>
            </a:r>
            <a:r>
              <a:rPr lang="hu-HU" sz="2900" b="1" dirty="0">
                <a:latin typeface="Times New Roman" panose="02020603050405020304" pitchFamily="18" charset="0"/>
                <a:cs typeface="Times New Roman" panose="02020603050405020304" pitchFamily="18" charset="0"/>
              </a:rPr>
              <a:t> szüneteltető </a:t>
            </a:r>
            <a:r>
              <a:rPr lang="hu-HU" sz="2900" b="1" dirty="0" err="1">
                <a:latin typeface="Times New Roman" panose="02020603050405020304" pitchFamily="18" charset="0"/>
                <a:cs typeface="Times New Roman" panose="02020603050405020304" pitchFamily="18" charset="0"/>
              </a:rPr>
              <a:t>egyéni</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vállalkozónak</a:t>
            </a:r>
            <a:r>
              <a:rPr lang="hu-HU" sz="2900" b="1" dirty="0">
                <a:latin typeface="Times New Roman" panose="02020603050405020304" pitchFamily="18" charset="0"/>
                <a:cs typeface="Times New Roman" panose="02020603050405020304" pitchFamily="18" charset="0"/>
              </a:rPr>
              <a:t> a </a:t>
            </a:r>
            <a:r>
              <a:rPr lang="hu-HU" sz="2900" b="1" dirty="0" err="1">
                <a:latin typeface="Times New Roman" panose="02020603050405020304" pitchFamily="18" charset="0"/>
                <a:cs typeface="Times New Roman" panose="02020603050405020304" pitchFamily="18" charset="0"/>
              </a:rPr>
              <a:t>szünetelés</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időtartama</a:t>
            </a:r>
            <a:r>
              <a:rPr lang="hu-HU" sz="2900" b="1" dirty="0">
                <a:latin typeface="Times New Roman" panose="02020603050405020304" pitchFamily="18" charset="0"/>
                <a:cs typeface="Times New Roman" panose="02020603050405020304" pitchFamily="18" charset="0"/>
              </a:rPr>
              <a:t> alatt erre nincs </a:t>
            </a:r>
            <a:r>
              <a:rPr lang="hu-HU" sz="2900" b="1" dirty="0" err="1">
                <a:latin typeface="Times New Roman" panose="02020603050405020304" pitchFamily="18" charset="0"/>
                <a:cs typeface="Times New Roman" panose="02020603050405020304" pitchFamily="18" charset="0"/>
              </a:rPr>
              <a:t>lehetőósége</a:t>
            </a:r>
            <a:r>
              <a:rPr lang="hu-HU" sz="2900" b="1" dirty="0">
                <a:latin typeface="Times New Roman" panose="02020603050405020304" pitchFamily="18" charset="0"/>
                <a:cs typeface="Times New Roman" panose="02020603050405020304" pitchFamily="18" charset="0"/>
              </a:rPr>
              <a:t>!)</a:t>
            </a:r>
            <a:endParaRPr lang="hu-HU" sz="2900" dirty="0">
              <a:latin typeface="Times New Roman" panose="02020603050405020304" pitchFamily="18" charset="0"/>
              <a:cs typeface="Times New Roman" panose="02020603050405020304" pitchFamily="18" charset="0"/>
            </a:endParaRPr>
          </a:p>
          <a:p>
            <a:pPr marL="0" indent="0">
              <a:buNone/>
            </a:pPr>
            <a:r>
              <a:rPr lang="hu-HU" sz="2900" b="1" dirty="0">
                <a:latin typeface="Times New Roman" panose="02020603050405020304" pitchFamily="18" charset="0"/>
                <a:cs typeface="Times New Roman" panose="02020603050405020304" pitchFamily="18" charset="0"/>
              </a:rPr>
              <a:t>Az </a:t>
            </a:r>
            <a:r>
              <a:rPr lang="hu-HU" sz="2900" b="1" dirty="0" err="1">
                <a:latin typeface="Times New Roman" panose="02020603050405020304" pitchFamily="18" charset="0"/>
                <a:cs typeface="Times New Roman" panose="02020603050405020304" pitchFamily="18" charset="0"/>
              </a:rPr>
              <a:t>egyéni</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cég</a:t>
            </a:r>
            <a:r>
              <a:rPr lang="hu-HU" sz="2900" b="1" dirty="0">
                <a:latin typeface="Times New Roman" panose="02020603050405020304" pitchFamily="18" charset="0"/>
                <a:cs typeface="Times New Roman" panose="02020603050405020304" pitchFamily="18" charset="0"/>
              </a:rPr>
              <a:t> </a:t>
            </a:r>
            <a:endParaRPr lang="hu-HU" sz="2900" dirty="0">
              <a:latin typeface="Times New Roman" panose="02020603050405020304" pitchFamily="18" charset="0"/>
              <a:cs typeface="Times New Roman" panose="02020603050405020304" pitchFamily="18" charset="0"/>
            </a:endParaRPr>
          </a:p>
          <a:p>
            <a:pPr marL="0" indent="0">
              <a:buNone/>
            </a:pPr>
            <a:r>
              <a:rPr lang="hu-HU" sz="2900" dirty="0">
                <a:latin typeface="Times New Roman" panose="02020603050405020304" pitchFamily="18" charset="0"/>
                <a:cs typeface="Times New Roman" panose="02020603050405020304" pitchFamily="18" charset="0"/>
              </a:rPr>
              <a:t>- </a:t>
            </a:r>
            <a:r>
              <a:rPr lang="hu-HU" sz="2900" b="1" dirty="0">
                <a:latin typeface="Times New Roman" panose="02020603050405020304" pitchFamily="18" charset="0"/>
                <a:cs typeface="Times New Roman" panose="02020603050405020304" pitchFamily="18" charset="0"/>
              </a:rPr>
              <a:t>jogi </a:t>
            </a:r>
            <a:r>
              <a:rPr lang="hu-HU" sz="2900" b="1" dirty="0" err="1">
                <a:latin typeface="Times New Roman" panose="02020603050405020304" pitchFamily="18" charset="0"/>
                <a:cs typeface="Times New Roman" panose="02020603050405020304" pitchFamily="18" charset="0"/>
              </a:rPr>
              <a:t>személyiséggel</a:t>
            </a:r>
            <a:r>
              <a:rPr lang="hu-HU" sz="2900" b="1" dirty="0">
                <a:latin typeface="Times New Roman" panose="02020603050405020304" pitchFamily="18" charset="0"/>
                <a:cs typeface="Times New Roman" panose="02020603050405020304" pitchFamily="18" charset="0"/>
              </a:rPr>
              <a:t> nem rendelkező jogalany, amely </a:t>
            </a:r>
            <a:endParaRPr lang="hu-HU" sz="2900" dirty="0">
              <a:latin typeface="Times New Roman" panose="02020603050405020304" pitchFamily="18" charset="0"/>
              <a:cs typeface="Times New Roman" panose="02020603050405020304" pitchFamily="18" charset="0"/>
            </a:endParaRPr>
          </a:p>
          <a:p>
            <a:pPr marL="0" indent="0">
              <a:buNone/>
            </a:pPr>
            <a:r>
              <a:rPr lang="hu-HU" sz="2900" dirty="0">
                <a:latin typeface="Times New Roman" panose="02020603050405020304" pitchFamily="18" charset="0"/>
                <a:cs typeface="Times New Roman" panose="02020603050405020304" pitchFamily="18" charset="0"/>
              </a:rPr>
              <a:t>- </a:t>
            </a:r>
            <a:r>
              <a:rPr lang="hu-HU" sz="2900" b="1" dirty="0">
                <a:latin typeface="Times New Roman" panose="02020603050405020304" pitchFamily="18" charset="0"/>
                <a:cs typeface="Times New Roman" panose="02020603050405020304" pitchFamily="18" charset="0"/>
              </a:rPr>
              <a:t>a </a:t>
            </a:r>
            <a:r>
              <a:rPr lang="hu-HU" sz="2900" b="1" dirty="0" err="1">
                <a:latin typeface="Times New Roman" panose="02020603050405020304" pitchFamily="18" charset="0"/>
                <a:cs typeface="Times New Roman" panose="02020603050405020304" pitchFamily="18" charset="0"/>
              </a:rPr>
              <a:t>cégnyilvántartásba</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történő</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bejegyzéssel</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jön</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létre</a:t>
            </a:r>
            <a:r>
              <a:rPr lang="hu-HU" sz="2900" b="1" dirty="0">
                <a:latin typeface="Times New Roman" panose="02020603050405020304" pitchFamily="18" charset="0"/>
                <a:cs typeface="Times New Roman" panose="02020603050405020304" pitchFamily="18" charset="0"/>
              </a:rPr>
              <a:t> </a:t>
            </a:r>
            <a:endParaRPr lang="hu-HU" sz="2900" dirty="0">
              <a:latin typeface="Times New Roman" panose="02020603050405020304" pitchFamily="18" charset="0"/>
              <a:cs typeface="Times New Roman" panose="02020603050405020304" pitchFamily="18" charset="0"/>
            </a:endParaRPr>
          </a:p>
          <a:p>
            <a:pPr marL="0" indent="0">
              <a:buNone/>
            </a:pPr>
            <a:r>
              <a:rPr lang="hu-HU" sz="2900"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jogképes</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cégneve</a:t>
            </a:r>
            <a:r>
              <a:rPr lang="hu-HU" sz="2900" b="1" dirty="0">
                <a:latin typeface="Times New Roman" panose="02020603050405020304" pitchFamily="18" charset="0"/>
                <a:cs typeface="Times New Roman" panose="02020603050405020304" pitchFamily="18" charset="0"/>
              </a:rPr>
              <a:t> alatt jogokat szerezhet </a:t>
            </a:r>
            <a:r>
              <a:rPr lang="hu-HU" sz="2900" b="1" dirty="0" err="1">
                <a:latin typeface="Times New Roman" panose="02020603050405020304" pitchFamily="18" charset="0"/>
                <a:cs typeface="Times New Roman" panose="02020603050405020304" pitchFamily="18" charset="0"/>
              </a:rPr>
              <a:t>és</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kötelezettségeket</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vállalhat</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így</a:t>
            </a:r>
            <a:r>
              <a:rPr lang="hu-HU" sz="2900" b="1" dirty="0">
                <a:latin typeface="Times New Roman" panose="02020603050405020304" pitchFamily="18" charset="0"/>
                <a:cs typeface="Times New Roman" panose="02020603050405020304" pitchFamily="18" charset="0"/>
              </a:rPr>
              <a:t> különösen   </a:t>
            </a:r>
            <a:endParaRPr lang="hu-HU" sz="2900" dirty="0">
              <a:latin typeface="Times New Roman" panose="02020603050405020304" pitchFamily="18" charset="0"/>
              <a:cs typeface="Times New Roman" panose="02020603050405020304" pitchFamily="18" charset="0"/>
            </a:endParaRPr>
          </a:p>
          <a:p>
            <a:pPr marL="0" indent="0">
              <a:buNone/>
            </a:pPr>
            <a:r>
              <a:rPr lang="hu-HU" sz="2900" b="1" dirty="0">
                <a:latin typeface="Times New Roman" panose="02020603050405020304" pitchFamily="18" charset="0"/>
                <a:cs typeface="Times New Roman" panose="02020603050405020304" pitchFamily="18" charset="0"/>
              </a:rPr>
              <a:t>	~ tulajdont szerezhet,</a:t>
            </a:r>
            <a:br>
              <a:rPr lang="hu-HU" sz="2900" b="1" dirty="0">
                <a:latin typeface="Times New Roman" panose="02020603050405020304" pitchFamily="18" charset="0"/>
                <a:cs typeface="Times New Roman" panose="02020603050405020304" pitchFamily="18" charset="0"/>
              </a:rPr>
            </a:br>
            <a:r>
              <a:rPr lang="hu-HU" sz="2900" b="1" dirty="0">
                <a:latin typeface="Times New Roman" panose="02020603050405020304" pitchFamily="18" charset="0"/>
                <a:cs typeface="Times New Roman" panose="02020603050405020304" pitchFamily="18" charset="0"/>
              </a:rPr>
              <a:t>	~ </a:t>
            </a:r>
            <a:r>
              <a:rPr lang="hu-HU" sz="2900" b="1" dirty="0" err="1">
                <a:latin typeface="Times New Roman" panose="02020603050405020304" pitchFamily="18" charset="0"/>
                <a:cs typeface="Times New Roman" panose="02020603050405020304" pitchFamily="18" charset="0"/>
              </a:rPr>
              <a:t>szerződést</a:t>
            </a:r>
            <a:r>
              <a:rPr lang="hu-HU" sz="2900" b="1" dirty="0">
                <a:latin typeface="Times New Roman" panose="02020603050405020304" pitchFamily="18" charset="0"/>
                <a:cs typeface="Times New Roman" panose="02020603050405020304" pitchFamily="18" charset="0"/>
              </a:rPr>
              <a:t> köthet,</a:t>
            </a:r>
            <a:br>
              <a:rPr lang="hu-HU" sz="2900" b="1" dirty="0">
                <a:latin typeface="Times New Roman" panose="02020603050405020304" pitchFamily="18" charset="0"/>
                <a:cs typeface="Times New Roman" panose="02020603050405020304" pitchFamily="18" charset="0"/>
              </a:rPr>
            </a:br>
            <a:r>
              <a:rPr lang="hu-HU" sz="2900" b="1" dirty="0">
                <a:latin typeface="Times New Roman" panose="02020603050405020304" pitchFamily="18" charset="0"/>
                <a:cs typeface="Times New Roman" panose="02020603050405020304" pitchFamily="18" charset="0"/>
              </a:rPr>
              <a:t>	~ pert </a:t>
            </a:r>
            <a:r>
              <a:rPr lang="hu-HU" sz="2900" b="1" dirty="0" err="1">
                <a:latin typeface="Times New Roman" panose="02020603050405020304" pitchFamily="18" charset="0"/>
                <a:cs typeface="Times New Roman" panose="02020603050405020304" pitchFamily="18" charset="0"/>
              </a:rPr>
              <a:t>indíthat</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és</a:t>
            </a:r>
            <a:r>
              <a:rPr lang="hu-HU" sz="2900" b="1" dirty="0">
                <a:latin typeface="Times New Roman" panose="02020603050405020304" pitchFamily="18" charset="0"/>
                <a:cs typeface="Times New Roman" panose="02020603050405020304" pitchFamily="18" charset="0"/>
              </a:rPr>
              <a:t> perelhető</a:t>
            </a:r>
            <a:endParaRPr lang="hu-HU" sz="2900" dirty="0">
              <a:latin typeface="Times New Roman" panose="02020603050405020304" pitchFamily="18" charset="0"/>
              <a:cs typeface="Times New Roman" panose="02020603050405020304" pitchFamily="18" charset="0"/>
            </a:endParaRPr>
          </a:p>
          <a:p>
            <a:pPr marL="0" indent="0">
              <a:buNone/>
            </a:pPr>
            <a:r>
              <a:rPr lang="hu-HU" sz="2900" b="1" dirty="0">
                <a:latin typeface="Times New Roman" panose="02020603050405020304" pitchFamily="18" charset="0"/>
                <a:cs typeface="Times New Roman" panose="02020603050405020304" pitchFamily="18" charset="0"/>
              </a:rPr>
              <a:t>Az </a:t>
            </a:r>
            <a:r>
              <a:rPr lang="hu-HU" sz="2900" b="1" dirty="0" err="1">
                <a:latin typeface="Times New Roman" panose="02020603050405020304" pitchFamily="18" charset="0"/>
                <a:cs typeface="Times New Roman" panose="02020603050405020304" pitchFamily="18" charset="0"/>
              </a:rPr>
              <a:t>egyéni</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cégnek</a:t>
            </a:r>
            <a:r>
              <a:rPr lang="hu-HU" sz="2900" b="1" dirty="0">
                <a:latin typeface="Times New Roman" panose="02020603050405020304" pitchFamily="18" charset="0"/>
                <a:cs typeface="Times New Roman" panose="02020603050405020304" pitchFamily="18" charset="0"/>
              </a:rPr>
              <a:t> </a:t>
            </a:r>
            <a:r>
              <a:rPr lang="hu-HU" sz="2900" b="1" dirty="0" err="1">
                <a:solidFill>
                  <a:srgbClr val="00B050"/>
                </a:solidFill>
                <a:latin typeface="Times New Roman" panose="02020603050405020304" pitchFamily="18" charset="0"/>
                <a:cs typeface="Times New Roman" panose="02020603050405020304" pitchFamily="18" charset="0"/>
              </a:rPr>
              <a:t>kizárólag</a:t>
            </a:r>
            <a:r>
              <a:rPr lang="hu-HU" sz="2900" b="1" dirty="0">
                <a:solidFill>
                  <a:srgbClr val="00B050"/>
                </a:solidFill>
                <a:latin typeface="Times New Roman" panose="02020603050405020304" pitchFamily="18" charset="0"/>
                <a:cs typeface="Times New Roman" panose="02020603050405020304" pitchFamily="18" charset="0"/>
              </a:rPr>
              <a:t> egy tagja </a:t>
            </a:r>
            <a:r>
              <a:rPr lang="hu-HU" sz="2900" b="1" dirty="0">
                <a:latin typeface="Times New Roman" panose="02020603050405020304" pitchFamily="18" charset="0"/>
                <a:cs typeface="Times New Roman" panose="02020603050405020304" pitchFamily="18" charset="0"/>
              </a:rPr>
              <a:t>(</a:t>
            </a:r>
            <a:r>
              <a:rPr lang="hu-HU" sz="2900" b="1" dirty="0" err="1">
                <a:latin typeface="Times New Roman" panose="02020603050405020304" pitchFamily="18" charset="0"/>
                <a:cs typeface="Times New Roman" panose="02020603050405020304" pitchFamily="18" charset="0"/>
              </a:rPr>
              <a:t>alapítója</a:t>
            </a:r>
            <a:r>
              <a:rPr lang="hu-HU" sz="2900" b="1" dirty="0">
                <a:latin typeface="Times New Roman" panose="02020603050405020304" pitchFamily="18" charset="0"/>
                <a:cs typeface="Times New Roman" panose="02020603050405020304" pitchFamily="18" charset="0"/>
              </a:rPr>
              <a:t>) lehet.</a:t>
            </a:r>
          </a:p>
          <a:p>
            <a:pPr marL="0" indent="0">
              <a:buNone/>
            </a:pPr>
            <a:r>
              <a:rPr lang="hu-HU" sz="2900" b="1" dirty="0">
                <a:latin typeface="Times New Roman" panose="02020603050405020304" pitchFamily="18" charset="0"/>
                <a:cs typeface="Times New Roman" panose="02020603050405020304" pitchFamily="18" charset="0"/>
              </a:rPr>
              <a:t> Egy </a:t>
            </a:r>
            <a:r>
              <a:rPr lang="hu-HU" sz="2900" b="1" dirty="0" err="1">
                <a:latin typeface="Times New Roman" panose="02020603050405020304" pitchFamily="18" charset="0"/>
                <a:cs typeface="Times New Roman" panose="02020603050405020304" pitchFamily="18" charset="0"/>
              </a:rPr>
              <a:t>természetes</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személy</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kizárólag</a:t>
            </a:r>
            <a:r>
              <a:rPr lang="hu-HU" sz="2900" b="1" dirty="0">
                <a:latin typeface="Times New Roman" panose="02020603050405020304" pitchFamily="18" charset="0"/>
                <a:cs typeface="Times New Roman" panose="02020603050405020304" pitchFamily="18" charset="0"/>
              </a:rPr>
              <a:t> </a:t>
            </a:r>
            <a:r>
              <a:rPr lang="hu-HU" sz="2900" b="1" dirty="0">
                <a:solidFill>
                  <a:srgbClr val="00B050"/>
                </a:solidFill>
                <a:latin typeface="Times New Roman" panose="02020603050405020304" pitchFamily="18" charset="0"/>
                <a:cs typeface="Times New Roman" panose="02020603050405020304" pitchFamily="18" charset="0"/>
              </a:rPr>
              <a:t>egy </a:t>
            </a:r>
            <a:r>
              <a:rPr lang="hu-HU" sz="2900" b="1" dirty="0" err="1">
                <a:solidFill>
                  <a:srgbClr val="00B050"/>
                </a:solidFill>
                <a:latin typeface="Times New Roman" panose="02020603050405020304" pitchFamily="18" charset="0"/>
                <a:cs typeface="Times New Roman" panose="02020603050405020304" pitchFamily="18" charset="0"/>
              </a:rPr>
              <a:t>egyéni</a:t>
            </a:r>
            <a:r>
              <a:rPr lang="hu-HU" sz="2900" b="1" dirty="0">
                <a:solidFill>
                  <a:srgbClr val="00B050"/>
                </a:solidFill>
                <a:latin typeface="Times New Roman" panose="02020603050405020304" pitchFamily="18" charset="0"/>
                <a:cs typeface="Times New Roman" panose="02020603050405020304" pitchFamily="18" charset="0"/>
              </a:rPr>
              <a:t> </a:t>
            </a:r>
            <a:r>
              <a:rPr lang="hu-HU" sz="2900" b="1" dirty="0" err="1">
                <a:solidFill>
                  <a:srgbClr val="00B050"/>
                </a:solidFill>
                <a:latin typeface="Times New Roman" panose="02020603050405020304" pitchFamily="18" charset="0"/>
                <a:cs typeface="Times New Roman" panose="02020603050405020304" pitchFamily="18" charset="0"/>
              </a:rPr>
              <a:t>cég</a:t>
            </a:r>
            <a:r>
              <a:rPr lang="hu-HU" sz="2900" b="1" dirty="0">
                <a:solidFill>
                  <a:srgbClr val="00B050"/>
                </a:solidFill>
                <a:latin typeface="Times New Roman" panose="02020603050405020304" pitchFamily="18" charset="0"/>
                <a:cs typeface="Times New Roman" panose="02020603050405020304" pitchFamily="18" charset="0"/>
              </a:rPr>
              <a:t> tagja </a:t>
            </a:r>
            <a:r>
              <a:rPr lang="hu-HU" sz="2900" b="1" dirty="0">
                <a:latin typeface="Times New Roman" panose="02020603050405020304" pitchFamily="18" charset="0"/>
                <a:cs typeface="Times New Roman" panose="02020603050405020304" pitchFamily="18" charset="0"/>
              </a:rPr>
              <a:t>(</a:t>
            </a:r>
            <a:r>
              <a:rPr lang="hu-HU" sz="2900" b="1" dirty="0" err="1">
                <a:latin typeface="Times New Roman" panose="02020603050405020304" pitchFamily="18" charset="0"/>
                <a:cs typeface="Times New Roman" panose="02020603050405020304" pitchFamily="18" charset="0"/>
              </a:rPr>
              <a:t>alapítója</a:t>
            </a:r>
            <a:r>
              <a:rPr lang="hu-HU" sz="2900" b="1" dirty="0">
                <a:latin typeface="Times New Roman" panose="02020603050405020304" pitchFamily="18" charset="0"/>
                <a:cs typeface="Times New Roman" panose="02020603050405020304" pitchFamily="18" charset="0"/>
              </a:rPr>
              <a:t>) lehet </a:t>
            </a:r>
          </a:p>
          <a:p>
            <a:pPr marL="0" indent="0">
              <a:buNone/>
            </a:pPr>
            <a:r>
              <a:rPr lang="hu-HU" sz="2900" b="1" dirty="0">
                <a:latin typeface="Times New Roman" panose="02020603050405020304" pitchFamily="18" charset="0"/>
                <a:cs typeface="Times New Roman" panose="02020603050405020304" pitchFamily="18" charset="0"/>
              </a:rPr>
              <a:t>Az </a:t>
            </a:r>
            <a:r>
              <a:rPr lang="hu-HU" sz="2900" b="1" dirty="0" err="1">
                <a:latin typeface="Times New Roman" panose="02020603050405020304" pitchFamily="18" charset="0"/>
                <a:cs typeface="Times New Roman" panose="02020603050405020304" pitchFamily="18" charset="0"/>
              </a:rPr>
              <a:t>egyéni</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cég</a:t>
            </a:r>
            <a:endParaRPr lang="hu-HU" sz="2900" b="1" dirty="0">
              <a:latin typeface="Times New Roman" panose="02020603050405020304" pitchFamily="18" charset="0"/>
              <a:cs typeface="Times New Roman" panose="02020603050405020304" pitchFamily="18" charset="0"/>
            </a:endParaRPr>
          </a:p>
          <a:p>
            <a:pPr marL="0" indent="0">
              <a:buNone/>
            </a:pPr>
            <a:br>
              <a:rPr lang="hu-HU" sz="2900" b="1" dirty="0">
                <a:latin typeface="Times New Roman" panose="02020603050405020304" pitchFamily="18" charset="0"/>
                <a:cs typeface="Times New Roman" panose="02020603050405020304" pitchFamily="18" charset="0"/>
              </a:rPr>
            </a:br>
            <a:r>
              <a:rPr lang="hu-HU" sz="2900" dirty="0">
                <a:latin typeface="Times New Roman" panose="02020603050405020304" pitchFamily="18" charset="0"/>
                <a:cs typeface="Times New Roman" panose="02020603050405020304" pitchFamily="18" charset="0"/>
              </a:rPr>
              <a:t>- </a:t>
            </a:r>
            <a:r>
              <a:rPr lang="hu-HU" sz="2900" b="1" dirty="0">
                <a:latin typeface="Times New Roman" panose="02020603050405020304" pitchFamily="18" charset="0"/>
                <a:cs typeface="Times New Roman" panose="02020603050405020304" pitchFamily="18" charset="0"/>
              </a:rPr>
              <a:t>a </a:t>
            </a:r>
            <a:r>
              <a:rPr lang="hu-HU" sz="2900" b="1" dirty="0" err="1">
                <a:latin typeface="Times New Roman" panose="02020603050405020304" pitchFamily="18" charset="0"/>
                <a:cs typeface="Times New Roman" panose="02020603050405020304" pitchFamily="18" charset="0"/>
              </a:rPr>
              <a:t>cégnyilvántartásba</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történő</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bejegyzéssel</a:t>
            </a:r>
            <a:r>
              <a:rPr lang="hu-HU" sz="2900" b="1" dirty="0">
                <a:latin typeface="Times New Roman" panose="02020603050405020304" pitchFamily="18" charset="0"/>
                <a:cs typeface="Times New Roman" panose="02020603050405020304" pitchFamily="18" charset="0"/>
              </a:rPr>
              <a:t>, a </a:t>
            </a:r>
            <a:r>
              <a:rPr lang="hu-HU" sz="2900" b="1" dirty="0" err="1">
                <a:latin typeface="Times New Roman" panose="02020603050405020304" pitchFamily="18" charset="0"/>
                <a:cs typeface="Times New Roman" panose="02020603050405020304" pitchFamily="18" charset="0"/>
              </a:rPr>
              <a:t>bejegyzés</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napján</a:t>
            </a:r>
            <a:r>
              <a:rPr lang="hu-HU" sz="2900" b="1" dirty="0">
                <a:latin typeface="Times New Roman" panose="02020603050405020304" pitchFamily="18" charset="0"/>
                <a:cs typeface="Times New Roman" panose="02020603050405020304" pitchFamily="18" charset="0"/>
              </a:rPr>
              <a:t> jön </a:t>
            </a:r>
            <a:r>
              <a:rPr lang="hu-HU" sz="2900" b="1" dirty="0" err="1">
                <a:latin typeface="Times New Roman" panose="02020603050405020304" pitchFamily="18" charset="0"/>
                <a:cs typeface="Times New Roman" panose="02020603050405020304" pitchFamily="18" charset="0"/>
              </a:rPr>
              <a:t>létre</a:t>
            </a:r>
            <a:r>
              <a:rPr lang="hu-HU" sz="2900" b="1" dirty="0">
                <a:latin typeface="Times New Roman" panose="02020603050405020304" pitchFamily="18" charset="0"/>
                <a:cs typeface="Times New Roman" panose="02020603050405020304" pitchFamily="18" charset="0"/>
              </a:rPr>
              <a:t>,</a:t>
            </a:r>
            <a:br>
              <a:rPr lang="hu-HU" sz="2900" b="1" dirty="0">
                <a:latin typeface="Times New Roman" panose="02020603050405020304" pitchFamily="18" charset="0"/>
                <a:cs typeface="Times New Roman" panose="02020603050405020304" pitchFamily="18" charset="0"/>
              </a:rPr>
            </a:br>
            <a:r>
              <a:rPr lang="hu-HU" sz="2900" b="1" dirty="0">
                <a:latin typeface="Times New Roman" panose="02020603050405020304" pitchFamily="18" charset="0"/>
                <a:cs typeface="Times New Roman" panose="02020603050405020304" pitchFamily="18" charset="0"/>
              </a:rPr>
              <a:t>- a </a:t>
            </a:r>
            <a:r>
              <a:rPr lang="hu-HU" sz="2900" b="1" dirty="0" err="1">
                <a:latin typeface="Times New Roman" panose="02020603050405020304" pitchFamily="18" charset="0"/>
                <a:cs typeface="Times New Roman" panose="02020603050405020304" pitchFamily="18" charset="0"/>
              </a:rPr>
              <a:t>bejegyzés</a:t>
            </a:r>
            <a:r>
              <a:rPr lang="hu-HU" sz="2900" b="1" dirty="0">
                <a:latin typeface="Times New Roman" panose="02020603050405020304" pitchFamily="18" charset="0"/>
                <a:cs typeface="Times New Roman" panose="02020603050405020304" pitchFamily="18" charset="0"/>
              </a:rPr>
              <a:t> </a:t>
            </a:r>
            <a:r>
              <a:rPr lang="hu-HU" sz="2900" b="1" dirty="0" err="1">
                <a:latin typeface="Times New Roman" panose="02020603050405020304" pitchFamily="18" charset="0"/>
                <a:cs typeface="Times New Roman" panose="02020603050405020304" pitchFamily="18" charset="0"/>
              </a:rPr>
              <a:t>napját</a:t>
            </a:r>
            <a:r>
              <a:rPr lang="hu-HU" sz="2900" b="1" dirty="0">
                <a:latin typeface="Times New Roman" panose="02020603050405020304" pitchFamily="18" charset="0"/>
                <a:cs typeface="Times New Roman" panose="02020603050405020304" pitchFamily="18" charset="0"/>
              </a:rPr>
              <a:t> megelőzően nem kezdheti meg a működését. </a:t>
            </a:r>
            <a:endParaRPr lang="hu-HU" sz="2900" dirty="0">
              <a:latin typeface="Times New Roman" panose="02020603050405020304" pitchFamily="18" charset="0"/>
              <a:cs typeface="Times New Roman" panose="02020603050405020304" pitchFamily="18" charset="0"/>
            </a:endParaRPr>
          </a:p>
          <a:p>
            <a:pPr marL="0" indent="0">
              <a:buNone/>
            </a:pPr>
            <a:r>
              <a:rPr lang="hu-HU" sz="2900" b="1" dirty="0">
                <a:solidFill>
                  <a:srgbClr val="FF0000"/>
                </a:solidFill>
                <a:latin typeface="Times New Roman" panose="02020603050405020304" pitchFamily="18" charset="0"/>
                <a:cs typeface="Times New Roman" panose="02020603050405020304" pitchFamily="18" charset="0"/>
              </a:rPr>
              <a:t>DE: az az </a:t>
            </a:r>
            <a:r>
              <a:rPr lang="hu-HU" sz="2900" b="1" dirty="0" err="1">
                <a:solidFill>
                  <a:srgbClr val="FF0000"/>
                </a:solidFill>
                <a:latin typeface="Times New Roman" panose="02020603050405020304" pitchFamily="18" charset="0"/>
                <a:cs typeface="Times New Roman" panose="02020603050405020304" pitchFamily="18" charset="0"/>
              </a:rPr>
              <a:t>egyéni</a:t>
            </a:r>
            <a:r>
              <a:rPr lang="hu-HU" sz="2900" b="1" dirty="0">
                <a:solidFill>
                  <a:srgbClr val="FF0000"/>
                </a:solidFill>
                <a:latin typeface="Times New Roman" panose="02020603050405020304" pitchFamily="18" charset="0"/>
                <a:cs typeface="Times New Roman" panose="02020603050405020304" pitchFamily="18" charset="0"/>
              </a:rPr>
              <a:t> </a:t>
            </a:r>
            <a:r>
              <a:rPr lang="hu-HU" sz="2900" b="1" dirty="0" err="1">
                <a:solidFill>
                  <a:srgbClr val="FF0000"/>
                </a:solidFill>
                <a:latin typeface="Times New Roman" panose="02020603050405020304" pitchFamily="18" charset="0"/>
                <a:cs typeface="Times New Roman" panose="02020603050405020304" pitchFamily="18" charset="0"/>
              </a:rPr>
              <a:t>vállalkozó</a:t>
            </a:r>
            <a:r>
              <a:rPr lang="hu-HU" sz="2900" b="1" dirty="0">
                <a:solidFill>
                  <a:srgbClr val="FF0000"/>
                </a:solidFill>
                <a:latin typeface="Times New Roman" panose="02020603050405020304" pitchFamily="18" charset="0"/>
                <a:cs typeface="Times New Roman" panose="02020603050405020304" pitchFamily="18" charset="0"/>
              </a:rPr>
              <a:t>, aki szünetelteti a </a:t>
            </a:r>
            <a:r>
              <a:rPr lang="hu-HU" sz="2900" b="1" dirty="0" err="1">
                <a:solidFill>
                  <a:srgbClr val="FF0000"/>
                </a:solidFill>
                <a:latin typeface="Times New Roman" panose="02020603050405020304" pitchFamily="18" charset="0"/>
                <a:cs typeface="Times New Roman" panose="02020603050405020304" pitchFamily="18" charset="0"/>
              </a:rPr>
              <a:t>vállalkozói</a:t>
            </a:r>
            <a:r>
              <a:rPr lang="hu-HU" sz="2900" b="1" dirty="0">
                <a:solidFill>
                  <a:srgbClr val="FF0000"/>
                </a:solidFill>
                <a:latin typeface="Times New Roman" panose="02020603050405020304" pitchFamily="18" charset="0"/>
                <a:cs typeface="Times New Roman" panose="02020603050405020304" pitchFamily="18" charset="0"/>
              </a:rPr>
              <a:t> </a:t>
            </a:r>
            <a:r>
              <a:rPr lang="hu-HU" sz="2900" b="1" dirty="0" err="1">
                <a:solidFill>
                  <a:srgbClr val="FF0000"/>
                </a:solidFill>
                <a:latin typeface="Times New Roman" panose="02020603050405020304" pitchFamily="18" charset="0"/>
                <a:cs typeface="Times New Roman" panose="02020603050405020304" pitchFamily="18" charset="0"/>
              </a:rPr>
              <a:t>tevékenységét</a:t>
            </a:r>
            <a:r>
              <a:rPr lang="hu-HU" sz="2900" b="1" dirty="0">
                <a:solidFill>
                  <a:srgbClr val="FF0000"/>
                </a:solidFill>
                <a:latin typeface="Times New Roman" panose="02020603050405020304" pitchFamily="18" charset="0"/>
                <a:cs typeface="Times New Roman" panose="02020603050405020304" pitchFamily="18" charset="0"/>
              </a:rPr>
              <a:t>, a </a:t>
            </a:r>
            <a:r>
              <a:rPr lang="hu-HU" sz="2900" b="1" dirty="0" err="1">
                <a:solidFill>
                  <a:srgbClr val="FF0000"/>
                </a:solidFill>
                <a:latin typeface="Times New Roman" panose="02020603050405020304" pitchFamily="18" charset="0"/>
                <a:cs typeface="Times New Roman" panose="02020603050405020304" pitchFamily="18" charset="0"/>
              </a:rPr>
              <a:t>szünetelés</a:t>
            </a:r>
            <a:r>
              <a:rPr lang="hu-HU" sz="2900" b="1" dirty="0">
                <a:solidFill>
                  <a:srgbClr val="FF0000"/>
                </a:solidFill>
                <a:latin typeface="Times New Roman" panose="02020603050405020304" pitchFamily="18" charset="0"/>
                <a:cs typeface="Times New Roman" panose="02020603050405020304" pitchFamily="18" charset="0"/>
              </a:rPr>
              <a:t> ideje alatt nem </a:t>
            </a:r>
            <a:r>
              <a:rPr lang="hu-HU" sz="2900" b="1" dirty="0" err="1">
                <a:solidFill>
                  <a:srgbClr val="FF0000"/>
                </a:solidFill>
                <a:latin typeface="Times New Roman" panose="02020603050405020304" pitchFamily="18" charset="0"/>
                <a:cs typeface="Times New Roman" panose="02020603050405020304" pitchFamily="18" charset="0"/>
              </a:rPr>
              <a:t>alapíthat</a:t>
            </a:r>
            <a:r>
              <a:rPr lang="hu-HU" sz="2900" b="1" dirty="0">
                <a:solidFill>
                  <a:srgbClr val="FF0000"/>
                </a:solidFill>
                <a:latin typeface="Times New Roman" panose="02020603050405020304" pitchFamily="18" charset="0"/>
                <a:cs typeface="Times New Roman" panose="02020603050405020304" pitchFamily="18" charset="0"/>
              </a:rPr>
              <a:t> </a:t>
            </a:r>
            <a:r>
              <a:rPr lang="hu-HU" sz="2900" b="1" dirty="0" err="1">
                <a:solidFill>
                  <a:srgbClr val="FF0000"/>
                </a:solidFill>
                <a:latin typeface="Times New Roman" panose="02020603050405020304" pitchFamily="18" charset="0"/>
                <a:cs typeface="Times New Roman" panose="02020603050405020304" pitchFamily="18" charset="0"/>
              </a:rPr>
              <a:t>egyéni</a:t>
            </a:r>
            <a:r>
              <a:rPr lang="hu-HU" sz="2900" b="1" dirty="0">
                <a:solidFill>
                  <a:srgbClr val="FF0000"/>
                </a:solidFill>
                <a:latin typeface="Times New Roman" panose="02020603050405020304" pitchFamily="18" charset="0"/>
                <a:cs typeface="Times New Roman" panose="02020603050405020304" pitchFamily="18" charset="0"/>
              </a:rPr>
              <a:t> </a:t>
            </a:r>
            <a:r>
              <a:rPr lang="hu-HU" sz="2900" b="1" dirty="0" err="1">
                <a:solidFill>
                  <a:srgbClr val="FF0000"/>
                </a:solidFill>
                <a:latin typeface="Times New Roman" panose="02020603050405020304" pitchFamily="18" charset="0"/>
                <a:cs typeface="Times New Roman" panose="02020603050405020304" pitchFamily="18" charset="0"/>
              </a:rPr>
              <a:t>céget</a:t>
            </a:r>
            <a:r>
              <a:rPr lang="hu-HU" sz="2900" b="1" dirty="0">
                <a:solidFill>
                  <a:srgbClr val="FF0000"/>
                </a:solidFill>
                <a:latin typeface="Times New Roman" panose="02020603050405020304" pitchFamily="18" charset="0"/>
                <a:cs typeface="Times New Roman" panose="02020603050405020304" pitchFamily="18" charset="0"/>
              </a:rPr>
              <a:t>. </a:t>
            </a:r>
            <a:endParaRPr lang="hu-HU" sz="2900" dirty="0">
              <a:solidFill>
                <a:srgbClr val="FF0000"/>
              </a:solidFill>
              <a:latin typeface="Times New Roman" panose="02020603050405020304" pitchFamily="18" charset="0"/>
              <a:cs typeface="Times New Roman" panose="02020603050405020304" pitchFamily="18" charset="0"/>
            </a:endParaRPr>
          </a:p>
          <a:p>
            <a:pPr marL="0" indent="0">
              <a:buNone/>
            </a:pPr>
            <a:endParaRPr lang="hu-HU" sz="2400" dirty="0">
              <a:latin typeface="Times New Roman" panose="02020603050405020304" pitchFamily="18" charset="0"/>
              <a:cs typeface="Times New Roman" panose="02020603050405020304" pitchFamily="18" charset="0"/>
            </a:endParaRPr>
          </a:p>
          <a:p>
            <a:endParaRPr lang="hu-HU" dirty="0"/>
          </a:p>
        </p:txBody>
      </p:sp>
    </p:spTree>
    <p:extLst>
      <p:ext uri="{BB962C8B-B14F-4D97-AF65-F5344CB8AC3E}">
        <p14:creationId xmlns:p14="http://schemas.microsoft.com/office/powerpoint/2010/main" val="5065881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a:extLst>
              <a:ext uri="{FF2B5EF4-FFF2-40B4-BE49-F238E27FC236}">
                <a16:creationId xmlns:a16="http://schemas.microsoft.com/office/drawing/2014/main" id="{C20D40A9-8792-AAE6-C4C4-B84EE29C44CB}"/>
              </a:ext>
            </a:extLst>
          </p:cNvPr>
          <p:cNvSpPr>
            <a:spLocks noGrp="1"/>
          </p:cNvSpPr>
          <p:nvPr>
            <p:ph idx="1"/>
          </p:nvPr>
        </p:nvSpPr>
        <p:spPr>
          <a:xfrm>
            <a:off x="1074370" y="607925"/>
            <a:ext cx="10380752" cy="5823020"/>
          </a:xfrm>
        </p:spPr>
        <p:txBody>
          <a:bodyPr>
            <a:normAutofit fontScale="62500" lnSpcReduction="20000"/>
          </a:bodyPr>
          <a:lstStyle/>
          <a:p>
            <a:pPr marL="0" indent="0">
              <a:buNone/>
            </a:pPr>
            <a:r>
              <a:rPr lang="hu-HU" sz="2400" dirty="0">
                <a:latin typeface="Times New Roman" panose="02020603050405020304" pitchFamily="18" charset="0"/>
                <a:cs typeface="Times New Roman" panose="02020603050405020304" pitchFamily="18" charset="0"/>
              </a:rPr>
              <a:t>Az </a:t>
            </a:r>
            <a:r>
              <a:rPr lang="hu-HU" sz="2400" dirty="0" err="1">
                <a:latin typeface="Times New Roman" panose="02020603050405020304" pitchFamily="18" charset="0"/>
                <a:cs typeface="Times New Roman" panose="02020603050405020304" pitchFamily="18" charset="0"/>
              </a:rPr>
              <a:t>egyéni</a:t>
            </a:r>
            <a:r>
              <a:rPr lang="hu-HU" sz="2400" dirty="0">
                <a:latin typeface="Times New Roman" panose="02020603050405020304" pitchFamily="18" charset="0"/>
                <a:cs typeface="Times New Roman" panose="02020603050405020304" pitchFamily="18" charset="0"/>
              </a:rPr>
              <a:t> </a:t>
            </a:r>
            <a:r>
              <a:rPr lang="hu-HU" sz="2400" dirty="0" err="1">
                <a:latin typeface="Times New Roman" panose="02020603050405020304" pitchFamily="18" charset="0"/>
                <a:cs typeface="Times New Roman" panose="02020603050405020304" pitchFamily="18" charset="0"/>
              </a:rPr>
              <a:t>cég</a:t>
            </a:r>
            <a:r>
              <a:rPr lang="hu-HU" sz="2400" dirty="0">
                <a:latin typeface="Times New Roman" panose="02020603050405020304" pitchFamily="18" charset="0"/>
                <a:cs typeface="Times New Roman" panose="02020603050405020304" pitchFamily="18" charset="0"/>
              </a:rPr>
              <a:t> </a:t>
            </a:r>
            <a:r>
              <a:rPr lang="hu-HU" sz="2400" dirty="0" err="1">
                <a:solidFill>
                  <a:schemeClr val="accent2"/>
                </a:solidFill>
                <a:latin typeface="Times New Roman" panose="02020603050405020304" pitchFamily="18" charset="0"/>
                <a:cs typeface="Times New Roman" panose="02020603050405020304" pitchFamily="18" charset="0"/>
              </a:rPr>
              <a:t>megalapítás</a:t>
            </a:r>
            <a:r>
              <a:rPr lang="hu-HU" sz="2400" dirty="0" err="1">
                <a:latin typeface="Times New Roman" panose="02020603050405020304" pitchFamily="18" charset="0"/>
                <a:cs typeface="Times New Roman" panose="02020603050405020304" pitchFamily="18" charset="0"/>
              </a:rPr>
              <a:t>a</a:t>
            </a:r>
            <a:r>
              <a:rPr lang="hu-HU" sz="2400" dirty="0">
                <a:latin typeface="Times New Roman" panose="02020603050405020304" pitchFamily="18" charset="0"/>
                <a:cs typeface="Times New Roman" panose="02020603050405020304" pitchFamily="18" charset="0"/>
              </a:rPr>
              <a:t>:</a:t>
            </a:r>
          </a:p>
          <a:p>
            <a:pPr>
              <a:buFontTx/>
              <a:buChar char="-"/>
            </a:pPr>
            <a:r>
              <a:rPr lang="hu-HU" sz="2400" dirty="0">
                <a:latin typeface="Times New Roman" panose="02020603050405020304" pitchFamily="18" charset="0"/>
                <a:cs typeface="Times New Roman" panose="02020603050405020304" pitchFamily="18" charset="0"/>
              </a:rPr>
              <a:t>Nincs </a:t>
            </a:r>
            <a:r>
              <a:rPr lang="hu-HU" sz="2400" dirty="0" err="1">
                <a:latin typeface="Times New Roman" panose="02020603050405020304" pitchFamily="18" charset="0"/>
                <a:cs typeface="Times New Roman" panose="02020603050405020304" pitchFamily="18" charset="0"/>
              </a:rPr>
              <a:t>minimális</a:t>
            </a:r>
            <a:r>
              <a:rPr lang="hu-HU" sz="2400" dirty="0">
                <a:latin typeface="Times New Roman" panose="02020603050405020304" pitchFamily="18" charset="0"/>
                <a:cs typeface="Times New Roman" panose="02020603050405020304" pitchFamily="18" charset="0"/>
              </a:rPr>
              <a:t> </a:t>
            </a:r>
            <a:r>
              <a:rPr lang="hu-HU" sz="2400" dirty="0" err="1">
                <a:latin typeface="Times New Roman" panose="02020603050405020304" pitchFamily="18" charset="0"/>
                <a:cs typeface="Times New Roman" panose="02020603050405020304" pitchFamily="18" charset="0"/>
              </a:rPr>
              <a:t>tőkére</a:t>
            </a:r>
            <a:r>
              <a:rPr lang="hu-HU" sz="2400" dirty="0">
                <a:latin typeface="Times New Roman" panose="02020603050405020304" pitchFamily="18" charset="0"/>
                <a:cs typeface="Times New Roman" panose="02020603050405020304" pitchFamily="18" charset="0"/>
              </a:rPr>
              <a:t> vonatkozó előírás</a:t>
            </a:r>
          </a:p>
          <a:p>
            <a:pPr lvl="1">
              <a:buFontTx/>
              <a:buChar char="-"/>
            </a:pPr>
            <a:r>
              <a:rPr lang="hu-HU" sz="2400" dirty="0">
                <a:latin typeface="Times New Roman" panose="02020603050405020304" pitchFamily="18" charset="0"/>
                <a:cs typeface="Times New Roman" panose="02020603050405020304" pitchFamily="18" charset="0"/>
              </a:rPr>
              <a:t>ha a jegyzett tőke összege (az az összeg, amellyel az </a:t>
            </a:r>
            <a:r>
              <a:rPr lang="hu-HU" sz="2400" dirty="0" err="1">
                <a:latin typeface="Times New Roman" panose="02020603050405020304" pitchFamily="18" charset="0"/>
                <a:cs typeface="Times New Roman" panose="02020603050405020304" pitchFamily="18" charset="0"/>
              </a:rPr>
              <a:t>egyéni</a:t>
            </a:r>
            <a:r>
              <a:rPr lang="hu-HU" sz="2400" dirty="0">
                <a:latin typeface="Times New Roman" panose="02020603050405020304" pitchFamily="18" charset="0"/>
                <a:cs typeface="Times New Roman" panose="02020603050405020304" pitchFamily="18" charset="0"/>
              </a:rPr>
              <a:t> </a:t>
            </a:r>
            <a:r>
              <a:rPr lang="hu-HU" sz="2400" dirty="0" err="1">
                <a:latin typeface="Times New Roman" panose="02020603050405020304" pitchFamily="18" charset="0"/>
                <a:cs typeface="Times New Roman" panose="02020603050405020304" pitchFamily="18" charset="0"/>
              </a:rPr>
              <a:t>céget</a:t>
            </a:r>
            <a:r>
              <a:rPr lang="hu-HU" sz="2400" dirty="0">
                <a:latin typeface="Times New Roman" panose="02020603050405020304" pitchFamily="18" charset="0"/>
                <a:cs typeface="Times New Roman" panose="02020603050405020304" pitchFamily="18" charset="0"/>
              </a:rPr>
              <a:t> </a:t>
            </a:r>
            <a:r>
              <a:rPr lang="hu-HU" sz="2400" dirty="0" err="1">
                <a:latin typeface="Times New Roman" panose="02020603050405020304" pitchFamily="18" charset="0"/>
                <a:cs typeface="Times New Roman" panose="02020603050405020304" pitchFamily="18" charset="0"/>
              </a:rPr>
              <a:t>alapítják</a:t>
            </a:r>
            <a:r>
              <a:rPr lang="hu-HU" sz="2400" dirty="0">
                <a:latin typeface="Times New Roman" panose="02020603050405020304" pitchFamily="18" charset="0"/>
                <a:cs typeface="Times New Roman" panose="02020603050405020304" pitchFamily="18" charset="0"/>
              </a:rPr>
              <a:t>) 200 000 Ft alatt van </a:t>
            </a:r>
            <a:r>
              <a:rPr lang="hu-HU" sz="2400" dirty="0">
                <a:latin typeface="Times New Roman" panose="02020603050405020304" pitchFamily="18" charset="0"/>
                <a:cs typeface="Times New Roman" panose="02020603050405020304" pitchFamily="18" charset="0"/>
                <a:sym typeface="Wingdings" panose="05000000000000000000" pitchFamily="2" charset="2"/>
              </a:rPr>
              <a:t> </a:t>
            </a:r>
            <a:r>
              <a:rPr lang="hu-HU" sz="2400" dirty="0">
                <a:latin typeface="Times New Roman" panose="02020603050405020304" pitchFamily="18" charset="0"/>
                <a:cs typeface="Times New Roman" panose="02020603050405020304" pitchFamily="18" charset="0"/>
              </a:rPr>
              <a:t>a tőke csak </a:t>
            </a:r>
            <a:r>
              <a:rPr lang="hu-HU" sz="2400" dirty="0" err="1">
                <a:latin typeface="Times New Roman" panose="02020603050405020304" pitchFamily="18" charset="0"/>
                <a:cs typeface="Times New Roman" panose="02020603050405020304" pitchFamily="18" charset="0"/>
              </a:rPr>
              <a:t>pénzbeli</a:t>
            </a:r>
            <a:r>
              <a:rPr lang="hu-HU" sz="2400" dirty="0">
                <a:latin typeface="Times New Roman" panose="02020603050405020304" pitchFamily="18" charset="0"/>
                <a:cs typeface="Times New Roman" panose="02020603050405020304" pitchFamily="18" charset="0"/>
              </a:rPr>
              <a:t> </a:t>
            </a:r>
            <a:r>
              <a:rPr lang="hu-HU" sz="2400" dirty="0" err="1">
                <a:latin typeface="Times New Roman" panose="02020603050405020304" pitchFamily="18" charset="0"/>
                <a:cs typeface="Times New Roman" panose="02020603050405020304" pitchFamily="18" charset="0"/>
              </a:rPr>
              <a:t>hozzájárulásból</a:t>
            </a:r>
            <a:r>
              <a:rPr lang="hu-HU" sz="2400" dirty="0">
                <a:latin typeface="Times New Roman" panose="02020603050405020304" pitchFamily="18" charset="0"/>
                <a:cs typeface="Times New Roman" panose="02020603050405020304" pitchFamily="18" charset="0"/>
              </a:rPr>
              <a:t> </a:t>
            </a:r>
            <a:r>
              <a:rPr lang="hu-HU" sz="2400" dirty="0" err="1">
                <a:latin typeface="Times New Roman" panose="02020603050405020304" pitchFamily="18" charset="0"/>
                <a:cs typeface="Times New Roman" panose="02020603050405020304" pitchFamily="18" charset="0"/>
              </a:rPr>
              <a:t>állhat</a:t>
            </a:r>
            <a:endParaRPr lang="hu-HU" sz="2400" dirty="0">
              <a:latin typeface="Times New Roman" panose="02020603050405020304" pitchFamily="18" charset="0"/>
              <a:cs typeface="Times New Roman" panose="02020603050405020304" pitchFamily="18" charset="0"/>
            </a:endParaRPr>
          </a:p>
          <a:p>
            <a:pPr lvl="1">
              <a:buFontTx/>
              <a:buChar char="-"/>
            </a:pPr>
            <a:r>
              <a:rPr lang="hu-HU" sz="2400" dirty="0">
                <a:latin typeface="Times New Roman" panose="02020603050405020304" pitchFamily="18" charset="0"/>
                <a:cs typeface="Times New Roman" panose="02020603050405020304" pitchFamily="18" charset="0"/>
              </a:rPr>
              <a:t>ha a jegyzett tőke összege meghaladja a 200 000 Ft-ot </a:t>
            </a:r>
            <a:r>
              <a:rPr lang="hu-HU" sz="2400" dirty="0">
                <a:latin typeface="Times New Roman" panose="02020603050405020304" pitchFamily="18" charset="0"/>
                <a:cs typeface="Times New Roman" panose="02020603050405020304" pitchFamily="18" charset="0"/>
                <a:sym typeface="Wingdings" panose="05000000000000000000" pitchFamily="2" charset="2"/>
              </a:rPr>
              <a:t> </a:t>
            </a:r>
            <a:r>
              <a:rPr lang="hu-HU" sz="2400" dirty="0">
                <a:latin typeface="Times New Roman" panose="02020603050405020304" pitchFamily="18" charset="0"/>
                <a:cs typeface="Times New Roman" panose="02020603050405020304" pitchFamily="18" charset="0"/>
              </a:rPr>
              <a:t>a jegyzett tőke </a:t>
            </a:r>
            <a:r>
              <a:rPr lang="hu-HU" sz="2400" dirty="0" err="1">
                <a:latin typeface="Times New Roman" panose="02020603050405020304" pitchFamily="18" charset="0"/>
                <a:cs typeface="Times New Roman" panose="02020603050405020304" pitchFamily="18" charset="0"/>
              </a:rPr>
              <a:t>pénzbeli</a:t>
            </a:r>
            <a:r>
              <a:rPr lang="hu-HU" sz="2400" dirty="0">
                <a:latin typeface="Times New Roman" panose="02020603050405020304" pitchFamily="18" charset="0"/>
                <a:cs typeface="Times New Roman" panose="02020603050405020304" pitchFamily="18" charset="0"/>
              </a:rPr>
              <a:t> </a:t>
            </a:r>
            <a:r>
              <a:rPr lang="hu-HU" sz="2400" dirty="0" err="1">
                <a:latin typeface="Times New Roman" panose="02020603050405020304" pitchFamily="18" charset="0"/>
                <a:cs typeface="Times New Roman" panose="02020603050405020304" pitchFamily="18" charset="0"/>
              </a:rPr>
              <a:t>és</a:t>
            </a:r>
            <a:r>
              <a:rPr lang="hu-HU" sz="2400" dirty="0">
                <a:latin typeface="Times New Roman" panose="02020603050405020304" pitchFamily="18" charset="0"/>
                <a:cs typeface="Times New Roman" panose="02020603050405020304" pitchFamily="18" charset="0"/>
              </a:rPr>
              <a:t> nem </a:t>
            </a:r>
            <a:r>
              <a:rPr lang="hu-HU" sz="2400" dirty="0" err="1">
                <a:latin typeface="Times New Roman" panose="02020603050405020304" pitchFamily="18" charset="0"/>
                <a:cs typeface="Times New Roman" panose="02020603050405020304" pitchFamily="18" charset="0"/>
              </a:rPr>
              <a:t>pénzbeli</a:t>
            </a:r>
            <a:r>
              <a:rPr lang="hu-HU" sz="2400" dirty="0">
                <a:latin typeface="Times New Roman" panose="02020603050405020304" pitchFamily="18" charset="0"/>
                <a:cs typeface="Times New Roman" panose="02020603050405020304" pitchFamily="18" charset="0"/>
              </a:rPr>
              <a:t> (</a:t>
            </a:r>
            <a:r>
              <a:rPr lang="hu-HU" sz="2400" dirty="0" err="1">
                <a:latin typeface="Times New Roman" panose="02020603050405020304" pitchFamily="18" charset="0"/>
                <a:cs typeface="Times New Roman" panose="02020603050405020304" pitchFamily="18" charset="0"/>
              </a:rPr>
              <a:t>ún</a:t>
            </a:r>
            <a:r>
              <a:rPr lang="hu-HU" sz="2400" dirty="0">
                <a:latin typeface="Times New Roman" panose="02020603050405020304" pitchFamily="18" charset="0"/>
                <a:cs typeface="Times New Roman" panose="02020603050405020304" pitchFamily="18" charset="0"/>
              </a:rPr>
              <a:t>. apport) </a:t>
            </a:r>
            <a:r>
              <a:rPr lang="hu-HU" sz="2400" dirty="0" err="1">
                <a:latin typeface="Times New Roman" panose="02020603050405020304" pitchFamily="18" charset="0"/>
                <a:cs typeface="Times New Roman" panose="02020603050405020304" pitchFamily="18" charset="0"/>
              </a:rPr>
              <a:t>hozzájárulásból</a:t>
            </a:r>
            <a:r>
              <a:rPr lang="hu-HU" sz="2400" dirty="0">
                <a:latin typeface="Times New Roman" panose="02020603050405020304" pitchFamily="18" charset="0"/>
                <a:cs typeface="Times New Roman" panose="02020603050405020304" pitchFamily="18" charset="0"/>
              </a:rPr>
              <a:t> is </a:t>
            </a:r>
            <a:r>
              <a:rPr lang="hu-HU" sz="2400" dirty="0" err="1">
                <a:latin typeface="Times New Roman" panose="02020603050405020304" pitchFamily="18" charset="0"/>
                <a:cs typeface="Times New Roman" panose="02020603050405020304" pitchFamily="18" charset="0"/>
              </a:rPr>
              <a:t>állhat</a:t>
            </a:r>
            <a:r>
              <a:rPr lang="hu-HU" sz="2400" dirty="0">
                <a:latin typeface="Times New Roman" panose="02020603050405020304" pitchFamily="18" charset="0"/>
                <a:cs typeface="Times New Roman" panose="02020603050405020304" pitchFamily="18" charset="0"/>
              </a:rPr>
              <a:t>.  </a:t>
            </a:r>
          </a:p>
          <a:p>
            <a:pPr lvl="1">
              <a:buFontTx/>
              <a:buChar char="-"/>
            </a:pPr>
            <a:endParaRPr lang="hu-HU" sz="2400" dirty="0">
              <a:latin typeface="Times New Roman" panose="02020603050405020304" pitchFamily="18" charset="0"/>
              <a:cs typeface="Times New Roman" panose="02020603050405020304" pitchFamily="18" charset="0"/>
            </a:endParaRPr>
          </a:p>
          <a:p>
            <a:pPr>
              <a:buFontTx/>
              <a:buChar char="-"/>
            </a:pPr>
            <a:r>
              <a:rPr lang="hu-HU" sz="2400" dirty="0" err="1">
                <a:solidFill>
                  <a:schemeClr val="accent2"/>
                </a:solidFill>
                <a:latin typeface="Times New Roman" panose="02020603050405020304" pitchFamily="18" charset="0"/>
                <a:cs typeface="Times New Roman" panose="02020603050405020304" pitchFamily="18" charset="0"/>
              </a:rPr>
              <a:t>Felelősség</a:t>
            </a:r>
            <a:r>
              <a:rPr lang="hu-HU" sz="2400" dirty="0">
                <a:latin typeface="Times New Roman" panose="02020603050405020304" pitchFamily="18" charset="0"/>
                <a:cs typeface="Times New Roman" panose="02020603050405020304" pitchFamily="18" charset="0"/>
              </a:rPr>
              <a:t>: </a:t>
            </a:r>
          </a:p>
          <a:p>
            <a:pPr marL="742950" lvl="1" indent="-285750">
              <a:buFontTx/>
              <a:buChar char="-"/>
            </a:pPr>
            <a:r>
              <a:rPr lang="hu-HU" sz="2400" dirty="0">
                <a:latin typeface="Times New Roman" panose="02020603050405020304" pitchFamily="18" charset="0"/>
                <a:cs typeface="Times New Roman" panose="02020603050405020304" pitchFamily="18" charset="0"/>
              </a:rPr>
              <a:t> ha az </a:t>
            </a:r>
            <a:r>
              <a:rPr lang="hu-HU" sz="2400" dirty="0" err="1">
                <a:latin typeface="Times New Roman" panose="02020603050405020304" pitchFamily="18" charset="0"/>
                <a:cs typeface="Times New Roman" panose="02020603050405020304" pitchFamily="18" charset="0"/>
              </a:rPr>
              <a:t>egyéni</a:t>
            </a:r>
            <a:r>
              <a:rPr lang="hu-HU" sz="2400" dirty="0">
                <a:latin typeface="Times New Roman" panose="02020603050405020304" pitchFamily="18" charset="0"/>
                <a:cs typeface="Times New Roman" panose="02020603050405020304" pitchFamily="18" charset="0"/>
              </a:rPr>
              <a:t> </a:t>
            </a:r>
            <a:r>
              <a:rPr lang="hu-HU" sz="2400" dirty="0" err="1">
                <a:latin typeface="Times New Roman" panose="02020603050405020304" pitchFamily="18" charset="0"/>
                <a:cs typeface="Times New Roman" panose="02020603050405020304" pitchFamily="18" charset="0"/>
              </a:rPr>
              <a:t>cég</a:t>
            </a:r>
            <a:r>
              <a:rPr lang="hu-HU" sz="2400" dirty="0">
                <a:latin typeface="Times New Roman" panose="02020603050405020304" pitchFamily="18" charset="0"/>
                <a:cs typeface="Times New Roman" panose="02020603050405020304" pitchFamily="18" charset="0"/>
              </a:rPr>
              <a:t> vagyona a </a:t>
            </a:r>
            <a:r>
              <a:rPr lang="hu-HU" sz="2400" dirty="0" err="1">
                <a:latin typeface="Times New Roman" panose="02020603050405020304" pitchFamily="18" charset="0"/>
                <a:cs typeface="Times New Roman" panose="02020603050405020304" pitchFamily="18" charset="0"/>
              </a:rPr>
              <a:t>követelést</a:t>
            </a:r>
            <a:r>
              <a:rPr lang="hu-HU" sz="2400" dirty="0">
                <a:latin typeface="Times New Roman" panose="02020603050405020304" pitchFamily="18" charset="0"/>
                <a:cs typeface="Times New Roman" panose="02020603050405020304" pitchFamily="18" charset="0"/>
              </a:rPr>
              <a:t> nem fedezi, a tag </a:t>
            </a:r>
            <a:r>
              <a:rPr lang="hu-HU" sz="2400" dirty="0" err="1">
                <a:solidFill>
                  <a:srgbClr val="C00000"/>
                </a:solidFill>
                <a:latin typeface="Times New Roman" panose="02020603050405020304" pitchFamily="18" charset="0"/>
                <a:cs typeface="Times New Roman" panose="02020603050405020304" pitchFamily="18" charset="0"/>
              </a:rPr>
              <a:t>saját</a:t>
            </a:r>
            <a:r>
              <a:rPr lang="hu-HU" sz="2400" dirty="0">
                <a:solidFill>
                  <a:srgbClr val="C00000"/>
                </a:solidFill>
                <a:latin typeface="Times New Roman" panose="02020603050405020304" pitchFamily="18" charset="0"/>
                <a:cs typeface="Times New Roman" panose="02020603050405020304" pitchFamily="18" charset="0"/>
              </a:rPr>
              <a:t> </a:t>
            </a:r>
            <a:r>
              <a:rPr lang="hu-HU" sz="2400" dirty="0" err="1">
                <a:solidFill>
                  <a:srgbClr val="C00000"/>
                </a:solidFill>
                <a:latin typeface="Times New Roman" panose="02020603050405020304" pitchFamily="18" charset="0"/>
                <a:cs typeface="Times New Roman" panose="02020603050405020304" pitchFamily="18" charset="0"/>
              </a:rPr>
              <a:t>vagyonával</a:t>
            </a:r>
            <a:r>
              <a:rPr lang="hu-HU" sz="2400" dirty="0">
                <a:solidFill>
                  <a:srgbClr val="C00000"/>
                </a:solidFill>
                <a:latin typeface="Times New Roman" panose="02020603050405020304" pitchFamily="18" charset="0"/>
                <a:cs typeface="Times New Roman" panose="02020603050405020304" pitchFamily="18" charset="0"/>
              </a:rPr>
              <a:t> </a:t>
            </a:r>
            <a:r>
              <a:rPr lang="hu-HU" sz="2400" dirty="0" err="1">
                <a:solidFill>
                  <a:srgbClr val="C00000"/>
                </a:solidFill>
                <a:latin typeface="Times New Roman" panose="02020603050405020304" pitchFamily="18" charset="0"/>
                <a:cs typeface="Times New Roman" panose="02020603050405020304" pitchFamily="18" charset="0"/>
              </a:rPr>
              <a:t>korlátlanul</a:t>
            </a:r>
            <a:r>
              <a:rPr lang="hu-HU" sz="2400" dirty="0">
                <a:solidFill>
                  <a:srgbClr val="C00000"/>
                </a:solidFill>
                <a:latin typeface="Times New Roman" panose="02020603050405020304" pitchFamily="18" charset="0"/>
                <a:cs typeface="Times New Roman" panose="02020603050405020304" pitchFamily="18" charset="0"/>
              </a:rPr>
              <a:t> </a:t>
            </a:r>
            <a:r>
              <a:rPr lang="hu-HU" sz="2400" dirty="0">
                <a:latin typeface="Times New Roman" panose="02020603050405020304" pitchFamily="18" charset="0"/>
                <a:cs typeface="Times New Roman" panose="02020603050405020304" pitchFamily="18" charset="0"/>
              </a:rPr>
              <a:t>felel</a:t>
            </a:r>
          </a:p>
          <a:p>
            <a:pPr marL="742950" lvl="1" indent="-285750">
              <a:buFontTx/>
              <a:buChar char="-"/>
            </a:pPr>
            <a:r>
              <a:rPr lang="hu-HU" sz="2400" dirty="0" err="1">
                <a:latin typeface="Times New Roman" panose="02020603050405020304" pitchFamily="18" charset="0"/>
                <a:cs typeface="Times New Roman" panose="02020603050405020304" pitchFamily="18" charset="0"/>
              </a:rPr>
              <a:t>egyéni</a:t>
            </a:r>
            <a:r>
              <a:rPr lang="hu-HU" sz="2400" dirty="0">
                <a:latin typeface="Times New Roman" panose="02020603050405020304" pitchFamily="18" charset="0"/>
                <a:cs typeface="Times New Roman" panose="02020603050405020304" pitchFamily="18" charset="0"/>
              </a:rPr>
              <a:t> </a:t>
            </a:r>
            <a:r>
              <a:rPr lang="hu-HU" sz="2400" dirty="0" err="1">
                <a:latin typeface="Times New Roman" panose="02020603050405020304" pitchFamily="18" charset="0"/>
                <a:cs typeface="Times New Roman" panose="02020603050405020304" pitchFamily="18" charset="0"/>
              </a:rPr>
              <a:t>cég</a:t>
            </a:r>
            <a:r>
              <a:rPr lang="hu-HU" sz="2400" dirty="0">
                <a:latin typeface="Times New Roman" panose="02020603050405020304" pitchFamily="18" charset="0"/>
                <a:cs typeface="Times New Roman" panose="02020603050405020304" pitchFamily="18" charset="0"/>
              </a:rPr>
              <a:t> </a:t>
            </a:r>
            <a:r>
              <a:rPr lang="hu-HU" sz="2400" dirty="0" err="1">
                <a:latin typeface="Times New Roman" panose="02020603050405020304" pitchFamily="18" charset="0"/>
                <a:cs typeface="Times New Roman" panose="02020603050405020304" pitchFamily="18" charset="0"/>
              </a:rPr>
              <a:t>és</a:t>
            </a:r>
            <a:r>
              <a:rPr lang="hu-HU" sz="2400" dirty="0">
                <a:latin typeface="Times New Roman" panose="02020603050405020304" pitchFamily="18" charset="0"/>
                <a:cs typeface="Times New Roman" panose="02020603050405020304" pitchFamily="18" charset="0"/>
              </a:rPr>
              <a:t> tagja nem lehet </a:t>
            </a:r>
            <a:r>
              <a:rPr lang="hu-HU" sz="2400" dirty="0" err="1">
                <a:latin typeface="Times New Roman" panose="02020603050405020304" pitchFamily="18" charset="0"/>
                <a:cs typeface="Times New Roman" panose="02020603050405020304" pitchFamily="18" charset="0"/>
              </a:rPr>
              <a:t>gazdasági</a:t>
            </a:r>
            <a:r>
              <a:rPr lang="hu-HU" sz="2400" dirty="0">
                <a:latin typeface="Times New Roman" panose="02020603050405020304" pitchFamily="18" charset="0"/>
                <a:cs typeface="Times New Roman" panose="02020603050405020304" pitchFamily="18" charset="0"/>
              </a:rPr>
              <a:t> </a:t>
            </a:r>
            <a:r>
              <a:rPr lang="hu-HU" sz="2400" dirty="0" err="1">
                <a:latin typeface="Times New Roman" panose="02020603050405020304" pitchFamily="18" charset="0"/>
                <a:cs typeface="Times New Roman" panose="02020603050405020304" pitchFamily="18" charset="0"/>
              </a:rPr>
              <a:t>társaságban</a:t>
            </a:r>
            <a:r>
              <a:rPr lang="hu-HU" sz="2400" dirty="0">
                <a:latin typeface="Times New Roman" panose="02020603050405020304" pitchFamily="18" charset="0"/>
                <a:cs typeface="Times New Roman" panose="02020603050405020304" pitchFamily="18" charset="0"/>
              </a:rPr>
              <a:t> </a:t>
            </a:r>
            <a:r>
              <a:rPr lang="hu-HU" sz="2400" dirty="0" err="1">
                <a:latin typeface="Times New Roman" panose="02020603050405020304" pitchFamily="18" charset="0"/>
                <a:cs typeface="Times New Roman" panose="02020603050405020304" pitchFamily="18" charset="0"/>
              </a:rPr>
              <a:t>korlátlanul</a:t>
            </a:r>
            <a:r>
              <a:rPr lang="hu-HU" sz="2400" dirty="0">
                <a:latin typeface="Times New Roman" panose="02020603050405020304" pitchFamily="18" charset="0"/>
                <a:cs typeface="Times New Roman" panose="02020603050405020304" pitchFamily="18" charset="0"/>
              </a:rPr>
              <a:t> felelős tag. </a:t>
            </a:r>
          </a:p>
          <a:p>
            <a:pPr marL="569214" indent="-285750">
              <a:buFontTx/>
              <a:buChar char="-"/>
            </a:pPr>
            <a:endParaRPr lang="hu-HU" dirty="0">
              <a:latin typeface="Times New Roman" panose="02020603050405020304" pitchFamily="18" charset="0"/>
              <a:cs typeface="Times New Roman" panose="02020603050405020304" pitchFamily="18" charset="0"/>
            </a:endParaRPr>
          </a:p>
          <a:p>
            <a:pPr marL="0" indent="0">
              <a:buNone/>
            </a:pPr>
            <a:r>
              <a:rPr lang="hu-HU" dirty="0">
                <a:latin typeface="Times New Roman" panose="02020603050405020304" pitchFamily="18" charset="0"/>
                <a:cs typeface="Times New Roman" panose="02020603050405020304" pitchFamily="18" charset="0"/>
              </a:rPr>
              <a:t>Az </a:t>
            </a:r>
            <a:r>
              <a:rPr lang="hu-HU" dirty="0" err="1">
                <a:latin typeface="Times New Roman" panose="02020603050405020304" pitchFamily="18" charset="0"/>
                <a:cs typeface="Times New Roman" panose="02020603050405020304" pitchFamily="18" charset="0"/>
              </a:rPr>
              <a:t>egyéni</a:t>
            </a:r>
            <a:r>
              <a:rPr lang="hu-HU" dirty="0">
                <a:latin typeface="Times New Roman" panose="02020603050405020304" pitchFamily="18" charset="0"/>
                <a:cs typeface="Times New Roman" panose="02020603050405020304" pitchFamily="18" charset="0"/>
              </a:rPr>
              <a:t> </a:t>
            </a:r>
            <a:r>
              <a:rPr lang="hu-HU" dirty="0" err="1">
                <a:latin typeface="Times New Roman" panose="02020603050405020304" pitchFamily="18" charset="0"/>
                <a:cs typeface="Times New Roman" panose="02020603050405020304" pitchFamily="18" charset="0"/>
              </a:rPr>
              <a:t>cég</a:t>
            </a:r>
            <a:r>
              <a:rPr lang="hu-HU" dirty="0">
                <a:latin typeface="Times New Roman" panose="02020603050405020304" pitchFamily="18" charset="0"/>
                <a:cs typeface="Times New Roman" panose="02020603050405020304" pitchFamily="18" charset="0"/>
              </a:rPr>
              <a:t> a Ptk. </a:t>
            </a:r>
            <a:r>
              <a:rPr lang="hu-HU" dirty="0" err="1">
                <a:latin typeface="Times New Roman" panose="02020603050405020304" pitchFamily="18" charset="0"/>
                <a:cs typeface="Times New Roman" panose="02020603050405020304" pitchFamily="18" charset="0"/>
              </a:rPr>
              <a:t>rendelkezéseinek</a:t>
            </a:r>
            <a:r>
              <a:rPr lang="hu-HU" dirty="0">
                <a:latin typeface="Times New Roman" panose="02020603050405020304" pitchFamily="18" charset="0"/>
                <a:cs typeface="Times New Roman" panose="02020603050405020304" pitchFamily="18" charset="0"/>
              </a:rPr>
              <a:t> megfelelő </a:t>
            </a:r>
            <a:r>
              <a:rPr lang="hu-HU" dirty="0" err="1">
                <a:latin typeface="Times New Roman" panose="02020603050405020304" pitchFamily="18" charset="0"/>
                <a:cs typeface="Times New Roman" panose="02020603050405020304" pitchFamily="18" charset="0"/>
              </a:rPr>
              <a:t>alkalmazásával</a:t>
            </a:r>
            <a:r>
              <a:rPr lang="hu-HU" dirty="0">
                <a:latin typeface="Times New Roman" panose="02020603050405020304" pitchFamily="18" charset="0"/>
                <a:cs typeface="Times New Roman" panose="02020603050405020304" pitchFamily="18" charset="0"/>
              </a:rPr>
              <a:t> </a:t>
            </a:r>
            <a:r>
              <a:rPr lang="hu-HU" dirty="0" err="1">
                <a:solidFill>
                  <a:srgbClr val="00B050"/>
                </a:solidFill>
                <a:latin typeface="Times New Roman" panose="02020603050405020304" pitchFamily="18" charset="0"/>
                <a:cs typeface="Times New Roman" panose="02020603050405020304" pitchFamily="18" charset="0"/>
              </a:rPr>
              <a:t>gazdasági</a:t>
            </a:r>
            <a:r>
              <a:rPr lang="hu-HU" dirty="0">
                <a:solidFill>
                  <a:srgbClr val="00B050"/>
                </a:solidFill>
                <a:latin typeface="Times New Roman" panose="02020603050405020304" pitchFamily="18" charset="0"/>
                <a:cs typeface="Times New Roman" panose="02020603050405020304" pitchFamily="18" charset="0"/>
              </a:rPr>
              <a:t> </a:t>
            </a:r>
            <a:r>
              <a:rPr lang="hu-HU" dirty="0" err="1">
                <a:solidFill>
                  <a:srgbClr val="00B050"/>
                </a:solidFill>
                <a:latin typeface="Times New Roman" panose="02020603050405020304" pitchFamily="18" charset="0"/>
                <a:cs typeface="Times New Roman" panose="02020603050405020304" pitchFamily="18" charset="0"/>
              </a:rPr>
              <a:t>társasággá</a:t>
            </a:r>
            <a:r>
              <a:rPr lang="hu-HU" dirty="0">
                <a:solidFill>
                  <a:srgbClr val="00B050"/>
                </a:solidFill>
                <a:latin typeface="Times New Roman" panose="02020603050405020304" pitchFamily="18" charset="0"/>
                <a:cs typeface="Times New Roman" panose="02020603050405020304" pitchFamily="18" charset="0"/>
              </a:rPr>
              <a:t> </a:t>
            </a:r>
            <a:r>
              <a:rPr lang="hu-HU" dirty="0">
                <a:solidFill>
                  <a:schemeClr val="accent2"/>
                </a:solidFill>
                <a:latin typeface="Times New Roman" panose="02020603050405020304" pitchFamily="18" charset="0"/>
                <a:cs typeface="Times New Roman" panose="02020603050405020304" pitchFamily="18" charset="0"/>
              </a:rPr>
              <a:t>alakulhat </a:t>
            </a:r>
            <a:r>
              <a:rPr lang="hu-HU" dirty="0" err="1">
                <a:solidFill>
                  <a:schemeClr val="accent2"/>
                </a:solidFill>
                <a:latin typeface="Times New Roman" panose="02020603050405020304" pitchFamily="18" charset="0"/>
                <a:cs typeface="Times New Roman" panose="02020603050405020304" pitchFamily="18" charset="0"/>
              </a:rPr>
              <a:t>át</a:t>
            </a:r>
            <a:r>
              <a:rPr lang="hu-HU" dirty="0">
                <a:solidFill>
                  <a:srgbClr val="00B050"/>
                </a:solidFill>
                <a:latin typeface="Times New Roman" panose="02020603050405020304" pitchFamily="18" charset="0"/>
                <a:cs typeface="Times New Roman" panose="02020603050405020304" pitchFamily="18" charset="0"/>
              </a:rPr>
              <a:t>. </a:t>
            </a:r>
          </a:p>
          <a:p>
            <a:pPr marL="0" indent="0">
              <a:buNone/>
            </a:pPr>
            <a:endParaRPr lang="hu-HU" dirty="0">
              <a:solidFill>
                <a:srgbClr val="00B050"/>
              </a:solidFill>
              <a:latin typeface="Times New Roman" panose="02020603050405020304" pitchFamily="18" charset="0"/>
              <a:cs typeface="Times New Roman" panose="02020603050405020304" pitchFamily="18" charset="0"/>
            </a:endParaRPr>
          </a:p>
          <a:p>
            <a:pPr marL="0" indent="0">
              <a:buNone/>
            </a:pPr>
            <a:r>
              <a:rPr lang="hu-HU" dirty="0">
                <a:latin typeface="Times New Roman" panose="02020603050405020304" pitchFamily="18" charset="0"/>
                <a:cs typeface="Times New Roman" panose="02020603050405020304" pitchFamily="18" charset="0"/>
              </a:rPr>
              <a:t>Az </a:t>
            </a:r>
            <a:r>
              <a:rPr lang="hu-HU" dirty="0" err="1">
                <a:latin typeface="Times New Roman" panose="02020603050405020304" pitchFamily="18" charset="0"/>
                <a:cs typeface="Times New Roman" panose="02020603050405020304" pitchFamily="18" charset="0"/>
              </a:rPr>
              <a:t>egyéni</a:t>
            </a:r>
            <a:r>
              <a:rPr lang="hu-HU" dirty="0">
                <a:latin typeface="Times New Roman" panose="02020603050405020304" pitchFamily="18" charset="0"/>
                <a:cs typeface="Times New Roman" panose="02020603050405020304" pitchFamily="18" charset="0"/>
              </a:rPr>
              <a:t> </a:t>
            </a:r>
            <a:r>
              <a:rPr lang="hu-HU" dirty="0" err="1">
                <a:latin typeface="Times New Roman" panose="02020603050405020304" pitchFamily="18" charset="0"/>
                <a:cs typeface="Times New Roman" panose="02020603050405020304" pitchFamily="18" charset="0"/>
              </a:rPr>
              <a:t>cég</a:t>
            </a:r>
            <a:r>
              <a:rPr lang="hu-HU" dirty="0">
                <a:solidFill>
                  <a:schemeClr val="accent2"/>
                </a:solidFill>
                <a:latin typeface="Times New Roman" panose="02020603050405020304" pitchFamily="18" charset="0"/>
                <a:cs typeface="Times New Roman" panose="02020603050405020304" pitchFamily="18" charset="0"/>
              </a:rPr>
              <a:t> megszűn</a:t>
            </a:r>
            <a:r>
              <a:rPr lang="hu-HU" dirty="0">
                <a:latin typeface="Times New Roman" panose="02020603050405020304" pitchFamily="18" charset="0"/>
                <a:cs typeface="Times New Roman" panose="02020603050405020304" pitchFamily="18" charset="0"/>
              </a:rPr>
              <a:t>ik, ha: </a:t>
            </a:r>
          </a:p>
          <a:p>
            <a:pPr marL="0" indent="0">
              <a:buNone/>
            </a:pPr>
            <a:r>
              <a:rPr lang="hu-HU" dirty="0">
                <a:latin typeface="Times New Roman" panose="02020603050405020304" pitchFamily="18" charset="0"/>
                <a:cs typeface="Times New Roman" panose="02020603050405020304" pitchFamily="18" charset="0"/>
              </a:rPr>
              <a:t>-  </a:t>
            </a:r>
            <a:r>
              <a:rPr lang="hu-HU" dirty="0">
                <a:solidFill>
                  <a:srgbClr val="FF0000"/>
                </a:solidFill>
                <a:latin typeface="Times New Roman" panose="02020603050405020304" pitchFamily="18" charset="0"/>
                <a:cs typeface="Times New Roman" panose="02020603050405020304" pitchFamily="18" charset="0"/>
              </a:rPr>
              <a:t>az </a:t>
            </a:r>
            <a:r>
              <a:rPr lang="hu-HU" dirty="0" err="1">
                <a:solidFill>
                  <a:srgbClr val="FF0000"/>
                </a:solidFill>
                <a:latin typeface="Times New Roman" panose="02020603050405020304" pitchFamily="18" charset="0"/>
                <a:cs typeface="Times New Roman" panose="02020603050405020304" pitchFamily="18" charset="0"/>
              </a:rPr>
              <a:t>alapító</a:t>
            </a:r>
            <a:r>
              <a:rPr lang="hu-HU" dirty="0">
                <a:solidFill>
                  <a:srgbClr val="FF0000"/>
                </a:solidFill>
                <a:latin typeface="Times New Roman" panose="02020603050405020304" pitchFamily="18" charset="0"/>
                <a:cs typeface="Times New Roman" panose="02020603050405020304" pitchFamily="18" charset="0"/>
              </a:rPr>
              <a:t> okiratban </a:t>
            </a:r>
            <a:r>
              <a:rPr lang="hu-HU" dirty="0" err="1">
                <a:solidFill>
                  <a:srgbClr val="FF0000"/>
                </a:solidFill>
                <a:latin typeface="Times New Roman" panose="02020603050405020304" pitchFamily="18" charset="0"/>
                <a:cs typeface="Times New Roman" panose="02020603050405020304" pitchFamily="18" charset="0"/>
              </a:rPr>
              <a:t>meghatározott</a:t>
            </a:r>
            <a:r>
              <a:rPr lang="hu-HU" dirty="0">
                <a:solidFill>
                  <a:srgbClr val="FF0000"/>
                </a:solidFill>
                <a:latin typeface="Times New Roman" panose="02020603050405020304" pitchFamily="18" charset="0"/>
                <a:cs typeface="Times New Roman" panose="02020603050405020304" pitchFamily="18" charset="0"/>
              </a:rPr>
              <a:t> időtartam eltelt vagy </a:t>
            </a:r>
            <a:r>
              <a:rPr lang="hu-HU" dirty="0" err="1">
                <a:solidFill>
                  <a:srgbClr val="FF0000"/>
                </a:solidFill>
                <a:latin typeface="Times New Roman" panose="02020603050405020304" pitchFamily="18" charset="0"/>
                <a:cs typeface="Times New Roman" panose="02020603050405020304" pitchFamily="18" charset="0"/>
              </a:rPr>
              <a:t>más</a:t>
            </a:r>
            <a:r>
              <a:rPr lang="hu-HU" dirty="0">
                <a:solidFill>
                  <a:srgbClr val="FF0000"/>
                </a:solidFill>
                <a:latin typeface="Times New Roman" panose="02020603050405020304" pitchFamily="18" charset="0"/>
                <a:cs typeface="Times New Roman" panose="02020603050405020304" pitchFamily="18" charset="0"/>
              </a:rPr>
              <a:t> </a:t>
            </a:r>
            <a:r>
              <a:rPr lang="hu-HU" dirty="0" err="1">
                <a:solidFill>
                  <a:srgbClr val="FF0000"/>
                </a:solidFill>
                <a:latin typeface="Times New Roman" panose="02020603050405020304" pitchFamily="18" charset="0"/>
                <a:cs typeface="Times New Roman" panose="02020603050405020304" pitchFamily="18" charset="0"/>
              </a:rPr>
              <a:t>megszűnési</a:t>
            </a:r>
            <a:r>
              <a:rPr lang="hu-HU" dirty="0">
                <a:solidFill>
                  <a:srgbClr val="FF0000"/>
                </a:solidFill>
                <a:latin typeface="Times New Roman" panose="02020603050405020304" pitchFamily="18" charset="0"/>
                <a:cs typeface="Times New Roman" panose="02020603050405020304" pitchFamily="18" charset="0"/>
              </a:rPr>
              <a:t> </a:t>
            </a:r>
            <a:r>
              <a:rPr lang="hu-HU" dirty="0" err="1">
                <a:solidFill>
                  <a:srgbClr val="FF0000"/>
                </a:solidFill>
                <a:latin typeface="Times New Roman" panose="02020603050405020304" pitchFamily="18" charset="0"/>
                <a:cs typeface="Times New Roman" panose="02020603050405020304" pitchFamily="18" charset="0"/>
              </a:rPr>
              <a:t>feltétel</a:t>
            </a:r>
            <a:r>
              <a:rPr lang="hu-HU" dirty="0">
                <a:solidFill>
                  <a:srgbClr val="FF0000"/>
                </a:solidFill>
                <a:latin typeface="Times New Roman" panose="02020603050405020304" pitchFamily="18" charset="0"/>
                <a:cs typeface="Times New Roman" panose="02020603050405020304" pitchFamily="18" charset="0"/>
              </a:rPr>
              <a:t> </a:t>
            </a:r>
            <a:r>
              <a:rPr lang="hu-HU" dirty="0" err="1">
                <a:solidFill>
                  <a:srgbClr val="FF0000"/>
                </a:solidFill>
                <a:latin typeface="Times New Roman" panose="02020603050405020304" pitchFamily="18" charset="0"/>
                <a:cs typeface="Times New Roman" panose="02020603050405020304" pitchFamily="18" charset="0"/>
              </a:rPr>
              <a:t>megvalósult</a:t>
            </a:r>
            <a:r>
              <a:rPr lang="hu-HU" dirty="0">
                <a:solidFill>
                  <a:srgbClr val="FF0000"/>
                </a:solidFill>
                <a:latin typeface="Times New Roman" panose="02020603050405020304" pitchFamily="18" charset="0"/>
                <a:cs typeface="Times New Roman" panose="02020603050405020304" pitchFamily="18" charset="0"/>
              </a:rPr>
              <a:t>, </a:t>
            </a:r>
          </a:p>
          <a:p>
            <a:pPr marL="0" indent="0">
              <a:buNone/>
            </a:pPr>
            <a:r>
              <a:rPr lang="hu-HU" dirty="0">
                <a:solidFill>
                  <a:srgbClr val="FF0000"/>
                </a:solidFill>
                <a:latin typeface="Times New Roman" panose="02020603050405020304" pitchFamily="18" charset="0"/>
                <a:cs typeface="Times New Roman" panose="02020603050405020304" pitchFamily="18" charset="0"/>
              </a:rPr>
              <a:t>-  </a:t>
            </a:r>
            <a:r>
              <a:rPr lang="hu-HU" dirty="0" err="1">
                <a:solidFill>
                  <a:srgbClr val="FF0000"/>
                </a:solidFill>
                <a:latin typeface="Times New Roman" panose="02020603050405020304" pitchFamily="18" charset="0"/>
                <a:cs typeface="Times New Roman" panose="02020603050405020304" pitchFamily="18" charset="0"/>
              </a:rPr>
              <a:t>elhatározza</a:t>
            </a:r>
            <a:r>
              <a:rPr lang="hu-HU" dirty="0">
                <a:solidFill>
                  <a:srgbClr val="FF0000"/>
                </a:solidFill>
                <a:latin typeface="Times New Roman" panose="02020603050405020304" pitchFamily="18" charset="0"/>
                <a:cs typeface="Times New Roman" panose="02020603050405020304" pitchFamily="18" charset="0"/>
              </a:rPr>
              <a:t> </a:t>
            </a:r>
            <a:r>
              <a:rPr lang="hu-HU" dirty="0" err="1">
                <a:solidFill>
                  <a:srgbClr val="FF0000"/>
                </a:solidFill>
                <a:latin typeface="Times New Roman" panose="02020603050405020304" pitchFamily="18" charset="0"/>
                <a:cs typeface="Times New Roman" panose="02020603050405020304" pitchFamily="18" charset="0"/>
              </a:rPr>
              <a:t>jogutód</a:t>
            </a:r>
            <a:r>
              <a:rPr lang="hu-HU" dirty="0">
                <a:solidFill>
                  <a:srgbClr val="FF0000"/>
                </a:solidFill>
                <a:latin typeface="Times New Roman" panose="02020603050405020304" pitchFamily="18" charset="0"/>
                <a:cs typeface="Times New Roman" panose="02020603050405020304" pitchFamily="18" charset="0"/>
              </a:rPr>
              <a:t> </a:t>
            </a:r>
            <a:r>
              <a:rPr lang="hu-HU" dirty="0" err="1">
                <a:solidFill>
                  <a:srgbClr val="FF0000"/>
                </a:solidFill>
                <a:latin typeface="Times New Roman" panose="02020603050405020304" pitchFamily="18" charset="0"/>
                <a:cs typeface="Times New Roman" panose="02020603050405020304" pitchFamily="18" charset="0"/>
              </a:rPr>
              <a:t>nélküli</a:t>
            </a:r>
            <a:r>
              <a:rPr lang="hu-HU" dirty="0">
                <a:solidFill>
                  <a:srgbClr val="FF0000"/>
                </a:solidFill>
                <a:latin typeface="Times New Roman" panose="02020603050405020304" pitchFamily="18" charset="0"/>
                <a:cs typeface="Times New Roman" panose="02020603050405020304" pitchFamily="18" charset="0"/>
              </a:rPr>
              <a:t> </a:t>
            </a:r>
            <a:r>
              <a:rPr lang="hu-HU" dirty="0" err="1">
                <a:solidFill>
                  <a:srgbClr val="FF0000"/>
                </a:solidFill>
                <a:latin typeface="Times New Roman" panose="02020603050405020304" pitchFamily="18" charset="0"/>
                <a:cs typeface="Times New Roman" panose="02020603050405020304" pitchFamily="18" charset="0"/>
              </a:rPr>
              <a:t>megszűnését</a:t>
            </a:r>
            <a:r>
              <a:rPr lang="hu-HU" dirty="0">
                <a:solidFill>
                  <a:srgbClr val="FF0000"/>
                </a:solidFill>
                <a:latin typeface="Times New Roman" panose="02020603050405020304" pitchFamily="18" charset="0"/>
                <a:cs typeface="Times New Roman" panose="02020603050405020304" pitchFamily="18" charset="0"/>
              </a:rPr>
              <a:t>, </a:t>
            </a:r>
          </a:p>
          <a:p>
            <a:pPr marL="0" indent="0">
              <a:buNone/>
            </a:pPr>
            <a:r>
              <a:rPr lang="hu-HU" dirty="0">
                <a:solidFill>
                  <a:srgbClr val="FF0000"/>
                </a:solidFill>
                <a:latin typeface="Times New Roman" panose="02020603050405020304" pitchFamily="18" charset="0"/>
                <a:cs typeface="Times New Roman" panose="02020603050405020304" pitchFamily="18" charset="0"/>
              </a:rPr>
              <a:t>-  </a:t>
            </a:r>
            <a:r>
              <a:rPr lang="hu-HU" dirty="0" err="1">
                <a:solidFill>
                  <a:srgbClr val="FF0000"/>
                </a:solidFill>
                <a:latin typeface="Times New Roman" panose="02020603050405020304" pitchFamily="18" charset="0"/>
                <a:cs typeface="Times New Roman" panose="02020603050405020304" pitchFamily="18" charset="0"/>
              </a:rPr>
              <a:t>elhatározza</a:t>
            </a:r>
            <a:r>
              <a:rPr lang="hu-HU" dirty="0">
                <a:solidFill>
                  <a:srgbClr val="FF0000"/>
                </a:solidFill>
                <a:latin typeface="Times New Roman" panose="02020603050405020304" pitchFamily="18" charset="0"/>
                <a:cs typeface="Times New Roman" panose="02020603050405020304" pitchFamily="18" charset="0"/>
              </a:rPr>
              <a:t> </a:t>
            </a:r>
            <a:r>
              <a:rPr lang="hu-HU" dirty="0" err="1">
                <a:solidFill>
                  <a:srgbClr val="FF0000"/>
                </a:solidFill>
                <a:latin typeface="Times New Roman" panose="02020603050405020304" pitchFamily="18" charset="0"/>
                <a:cs typeface="Times New Roman" panose="02020603050405020304" pitchFamily="18" charset="0"/>
              </a:rPr>
              <a:t>jogutódlással</a:t>
            </a:r>
            <a:r>
              <a:rPr lang="hu-HU" dirty="0">
                <a:solidFill>
                  <a:srgbClr val="FF0000"/>
                </a:solidFill>
                <a:latin typeface="Times New Roman" panose="02020603050405020304" pitchFamily="18" charset="0"/>
                <a:cs typeface="Times New Roman" panose="02020603050405020304" pitchFamily="18" charset="0"/>
              </a:rPr>
              <a:t> </a:t>
            </a:r>
            <a:r>
              <a:rPr lang="hu-HU" dirty="0" err="1">
                <a:solidFill>
                  <a:srgbClr val="FF0000"/>
                </a:solidFill>
                <a:latin typeface="Times New Roman" panose="02020603050405020304" pitchFamily="18" charset="0"/>
                <a:cs typeface="Times New Roman" panose="02020603050405020304" pitchFamily="18" charset="0"/>
              </a:rPr>
              <a:t>történő</a:t>
            </a:r>
            <a:r>
              <a:rPr lang="hu-HU" dirty="0">
                <a:solidFill>
                  <a:srgbClr val="FF0000"/>
                </a:solidFill>
                <a:latin typeface="Times New Roman" panose="02020603050405020304" pitchFamily="18" charset="0"/>
                <a:cs typeface="Times New Roman" panose="02020603050405020304" pitchFamily="18" charset="0"/>
              </a:rPr>
              <a:t> megszűnését (</a:t>
            </a:r>
            <a:r>
              <a:rPr lang="hu-HU" dirty="0" err="1">
                <a:solidFill>
                  <a:srgbClr val="FF0000"/>
                </a:solidFill>
                <a:latin typeface="Times New Roman" panose="02020603050405020304" pitchFamily="18" charset="0"/>
                <a:cs typeface="Times New Roman" panose="02020603050405020304" pitchFamily="18" charset="0"/>
              </a:rPr>
              <a:t>átalakulását</a:t>
            </a:r>
            <a:r>
              <a:rPr lang="hu-HU" dirty="0">
                <a:solidFill>
                  <a:srgbClr val="FF0000"/>
                </a:solidFill>
                <a:latin typeface="Times New Roman" panose="02020603050405020304" pitchFamily="18" charset="0"/>
                <a:cs typeface="Times New Roman" panose="02020603050405020304" pitchFamily="18" charset="0"/>
              </a:rPr>
              <a:t>), </a:t>
            </a:r>
          </a:p>
          <a:p>
            <a:pPr marL="0" indent="0">
              <a:buNone/>
            </a:pPr>
            <a:r>
              <a:rPr lang="hu-HU" dirty="0">
                <a:solidFill>
                  <a:srgbClr val="FF0000"/>
                </a:solidFill>
                <a:latin typeface="Times New Roman" panose="02020603050405020304" pitchFamily="18" charset="0"/>
                <a:cs typeface="Times New Roman" panose="02020603050405020304" pitchFamily="18" charset="0"/>
              </a:rPr>
              <a:t>-  a </a:t>
            </a:r>
            <a:r>
              <a:rPr lang="hu-HU" dirty="0" err="1">
                <a:solidFill>
                  <a:srgbClr val="FF0000"/>
                </a:solidFill>
                <a:latin typeface="Times New Roman" panose="02020603050405020304" pitchFamily="18" charset="0"/>
                <a:cs typeface="Times New Roman" panose="02020603050405020304" pitchFamily="18" charset="0"/>
              </a:rPr>
              <a:t>cégbíróság</a:t>
            </a:r>
            <a:r>
              <a:rPr lang="hu-HU" dirty="0">
                <a:solidFill>
                  <a:srgbClr val="FF0000"/>
                </a:solidFill>
                <a:latin typeface="Times New Roman" panose="02020603050405020304" pitchFamily="18" charset="0"/>
                <a:cs typeface="Times New Roman" panose="02020603050405020304" pitchFamily="18" charset="0"/>
              </a:rPr>
              <a:t> megszűntnek </a:t>
            </a:r>
            <a:r>
              <a:rPr lang="hu-HU" dirty="0" err="1">
                <a:solidFill>
                  <a:srgbClr val="FF0000"/>
                </a:solidFill>
                <a:latin typeface="Times New Roman" panose="02020603050405020304" pitchFamily="18" charset="0"/>
                <a:cs typeface="Times New Roman" panose="02020603050405020304" pitchFamily="18" charset="0"/>
              </a:rPr>
              <a:t>nyilvánítja</a:t>
            </a:r>
            <a:r>
              <a:rPr lang="hu-HU" dirty="0">
                <a:solidFill>
                  <a:srgbClr val="FF0000"/>
                </a:solidFill>
                <a:latin typeface="Times New Roman" panose="02020603050405020304" pitchFamily="18" charset="0"/>
                <a:cs typeface="Times New Roman" panose="02020603050405020304" pitchFamily="18" charset="0"/>
              </a:rPr>
              <a:t>, </a:t>
            </a:r>
          </a:p>
          <a:p>
            <a:pPr marL="0" indent="0">
              <a:buNone/>
            </a:pPr>
            <a:r>
              <a:rPr lang="hu-HU" dirty="0">
                <a:solidFill>
                  <a:srgbClr val="FF0000"/>
                </a:solidFill>
                <a:latin typeface="Times New Roman" panose="02020603050405020304" pitchFamily="18" charset="0"/>
                <a:cs typeface="Times New Roman" panose="02020603050405020304" pitchFamily="18" charset="0"/>
              </a:rPr>
              <a:t>-  a </a:t>
            </a:r>
            <a:r>
              <a:rPr lang="hu-HU" dirty="0" err="1">
                <a:solidFill>
                  <a:srgbClr val="FF0000"/>
                </a:solidFill>
                <a:latin typeface="Times New Roman" panose="02020603050405020304" pitchFamily="18" charset="0"/>
                <a:cs typeface="Times New Roman" panose="02020603050405020304" pitchFamily="18" charset="0"/>
              </a:rPr>
              <a:t>cégbíróság</a:t>
            </a:r>
            <a:r>
              <a:rPr lang="hu-HU" dirty="0">
                <a:solidFill>
                  <a:srgbClr val="FF0000"/>
                </a:solidFill>
                <a:latin typeface="Times New Roman" panose="02020603050405020304" pitchFamily="18" charset="0"/>
                <a:cs typeface="Times New Roman" panose="02020603050405020304" pitchFamily="18" charset="0"/>
              </a:rPr>
              <a:t> </a:t>
            </a:r>
            <a:r>
              <a:rPr lang="hu-HU" dirty="0" err="1">
                <a:solidFill>
                  <a:srgbClr val="FF0000"/>
                </a:solidFill>
                <a:latin typeface="Times New Roman" panose="02020603050405020304" pitchFamily="18" charset="0"/>
                <a:cs typeface="Times New Roman" panose="02020603050405020304" pitchFamily="18" charset="0"/>
              </a:rPr>
              <a:t>hivatalból</a:t>
            </a:r>
            <a:r>
              <a:rPr lang="hu-HU" dirty="0">
                <a:solidFill>
                  <a:srgbClr val="FF0000"/>
                </a:solidFill>
                <a:latin typeface="Times New Roman" panose="02020603050405020304" pitchFamily="18" charset="0"/>
                <a:cs typeface="Times New Roman" panose="02020603050405020304" pitchFamily="18" charset="0"/>
              </a:rPr>
              <a:t> elrendeli </a:t>
            </a:r>
            <a:r>
              <a:rPr lang="hu-HU" dirty="0" err="1">
                <a:solidFill>
                  <a:srgbClr val="FF0000"/>
                </a:solidFill>
                <a:latin typeface="Times New Roman" panose="02020603050405020304" pitchFamily="18" charset="0"/>
                <a:cs typeface="Times New Roman" panose="02020603050405020304" pitchFamily="18" charset="0"/>
              </a:rPr>
              <a:t>törlését</a:t>
            </a:r>
            <a:r>
              <a:rPr lang="hu-HU" dirty="0">
                <a:solidFill>
                  <a:srgbClr val="FF0000"/>
                </a:solidFill>
                <a:latin typeface="Times New Roman" panose="02020603050405020304" pitchFamily="18" charset="0"/>
                <a:cs typeface="Times New Roman" panose="02020603050405020304" pitchFamily="18" charset="0"/>
              </a:rPr>
              <a:t>, </a:t>
            </a:r>
          </a:p>
          <a:p>
            <a:pPr marL="0" indent="0">
              <a:buNone/>
            </a:pPr>
            <a:r>
              <a:rPr lang="hu-HU" dirty="0">
                <a:solidFill>
                  <a:srgbClr val="FF0000"/>
                </a:solidFill>
                <a:latin typeface="Times New Roman" panose="02020603050405020304" pitchFamily="18" charset="0"/>
                <a:cs typeface="Times New Roman" panose="02020603050405020304" pitchFamily="18" charset="0"/>
              </a:rPr>
              <a:t>-  a </a:t>
            </a:r>
            <a:r>
              <a:rPr lang="hu-HU" dirty="0" err="1">
                <a:solidFill>
                  <a:srgbClr val="FF0000"/>
                </a:solidFill>
                <a:latin typeface="Times New Roman" panose="02020603050405020304" pitchFamily="18" charset="0"/>
                <a:cs typeface="Times New Roman" panose="02020603050405020304" pitchFamily="18" charset="0"/>
              </a:rPr>
              <a:t>bíróság</a:t>
            </a:r>
            <a:r>
              <a:rPr lang="hu-HU" dirty="0">
                <a:solidFill>
                  <a:srgbClr val="FF0000"/>
                </a:solidFill>
                <a:latin typeface="Times New Roman" panose="02020603050405020304" pitchFamily="18" charset="0"/>
                <a:cs typeface="Times New Roman" panose="02020603050405020304" pitchFamily="18" charset="0"/>
              </a:rPr>
              <a:t> </a:t>
            </a:r>
            <a:r>
              <a:rPr lang="hu-HU" dirty="0" err="1">
                <a:solidFill>
                  <a:srgbClr val="FF0000"/>
                </a:solidFill>
                <a:latin typeface="Times New Roman" panose="02020603050405020304" pitchFamily="18" charset="0"/>
                <a:cs typeface="Times New Roman" panose="02020603050405020304" pitchFamily="18" charset="0"/>
              </a:rPr>
              <a:t>felszámolási</a:t>
            </a:r>
            <a:r>
              <a:rPr lang="hu-HU" dirty="0">
                <a:solidFill>
                  <a:srgbClr val="FF0000"/>
                </a:solidFill>
                <a:latin typeface="Times New Roman" panose="02020603050405020304" pitchFamily="18" charset="0"/>
                <a:cs typeface="Times New Roman" panose="02020603050405020304" pitchFamily="18" charset="0"/>
              </a:rPr>
              <a:t> </a:t>
            </a:r>
            <a:r>
              <a:rPr lang="hu-HU" dirty="0" err="1">
                <a:solidFill>
                  <a:srgbClr val="FF0000"/>
                </a:solidFill>
                <a:latin typeface="Times New Roman" panose="02020603050405020304" pitchFamily="18" charset="0"/>
                <a:cs typeface="Times New Roman" panose="02020603050405020304" pitchFamily="18" charset="0"/>
              </a:rPr>
              <a:t>eljárás</a:t>
            </a:r>
            <a:r>
              <a:rPr lang="hu-HU" dirty="0">
                <a:solidFill>
                  <a:srgbClr val="FF0000"/>
                </a:solidFill>
                <a:latin typeface="Times New Roman" panose="02020603050405020304" pitchFamily="18" charset="0"/>
                <a:cs typeface="Times New Roman" panose="02020603050405020304" pitchFamily="18" charset="0"/>
              </a:rPr>
              <a:t> </a:t>
            </a:r>
            <a:r>
              <a:rPr lang="hu-HU" dirty="0" err="1">
                <a:solidFill>
                  <a:srgbClr val="FF0000"/>
                </a:solidFill>
                <a:latin typeface="Times New Roman" panose="02020603050405020304" pitchFamily="18" charset="0"/>
                <a:cs typeface="Times New Roman" panose="02020603050405020304" pitchFamily="18" charset="0"/>
              </a:rPr>
              <a:t>során</a:t>
            </a:r>
            <a:r>
              <a:rPr lang="hu-HU" dirty="0">
                <a:solidFill>
                  <a:srgbClr val="FF0000"/>
                </a:solidFill>
                <a:latin typeface="Times New Roman" panose="02020603050405020304" pitchFamily="18" charset="0"/>
                <a:cs typeface="Times New Roman" panose="02020603050405020304" pitchFamily="18" charset="0"/>
              </a:rPr>
              <a:t> megszünteti.</a:t>
            </a:r>
            <a:r>
              <a:rPr lang="hu-HU" dirty="0">
                <a:latin typeface="Times New Roman" panose="02020603050405020304" pitchFamily="18" charset="0"/>
                <a:cs typeface="Times New Roman" panose="02020603050405020304" pitchFamily="18" charset="0"/>
              </a:rPr>
              <a:t> </a:t>
            </a:r>
          </a:p>
          <a:p>
            <a:pPr marL="569214" indent="-285750">
              <a:buFontTx/>
              <a:buChar char="-"/>
            </a:pPr>
            <a:endParaRPr lang="hu-HU" sz="2100" dirty="0">
              <a:latin typeface="Times New Roman" panose="02020603050405020304" pitchFamily="18" charset="0"/>
              <a:cs typeface="Times New Roman" panose="02020603050405020304" pitchFamily="18" charset="0"/>
            </a:endParaRPr>
          </a:p>
          <a:p>
            <a:endParaRPr lang="hu-HU" dirty="0"/>
          </a:p>
        </p:txBody>
      </p:sp>
    </p:spTree>
    <p:extLst>
      <p:ext uri="{BB962C8B-B14F-4D97-AF65-F5344CB8AC3E}">
        <p14:creationId xmlns:p14="http://schemas.microsoft.com/office/powerpoint/2010/main" val="2325295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Kép 3">
            <a:extLst>
              <a:ext uri="{FF2B5EF4-FFF2-40B4-BE49-F238E27FC236}">
                <a16:creationId xmlns:a16="http://schemas.microsoft.com/office/drawing/2014/main" id="{24E97E6B-0BDF-7AFA-A323-7688D514F62C}"/>
              </a:ext>
            </a:extLst>
          </p:cNvPr>
          <p:cNvPicPr>
            <a:picLocks noChangeAspect="1"/>
          </p:cNvPicPr>
          <p:nvPr/>
        </p:nvPicPr>
        <p:blipFill>
          <a:blip r:embed="rId2"/>
          <a:srcRect l="12422" t="11250" r="6250" b="8750"/>
          <a:stretch>
            <a:fillRect/>
          </a:stretch>
        </p:blipFill>
        <p:spPr>
          <a:xfrm>
            <a:off x="95250" y="0"/>
            <a:ext cx="9382126" cy="5191263"/>
          </a:xfrm>
          <a:prstGeom prst="rect">
            <a:avLst/>
          </a:prstGeom>
        </p:spPr>
      </p:pic>
      <p:pic>
        <p:nvPicPr>
          <p:cNvPr id="5" name="Kép 4">
            <a:extLst>
              <a:ext uri="{FF2B5EF4-FFF2-40B4-BE49-F238E27FC236}">
                <a16:creationId xmlns:a16="http://schemas.microsoft.com/office/drawing/2014/main" id="{C7A7A6D4-5D26-957E-4994-9F3D9407A2C4}"/>
              </a:ext>
            </a:extLst>
          </p:cNvPr>
          <p:cNvPicPr>
            <a:picLocks noChangeAspect="1"/>
          </p:cNvPicPr>
          <p:nvPr/>
        </p:nvPicPr>
        <p:blipFill>
          <a:blip r:embed="rId3"/>
          <a:srcRect l="11815" t="45278" r="1856" b="26111"/>
          <a:stretch>
            <a:fillRect/>
          </a:stretch>
        </p:blipFill>
        <p:spPr>
          <a:xfrm>
            <a:off x="95250" y="5041478"/>
            <a:ext cx="9744075" cy="1816522"/>
          </a:xfrm>
          <a:prstGeom prst="rect">
            <a:avLst/>
          </a:prstGeom>
        </p:spPr>
      </p:pic>
    </p:spTree>
    <p:extLst>
      <p:ext uri="{BB962C8B-B14F-4D97-AF65-F5344CB8AC3E}">
        <p14:creationId xmlns:p14="http://schemas.microsoft.com/office/powerpoint/2010/main" val="7972806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F53D78B7-B92C-AA84-F513-ABE5952989B0}"/>
              </a:ext>
            </a:extLst>
          </p:cNvPr>
          <p:cNvSpPr>
            <a:spLocks noGrp="1"/>
          </p:cNvSpPr>
          <p:nvPr>
            <p:ph type="title"/>
          </p:nvPr>
        </p:nvSpPr>
        <p:spPr/>
        <p:txBody>
          <a:bodyPr/>
          <a:lstStyle/>
          <a:p>
            <a:r>
              <a:rPr lang="hu-HU" dirty="0"/>
              <a:t>Jogi személyek </a:t>
            </a:r>
            <a:br>
              <a:rPr lang="hu-HU" dirty="0"/>
            </a:br>
            <a:r>
              <a:rPr lang="hu-HU" dirty="0">
                <a:sym typeface="Wingdings" panose="05000000000000000000" pitchFamily="2" charset="2"/>
              </a:rPr>
              <a:t> gazdasági társaságok</a:t>
            </a:r>
            <a:endParaRPr lang="hu-HU" dirty="0"/>
          </a:p>
        </p:txBody>
      </p:sp>
      <p:sp>
        <p:nvSpPr>
          <p:cNvPr id="3" name="Szöveg helye 2">
            <a:extLst>
              <a:ext uri="{FF2B5EF4-FFF2-40B4-BE49-F238E27FC236}">
                <a16:creationId xmlns:a16="http://schemas.microsoft.com/office/drawing/2014/main" id="{7E1EEEE5-5B87-B6D6-3758-179F17C1307C}"/>
              </a:ext>
            </a:extLst>
          </p:cNvPr>
          <p:cNvSpPr>
            <a:spLocks noGrp="1"/>
          </p:cNvSpPr>
          <p:nvPr>
            <p:ph type="body" idx="1"/>
          </p:nvPr>
        </p:nvSpPr>
        <p:spPr/>
        <p:txBody>
          <a:bodyPr/>
          <a:lstStyle/>
          <a:p>
            <a:pPr marL="285750" indent="-285750">
              <a:buFont typeface="Arial" panose="020B0604020202020204" pitchFamily="34" charset="0"/>
              <a:buChar char="•"/>
            </a:pPr>
            <a:r>
              <a:rPr lang="hu-HU" dirty="0"/>
              <a:t>Közkereseti társaság</a:t>
            </a:r>
          </a:p>
          <a:p>
            <a:pPr marL="285750" indent="-285750">
              <a:buFont typeface="Arial" panose="020B0604020202020204" pitchFamily="34" charset="0"/>
              <a:buChar char="•"/>
            </a:pPr>
            <a:r>
              <a:rPr lang="hu-HU" dirty="0"/>
              <a:t>Betéti társaság</a:t>
            </a:r>
          </a:p>
          <a:p>
            <a:pPr marL="285750" indent="-285750">
              <a:buFont typeface="Arial" panose="020B0604020202020204" pitchFamily="34" charset="0"/>
              <a:buChar char="•"/>
            </a:pPr>
            <a:r>
              <a:rPr lang="hu-HU" dirty="0"/>
              <a:t>Korlátolt felelősségű társaság</a:t>
            </a:r>
          </a:p>
          <a:p>
            <a:pPr marL="285750" indent="-285750">
              <a:buFont typeface="Arial" panose="020B0604020202020204" pitchFamily="34" charset="0"/>
              <a:buChar char="•"/>
            </a:pPr>
            <a:r>
              <a:rPr lang="hu-HU" dirty="0"/>
              <a:t>Részvénytársaság</a:t>
            </a:r>
          </a:p>
        </p:txBody>
      </p:sp>
    </p:spTree>
    <p:extLst>
      <p:ext uri="{BB962C8B-B14F-4D97-AF65-F5344CB8AC3E}">
        <p14:creationId xmlns:p14="http://schemas.microsoft.com/office/powerpoint/2010/main" val="10795017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Kép 2">
            <a:extLst>
              <a:ext uri="{FF2B5EF4-FFF2-40B4-BE49-F238E27FC236}">
                <a16:creationId xmlns:a16="http://schemas.microsoft.com/office/drawing/2014/main" id="{B2C0F6B9-7866-B452-C172-C4CD2AF25597}"/>
              </a:ext>
            </a:extLst>
          </p:cNvPr>
          <p:cNvPicPr>
            <a:picLocks noChangeAspect="1"/>
          </p:cNvPicPr>
          <p:nvPr/>
        </p:nvPicPr>
        <p:blipFill>
          <a:blip r:embed="rId2"/>
          <a:srcRect l="34040" t="30915" r="12060" b="19267"/>
          <a:stretch>
            <a:fillRect/>
          </a:stretch>
        </p:blipFill>
        <p:spPr>
          <a:xfrm>
            <a:off x="0" y="601649"/>
            <a:ext cx="10876987" cy="5654702"/>
          </a:xfrm>
          <a:prstGeom prst="rect">
            <a:avLst/>
          </a:prstGeom>
        </p:spPr>
      </p:pic>
      <p:pic>
        <p:nvPicPr>
          <p:cNvPr id="1026" name="Picture 2" descr="Fotó">
            <a:extLst>
              <a:ext uri="{FF2B5EF4-FFF2-40B4-BE49-F238E27FC236}">
                <a16:creationId xmlns:a16="http://schemas.microsoft.com/office/drawing/2014/main" id="{783B3022-3EF7-70C1-0B05-251BEAF61C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2787" y="0"/>
            <a:ext cx="38592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0241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F746ADB5-17A8-4B44-D903-EBF5D95D3283}"/>
              </a:ext>
            </a:extLst>
          </p:cNvPr>
          <p:cNvSpPr>
            <a:spLocks noGrp="1"/>
          </p:cNvSpPr>
          <p:nvPr>
            <p:ph type="title"/>
          </p:nvPr>
        </p:nvSpPr>
        <p:spPr/>
        <p:txBody>
          <a:bodyPr/>
          <a:lstStyle/>
          <a:p>
            <a:r>
              <a:rPr lang="hu-HU" dirty="0"/>
              <a:t>Jogi személyek</a:t>
            </a:r>
          </a:p>
        </p:txBody>
      </p:sp>
      <p:sp>
        <p:nvSpPr>
          <p:cNvPr id="3" name="Tartalom helye 2">
            <a:extLst>
              <a:ext uri="{FF2B5EF4-FFF2-40B4-BE49-F238E27FC236}">
                <a16:creationId xmlns:a16="http://schemas.microsoft.com/office/drawing/2014/main" id="{6D4BD25A-3684-FFE7-8C75-BAA366C50A45}"/>
              </a:ext>
            </a:extLst>
          </p:cNvPr>
          <p:cNvSpPr>
            <a:spLocks noGrp="1"/>
          </p:cNvSpPr>
          <p:nvPr>
            <p:ph idx="1"/>
          </p:nvPr>
        </p:nvSpPr>
        <p:spPr/>
        <p:txBody>
          <a:bodyPr/>
          <a:lstStyle/>
          <a:p>
            <a:r>
              <a:rPr lang="hu-HU" sz="2000" b="1" dirty="0"/>
              <a:t>- saját nevük alatt szerezhetnek jogokat és kötelezettségeket,</a:t>
            </a:r>
          </a:p>
          <a:p>
            <a:r>
              <a:rPr lang="hu-HU" sz="2000" b="1" dirty="0"/>
              <a:t>- kötelezettségeikért saját vagyonukkal állnak helyt - még ha a tagok vagy a tagok némelyike mögöttes felelősséggel tartozik is; </a:t>
            </a:r>
          </a:p>
          <a:p>
            <a:r>
              <a:rPr lang="hu-HU" sz="2000" b="1" dirty="0"/>
              <a:t>- a társaság szervezete mégsem kötődött a tagok személyéhez</a:t>
            </a:r>
          </a:p>
          <a:p>
            <a:r>
              <a:rPr lang="hu-HU" sz="2000" b="1" dirty="0"/>
              <a:t>- a tagok változása esetén is megőrzi a társaság saját elkülönült jogalanyiságát</a:t>
            </a:r>
            <a:endParaRPr lang="hu-HU" dirty="0"/>
          </a:p>
        </p:txBody>
      </p:sp>
    </p:spTree>
    <p:extLst>
      <p:ext uri="{BB962C8B-B14F-4D97-AF65-F5344CB8AC3E}">
        <p14:creationId xmlns:p14="http://schemas.microsoft.com/office/powerpoint/2010/main" val="4222853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6972992-32B2-7949-3772-1D94E7E86B91}"/>
              </a:ext>
            </a:extLst>
          </p:cNvPr>
          <p:cNvSpPr>
            <a:spLocks noGrp="1"/>
          </p:cNvSpPr>
          <p:nvPr>
            <p:ph type="title"/>
          </p:nvPr>
        </p:nvSpPr>
        <p:spPr/>
        <p:txBody>
          <a:bodyPr/>
          <a:lstStyle/>
          <a:p>
            <a:r>
              <a:rPr lang="hu-HU" dirty="0">
                <a:solidFill>
                  <a:schemeClr val="accent2"/>
                </a:solidFill>
              </a:rPr>
              <a:t>Gazdasági társaság</a:t>
            </a:r>
          </a:p>
        </p:txBody>
      </p:sp>
      <p:sp>
        <p:nvSpPr>
          <p:cNvPr id="3" name="Tartalom helye 2">
            <a:extLst>
              <a:ext uri="{FF2B5EF4-FFF2-40B4-BE49-F238E27FC236}">
                <a16:creationId xmlns:a16="http://schemas.microsoft.com/office/drawing/2014/main" id="{753BC99F-198C-4916-10C9-A169EDC07D82}"/>
              </a:ext>
            </a:extLst>
          </p:cNvPr>
          <p:cNvSpPr>
            <a:spLocks noGrp="1"/>
          </p:cNvSpPr>
          <p:nvPr>
            <p:ph idx="1"/>
          </p:nvPr>
        </p:nvSpPr>
        <p:spPr/>
        <p:txBody>
          <a:bodyPr/>
          <a:lstStyle/>
          <a:p>
            <a:r>
              <a:rPr lang="hu-HU" sz="2000" dirty="0"/>
              <a:t>Gazdasági társaság: </a:t>
            </a:r>
            <a:r>
              <a:rPr lang="hu-HU" sz="2000" b="1" dirty="0"/>
              <a:t>üzletszerű közös gazdasági tevékenység </a:t>
            </a:r>
            <a:r>
              <a:rPr lang="hu-HU" sz="2000" dirty="0"/>
              <a:t>folytatására, a </a:t>
            </a:r>
            <a:r>
              <a:rPr lang="hu-HU" sz="2000" b="1" dirty="0"/>
              <a:t>tagok vagyoni hozzájárulásá</a:t>
            </a:r>
            <a:r>
              <a:rPr lang="hu-HU" sz="2000" dirty="0"/>
              <a:t>val létrehozott, </a:t>
            </a:r>
            <a:r>
              <a:rPr lang="hu-HU" sz="2000" b="1" dirty="0"/>
              <a:t>jogi személyiség</a:t>
            </a:r>
            <a:r>
              <a:rPr lang="hu-HU" sz="2000" dirty="0"/>
              <a:t>gel rendelkező vállalkozások.</a:t>
            </a:r>
          </a:p>
          <a:p>
            <a:r>
              <a:rPr lang="hu-HU" sz="2000" dirty="0"/>
              <a:t>A tagok a nyereségből </a:t>
            </a:r>
            <a:r>
              <a:rPr lang="hu-HU" sz="2000" b="1" dirty="0"/>
              <a:t>közös</a:t>
            </a:r>
            <a:r>
              <a:rPr lang="hu-HU" sz="2000" dirty="0"/>
              <a:t>en részesednek, és a veszteséget közösen viselik.</a:t>
            </a:r>
          </a:p>
          <a:p>
            <a:pPr lvl="1"/>
            <a:r>
              <a:rPr lang="hu-HU" dirty="0"/>
              <a:t>Nyereségből részesedés: </a:t>
            </a:r>
            <a:r>
              <a:rPr lang="hu-HU" u="sng" dirty="0"/>
              <a:t>vagyoni hozzájárulásuk arányában</a:t>
            </a:r>
          </a:p>
          <a:p>
            <a:pPr lvl="1"/>
            <a:r>
              <a:rPr lang="hu-HU" dirty="0"/>
              <a:t>Veszteség viselése: </a:t>
            </a:r>
            <a:r>
              <a:rPr lang="hu-HU" u="sng" dirty="0"/>
              <a:t>vagyoni hozzájárulásuk arányában</a:t>
            </a:r>
          </a:p>
          <a:p>
            <a:pPr lvl="1"/>
            <a:r>
              <a:rPr lang="hu-HU" dirty="0"/>
              <a:t>Kifizetés / más vagyoni szolgáltatás: előző üzleti évi adózott eredménnyel kiegészített szabad </a:t>
            </a:r>
            <a:r>
              <a:rPr lang="hu-HU" dirty="0" err="1"/>
              <a:t>eredménytartaléka</a:t>
            </a:r>
            <a:r>
              <a:rPr lang="hu-HU" dirty="0"/>
              <a:t> terhére</a:t>
            </a:r>
          </a:p>
          <a:p>
            <a:pPr lvl="1"/>
            <a:r>
              <a:rPr lang="hu-HU" dirty="0"/>
              <a:t>Ha a létesítő okirat rendelkezése a nyereségből vagy a veszteség viseléséből teljesen kizár: </a:t>
            </a:r>
            <a:r>
              <a:rPr lang="hu-HU" u="sng" dirty="0"/>
              <a:t>semmis</a:t>
            </a:r>
            <a:r>
              <a:rPr lang="hu-HU" dirty="0"/>
              <a:t> a rendelkezés</a:t>
            </a:r>
          </a:p>
          <a:p>
            <a:r>
              <a:rPr lang="hu-HU" sz="2000" dirty="0"/>
              <a:t>A tag a többi taggal és a társaság szerveivel köteles együttműködni, nem fejthet ki olyan tevékenységet, amely a társaság céljainak elérését veszélyezteti.</a:t>
            </a:r>
          </a:p>
          <a:p>
            <a:endParaRPr lang="hu-HU" dirty="0"/>
          </a:p>
        </p:txBody>
      </p:sp>
    </p:spTree>
    <p:extLst>
      <p:ext uri="{BB962C8B-B14F-4D97-AF65-F5344CB8AC3E}">
        <p14:creationId xmlns:p14="http://schemas.microsoft.com/office/powerpoint/2010/main" val="4549546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Kép 3" descr="A képen szöveg, képernyőkép, szám, szoftver látható&#10;&#10;Előfordulhat, hogy az AI által létrehozott tartalom helytelen.">
            <a:extLst>
              <a:ext uri="{FF2B5EF4-FFF2-40B4-BE49-F238E27FC236}">
                <a16:creationId xmlns:a16="http://schemas.microsoft.com/office/drawing/2014/main" id="{860E13F8-DE56-4914-6DCA-E5388F843699}"/>
              </a:ext>
            </a:extLst>
          </p:cNvPr>
          <p:cNvPicPr>
            <a:picLocks noChangeAspect="1"/>
          </p:cNvPicPr>
          <p:nvPr/>
        </p:nvPicPr>
        <p:blipFill>
          <a:blip r:embed="rId2"/>
          <a:srcRect l="3215" t="8937" r="934" b="6080"/>
          <a:stretch>
            <a:fillRect/>
          </a:stretch>
        </p:blipFill>
        <p:spPr>
          <a:xfrm>
            <a:off x="41324" y="231112"/>
            <a:ext cx="12109352" cy="6039059"/>
          </a:xfrm>
          <a:prstGeom prst="rect">
            <a:avLst/>
          </a:prstGeom>
        </p:spPr>
      </p:pic>
    </p:spTree>
    <p:extLst>
      <p:ext uri="{BB962C8B-B14F-4D97-AF65-F5344CB8AC3E}">
        <p14:creationId xmlns:p14="http://schemas.microsoft.com/office/powerpoint/2010/main" val="10607584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F61C608-D54B-E070-0E87-68AC54C8B486}"/>
              </a:ext>
            </a:extLst>
          </p:cNvPr>
          <p:cNvSpPr>
            <a:spLocks noGrp="1"/>
          </p:cNvSpPr>
          <p:nvPr>
            <p:ph type="title"/>
          </p:nvPr>
        </p:nvSpPr>
        <p:spPr/>
        <p:txBody>
          <a:bodyPr/>
          <a:lstStyle/>
          <a:p>
            <a:r>
              <a:rPr lang="hu-HU" dirty="0"/>
              <a:t>formakényszer</a:t>
            </a:r>
          </a:p>
        </p:txBody>
      </p:sp>
      <p:sp>
        <p:nvSpPr>
          <p:cNvPr id="3" name="Tartalom helye 2">
            <a:extLst>
              <a:ext uri="{FF2B5EF4-FFF2-40B4-BE49-F238E27FC236}">
                <a16:creationId xmlns:a16="http://schemas.microsoft.com/office/drawing/2014/main" id="{EBBCADEC-22B4-F4FE-99ED-388DE7B4B6D7}"/>
              </a:ext>
            </a:extLst>
          </p:cNvPr>
          <p:cNvSpPr>
            <a:spLocks noGrp="1"/>
          </p:cNvSpPr>
          <p:nvPr>
            <p:ph idx="1"/>
          </p:nvPr>
        </p:nvSpPr>
        <p:spPr/>
        <p:txBody>
          <a:bodyPr>
            <a:normAutofit fontScale="92500"/>
          </a:bodyPr>
          <a:lstStyle/>
          <a:p>
            <a:r>
              <a:rPr lang="hu-HU" dirty="0"/>
              <a:t>Gazdasági társaság </a:t>
            </a:r>
          </a:p>
          <a:p>
            <a:pPr lvl="1"/>
            <a:r>
              <a:rPr lang="hu-HU" dirty="0"/>
              <a:t>közkereseti társaság, </a:t>
            </a:r>
          </a:p>
          <a:p>
            <a:pPr lvl="1"/>
            <a:r>
              <a:rPr lang="hu-HU" dirty="0"/>
              <a:t>betéti társaság, </a:t>
            </a:r>
          </a:p>
          <a:p>
            <a:pPr lvl="1"/>
            <a:r>
              <a:rPr lang="hu-HU" dirty="0"/>
              <a:t>korlátolt felelősségű társaság vagy </a:t>
            </a:r>
          </a:p>
          <a:p>
            <a:pPr lvl="1"/>
            <a:r>
              <a:rPr lang="hu-HU" dirty="0"/>
              <a:t>részvénytársaság formájában alapítható.</a:t>
            </a:r>
          </a:p>
          <a:p>
            <a:pPr lvl="1"/>
            <a:endParaRPr lang="hu-HU" dirty="0"/>
          </a:p>
          <a:p>
            <a:r>
              <a:rPr lang="hu-HU" dirty="0"/>
              <a:t>A gazdasági társaság nevében a gazdasági társaság formájára vonatkozó elnevezést vagy annak a Polgári Törvénykönyvben meghatározott rövidítését kell feltüntetni.</a:t>
            </a:r>
          </a:p>
          <a:p>
            <a:pPr lvl="1"/>
            <a:r>
              <a:rPr lang="hu-HU" dirty="0"/>
              <a:t>közkereseti társaság: </a:t>
            </a:r>
            <a:r>
              <a:rPr lang="hu-HU" dirty="0" err="1"/>
              <a:t>kkt.</a:t>
            </a:r>
            <a:endParaRPr lang="hu-HU" dirty="0"/>
          </a:p>
          <a:p>
            <a:pPr lvl="1"/>
            <a:r>
              <a:rPr lang="hu-HU" dirty="0"/>
              <a:t>betéti társaság: bt.</a:t>
            </a:r>
          </a:p>
          <a:p>
            <a:pPr lvl="1"/>
            <a:r>
              <a:rPr lang="hu-HU" dirty="0"/>
              <a:t>korlátolt felelősségű társaság: kft.</a:t>
            </a:r>
          </a:p>
          <a:p>
            <a:pPr lvl="1"/>
            <a:r>
              <a:rPr lang="hu-HU" dirty="0"/>
              <a:t>részvénytársaság: rt.</a:t>
            </a:r>
          </a:p>
          <a:p>
            <a:endParaRPr lang="hu-HU" dirty="0"/>
          </a:p>
        </p:txBody>
      </p:sp>
    </p:spTree>
    <p:extLst>
      <p:ext uri="{BB962C8B-B14F-4D97-AF65-F5344CB8AC3E}">
        <p14:creationId xmlns:p14="http://schemas.microsoft.com/office/powerpoint/2010/main" val="19377044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4B54A6B4-ABF5-4353-09FD-F5B48045AD4A}"/>
              </a:ext>
            </a:extLst>
          </p:cNvPr>
          <p:cNvSpPr>
            <a:spLocks noGrp="1"/>
          </p:cNvSpPr>
          <p:nvPr>
            <p:ph type="title"/>
          </p:nvPr>
        </p:nvSpPr>
        <p:spPr/>
        <p:txBody>
          <a:bodyPr/>
          <a:lstStyle/>
          <a:p>
            <a:r>
              <a:rPr lang="hu-HU" dirty="0"/>
              <a:t>Társaság tagja</a:t>
            </a:r>
          </a:p>
        </p:txBody>
      </p:sp>
      <p:sp>
        <p:nvSpPr>
          <p:cNvPr id="3" name="Tartalom helye 2">
            <a:extLst>
              <a:ext uri="{FF2B5EF4-FFF2-40B4-BE49-F238E27FC236}">
                <a16:creationId xmlns:a16="http://schemas.microsoft.com/office/drawing/2014/main" id="{8B370B18-219B-4F41-91F2-8C581A7665D1}"/>
              </a:ext>
            </a:extLst>
          </p:cNvPr>
          <p:cNvSpPr>
            <a:spLocks noGrp="1"/>
          </p:cNvSpPr>
          <p:nvPr>
            <p:ph idx="1"/>
          </p:nvPr>
        </p:nvSpPr>
        <p:spPr/>
        <p:txBody>
          <a:bodyPr>
            <a:normAutofit/>
          </a:bodyPr>
          <a:lstStyle/>
          <a:p>
            <a:pPr>
              <a:buFont typeface="Arial" panose="020B0604020202020204" pitchFamily="34" charset="0"/>
              <a:buChar char="•"/>
            </a:pPr>
            <a:r>
              <a:rPr lang="hu-HU" dirty="0"/>
              <a:t>Természetes személy </a:t>
            </a:r>
            <a:r>
              <a:rPr lang="hu-HU" b="1" dirty="0">
                <a:solidFill>
                  <a:srgbClr val="00B050"/>
                </a:solidFill>
              </a:rPr>
              <a:t>egyidejűleg egy gazdasági társaságban </a:t>
            </a:r>
            <a:r>
              <a:rPr lang="hu-HU" dirty="0"/>
              <a:t>lehet a társaság </a:t>
            </a:r>
            <a:r>
              <a:rPr lang="hu-HU" b="1" dirty="0"/>
              <a:t>korlátlanul felelős tagja</a:t>
            </a:r>
            <a:r>
              <a:rPr lang="hu-HU" dirty="0"/>
              <a:t>. </a:t>
            </a:r>
          </a:p>
          <a:p>
            <a:pPr>
              <a:buFont typeface="Arial" panose="020B0604020202020204" pitchFamily="34" charset="0"/>
              <a:buChar char="•"/>
            </a:pPr>
            <a:r>
              <a:rPr lang="hu-HU" dirty="0">
                <a:solidFill>
                  <a:srgbClr val="FF0000"/>
                </a:solidFill>
              </a:rPr>
              <a:t>Kiskorú személy </a:t>
            </a:r>
            <a:r>
              <a:rPr lang="hu-HU" dirty="0"/>
              <a:t>gazdasági társaság korlátlanul felelős tagja nem lehet.</a:t>
            </a:r>
          </a:p>
          <a:p>
            <a:pPr>
              <a:buFont typeface="Arial" panose="020B0604020202020204" pitchFamily="34" charset="0"/>
              <a:buChar char="•"/>
            </a:pPr>
            <a:r>
              <a:rPr lang="hu-HU" dirty="0">
                <a:solidFill>
                  <a:srgbClr val="FF0000"/>
                </a:solidFill>
              </a:rPr>
              <a:t>Közkereseti társaság, betéti társaság és egyéni cé</a:t>
            </a:r>
            <a:r>
              <a:rPr lang="hu-HU" dirty="0"/>
              <a:t>g nem lehet gazdasági társaság korlátlanul felelős tagja.</a:t>
            </a:r>
          </a:p>
          <a:p>
            <a:pPr>
              <a:buFont typeface="Arial" panose="020B0604020202020204" pitchFamily="34" charset="0"/>
              <a:buChar char="•"/>
            </a:pPr>
            <a:r>
              <a:rPr lang="hu-HU" dirty="0"/>
              <a:t>Nyilvánosan működő részvénytársaság kivételével nem lehet gazdasági társaság tagja, aki </a:t>
            </a:r>
            <a:r>
              <a:rPr lang="hu-HU" dirty="0">
                <a:solidFill>
                  <a:srgbClr val="FF0000"/>
                </a:solidFill>
              </a:rPr>
              <a:t>eltiltás hatálya alatt áll</a:t>
            </a:r>
            <a:r>
              <a:rPr lang="hu-HU" dirty="0"/>
              <a:t>.</a:t>
            </a:r>
          </a:p>
          <a:p>
            <a:pPr>
              <a:buFont typeface="Arial" panose="020B0604020202020204" pitchFamily="34" charset="0"/>
              <a:buChar char="•"/>
            </a:pPr>
            <a:r>
              <a:rPr lang="hu-HU" dirty="0"/>
              <a:t>A részvénytársaság tagjai a részvényesek.</a:t>
            </a:r>
          </a:p>
        </p:txBody>
      </p:sp>
      <p:pic>
        <p:nvPicPr>
          <p:cNvPr id="5" name="Ábra 4" descr="Csoport egyszínű kitöltéssel">
            <a:extLst>
              <a:ext uri="{FF2B5EF4-FFF2-40B4-BE49-F238E27FC236}">
                <a16:creationId xmlns:a16="http://schemas.microsoft.com/office/drawing/2014/main" id="{3669B0D7-8995-3AA7-14BB-FAD562E0ADD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863943" y="128016"/>
            <a:ext cx="914400" cy="914400"/>
          </a:xfrm>
          <a:prstGeom prst="rect">
            <a:avLst/>
          </a:prstGeom>
        </p:spPr>
      </p:pic>
    </p:spTree>
    <p:extLst>
      <p:ext uri="{BB962C8B-B14F-4D97-AF65-F5344CB8AC3E}">
        <p14:creationId xmlns:p14="http://schemas.microsoft.com/office/powerpoint/2010/main" val="32034674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6E2E4B40-18E6-1644-67AE-1907CCFF3EC2}"/>
              </a:ext>
            </a:extLst>
          </p:cNvPr>
          <p:cNvSpPr>
            <a:spLocks noGrp="1"/>
          </p:cNvSpPr>
          <p:nvPr>
            <p:ph type="title"/>
          </p:nvPr>
        </p:nvSpPr>
        <p:spPr/>
        <p:txBody>
          <a:bodyPr/>
          <a:lstStyle/>
          <a:p>
            <a:r>
              <a:rPr lang="hu-HU" dirty="0"/>
              <a:t>Gazdasági társaság alapítása</a:t>
            </a:r>
          </a:p>
        </p:txBody>
      </p:sp>
      <p:sp>
        <p:nvSpPr>
          <p:cNvPr id="3" name="Tartalom helye 2">
            <a:extLst>
              <a:ext uri="{FF2B5EF4-FFF2-40B4-BE49-F238E27FC236}">
                <a16:creationId xmlns:a16="http://schemas.microsoft.com/office/drawing/2014/main" id="{2ACFD537-3A9B-9F31-4004-6993F09AB575}"/>
              </a:ext>
            </a:extLst>
          </p:cNvPr>
          <p:cNvSpPr>
            <a:spLocks noGrp="1"/>
          </p:cNvSpPr>
          <p:nvPr>
            <p:ph idx="1"/>
          </p:nvPr>
        </p:nvSpPr>
        <p:spPr/>
        <p:txBody>
          <a:bodyPr/>
          <a:lstStyle/>
          <a:p>
            <a:r>
              <a:rPr lang="hu-HU" dirty="0"/>
              <a:t>Létesítő okirattal + vagyoni hozzájárulás (/és apport)</a:t>
            </a:r>
          </a:p>
          <a:p>
            <a:r>
              <a:rPr lang="hu-HU" dirty="0"/>
              <a:t>Bírósági bejelentés (közjegyzői okiratba foglalásától vagy ügyvédi vagy kamarai jogtanácsosi ellenjegyzéstől számított 30 napon belül) </a:t>
            </a:r>
            <a:r>
              <a:rPr lang="hu-HU" dirty="0">
                <a:sym typeface="Wingdings" panose="05000000000000000000" pitchFamily="2" charset="2"/>
              </a:rPr>
              <a:t> nyilvántartó bíróságnak (ha hatósági engedély kell: 15 nap az engedély kézhezvételétől)</a:t>
            </a:r>
          </a:p>
          <a:p>
            <a:r>
              <a:rPr lang="hu-HU" dirty="0">
                <a:sym typeface="Wingdings" panose="05000000000000000000" pitchFamily="2" charset="2"/>
              </a:rPr>
              <a:t>előtársaság</a:t>
            </a:r>
            <a:endParaRPr lang="hu-HU" dirty="0"/>
          </a:p>
          <a:p>
            <a:endParaRPr lang="hu-HU" dirty="0"/>
          </a:p>
        </p:txBody>
      </p:sp>
    </p:spTree>
    <p:extLst>
      <p:ext uri="{BB962C8B-B14F-4D97-AF65-F5344CB8AC3E}">
        <p14:creationId xmlns:p14="http://schemas.microsoft.com/office/powerpoint/2010/main" val="2907000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áblázat 1">
            <a:extLst>
              <a:ext uri="{FF2B5EF4-FFF2-40B4-BE49-F238E27FC236}">
                <a16:creationId xmlns:a16="http://schemas.microsoft.com/office/drawing/2014/main" id="{01B391CC-E3E8-22AB-AB55-C4505B30C1A3}"/>
              </a:ext>
            </a:extLst>
          </p:cNvPr>
          <p:cNvGraphicFramePr>
            <a:graphicFrameLocks noGrp="1"/>
          </p:cNvGraphicFramePr>
          <p:nvPr>
            <p:extLst>
              <p:ext uri="{D42A27DB-BD31-4B8C-83A1-F6EECF244321}">
                <p14:modId xmlns:p14="http://schemas.microsoft.com/office/powerpoint/2010/main" val="3254934197"/>
              </p:ext>
            </p:extLst>
          </p:nvPr>
        </p:nvGraphicFramePr>
        <p:xfrm>
          <a:off x="438777" y="638070"/>
          <a:ext cx="11314445" cy="5750560"/>
        </p:xfrm>
        <a:graphic>
          <a:graphicData uri="http://schemas.openxmlformats.org/drawingml/2006/table">
            <a:tbl>
              <a:tblPr firstRow="1" bandRow="1">
                <a:tableStyleId>{5C22544A-7EE6-4342-B048-85BDC9FD1C3A}</a:tableStyleId>
              </a:tblPr>
              <a:tblGrid>
                <a:gridCol w="2262889">
                  <a:extLst>
                    <a:ext uri="{9D8B030D-6E8A-4147-A177-3AD203B41FA5}">
                      <a16:colId xmlns:a16="http://schemas.microsoft.com/office/drawing/2014/main" val="3403907575"/>
                    </a:ext>
                  </a:extLst>
                </a:gridCol>
                <a:gridCol w="2262889">
                  <a:extLst>
                    <a:ext uri="{9D8B030D-6E8A-4147-A177-3AD203B41FA5}">
                      <a16:colId xmlns:a16="http://schemas.microsoft.com/office/drawing/2014/main" val="2537213544"/>
                    </a:ext>
                  </a:extLst>
                </a:gridCol>
                <a:gridCol w="2262889">
                  <a:extLst>
                    <a:ext uri="{9D8B030D-6E8A-4147-A177-3AD203B41FA5}">
                      <a16:colId xmlns:a16="http://schemas.microsoft.com/office/drawing/2014/main" val="2346009312"/>
                    </a:ext>
                  </a:extLst>
                </a:gridCol>
                <a:gridCol w="2262889">
                  <a:extLst>
                    <a:ext uri="{9D8B030D-6E8A-4147-A177-3AD203B41FA5}">
                      <a16:colId xmlns:a16="http://schemas.microsoft.com/office/drawing/2014/main" val="2105347995"/>
                    </a:ext>
                  </a:extLst>
                </a:gridCol>
                <a:gridCol w="2262889">
                  <a:extLst>
                    <a:ext uri="{9D8B030D-6E8A-4147-A177-3AD203B41FA5}">
                      <a16:colId xmlns:a16="http://schemas.microsoft.com/office/drawing/2014/main" val="1594168141"/>
                    </a:ext>
                  </a:extLst>
                </a:gridCol>
              </a:tblGrid>
              <a:tr h="370840">
                <a:tc>
                  <a:txBody>
                    <a:bodyPr/>
                    <a:lstStyle/>
                    <a:p>
                      <a:endParaRPr lang="hu-HU" sz="1600" dirty="0"/>
                    </a:p>
                  </a:txBody>
                  <a:tcPr/>
                </a:tc>
                <a:tc>
                  <a:txBody>
                    <a:bodyPr/>
                    <a:lstStyle/>
                    <a:p>
                      <a:pPr algn="ctr"/>
                      <a:r>
                        <a:rPr lang="hu-HU" sz="1600" dirty="0"/>
                        <a:t>Közkereseti társaság</a:t>
                      </a:r>
                    </a:p>
                  </a:txBody>
                  <a:tcPr/>
                </a:tc>
                <a:tc>
                  <a:txBody>
                    <a:bodyPr/>
                    <a:lstStyle/>
                    <a:p>
                      <a:pPr algn="ctr"/>
                      <a:r>
                        <a:rPr lang="hu-HU" sz="1600" dirty="0"/>
                        <a:t>Betéti társaság</a:t>
                      </a:r>
                    </a:p>
                  </a:txBody>
                  <a:tcPr/>
                </a:tc>
                <a:tc>
                  <a:txBody>
                    <a:bodyPr/>
                    <a:lstStyle/>
                    <a:p>
                      <a:pPr algn="ctr"/>
                      <a:r>
                        <a:rPr lang="hu-HU" sz="1600" dirty="0"/>
                        <a:t>Korlátolt felelősségű társaság</a:t>
                      </a:r>
                    </a:p>
                  </a:txBody>
                  <a:tcPr/>
                </a:tc>
                <a:tc>
                  <a:txBody>
                    <a:bodyPr/>
                    <a:lstStyle/>
                    <a:p>
                      <a:pPr algn="ctr"/>
                      <a:r>
                        <a:rPr lang="hu-HU" sz="1600" dirty="0"/>
                        <a:t>Részvénytársaság</a:t>
                      </a:r>
                    </a:p>
                  </a:txBody>
                  <a:tcPr/>
                </a:tc>
                <a:extLst>
                  <a:ext uri="{0D108BD9-81ED-4DB2-BD59-A6C34878D82A}">
                    <a16:rowId xmlns:a16="http://schemas.microsoft.com/office/drawing/2014/main" val="2368823936"/>
                  </a:ext>
                </a:extLst>
              </a:tr>
              <a:tr h="370840">
                <a:tc>
                  <a:txBody>
                    <a:bodyPr/>
                    <a:lstStyle/>
                    <a:p>
                      <a:r>
                        <a:rPr lang="hu-HU" sz="1600" dirty="0"/>
                        <a:t>rövidítése</a:t>
                      </a:r>
                    </a:p>
                  </a:txBody>
                  <a:tcPr/>
                </a:tc>
                <a:tc>
                  <a:txBody>
                    <a:bodyPr/>
                    <a:lstStyle/>
                    <a:p>
                      <a:r>
                        <a:rPr lang="hu-HU" sz="1600" dirty="0" err="1"/>
                        <a:t>kkt.</a:t>
                      </a:r>
                      <a:endParaRPr lang="hu-HU" sz="1600" dirty="0"/>
                    </a:p>
                  </a:txBody>
                  <a:tcPr/>
                </a:tc>
                <a:tc>
                  <a:txBody>
                    <a:bodyPr/>
                    <a:lstStyle/>
                    <a:p>
                      <a:r>
                        <a:rPr lang="hu-HU" sz="1600" dirty="0"/>
                        <a:t>bt.</a:t>
                      </a:r>
                    </a:p>
                  </a:txBody>
                  <a:tcPr/>
                </a:tc>
                <a:tc>
                  <a:txBody>
                    <a:bodyPr/>
                    <a:lstStyle/>
                    <a:p>
                      <a:r>
                        <a:rPr lang="hu-HU" sz="1600" dirty="0"/>
                        <a:t>kft.</a:t>
                      </a:r>
                    </a:p>
                  </a:txBody>
                  <a:tcPr/>
                </a:tc>
                <a:tc>
                  <a:txBody>
                    <a:bodyPr/>
                    <a:lstStyle/>
                    <a:p>
                      <a:r>
                        <a:rPr lang="hu-HU" sz="1600" dirty="0"/>
                        <a:t>rt.</a:t>
                      </a:r>
                    </a:p>
                  </a:txBody>
                  <a:tcPr/>
                </a:tc>
                <a:extLst>
                  <a:ext uri="{0D108BD9-81ED-4DB2-BD59-A6C34878D82A}">
                    <a16:rowId xmlns:a16="http://schemas.microsoft.com/office/drawing/2014/main" val="3583598228"/>
                  </a:ext>
                </a:extLst>
              </a:tr>
              <a:tr h="370840">
                <a:tc>
                  <a:txBody>
                    <a:bodyPr/>
                    <a:lstStyle/>
                    <a:p>
                      <a:r>
                        <a:rPr lang="hu-HU" sz="1600" dirty="0"/>
                        <a:t>Jogi személy?</a:t>
                      </a:r>
                    </a:p>
                  </a:txBody>
                  <a:tcPr/>
                </a:tc>
                <a:tc>
                  <a:txBody>
                    <a:bodyPr/>
                    <a:lstStyle/>
                    <a:p>
                      <a:r>
                        <a:rPr lang="hu-HU" sz="1600" dirty="0"/>
                        <a:t>igen</a:t>
                      </a:r>
                    </a:p>
                  </a:txBody>
                  <a:tcPr/>
                </a:tc>
                <a:tc>
                  <a:txBody>
                    <a:bodyPr/>
                    <a:lstStyle/>
                    <a:p>
                      <a:r>
                        <a:rPr lang="hu-HU" sz="1600" dirty="0"/>
                        <a:t>igen</a:t>
                      </a:r>
                    </a:p>
                  </a:txBody>
                  <a:tcPr/>
                </a:tc>
                <a:tc>
                  <a:txBody>
                    <a:bodyPr/>
                    <a:lstStyle/>
                    <a:p>
                      <a:r>
                        <a:rPr lang="hu-HU" sz="1600" dirty="0"/>
                        <a:t>igen</a:t>
                      </a:r>
                    </a:p>
                  </a:txBody>
                  <a:tcPr/>
                </a:tc>
                <a:tc>
                  <a:txBody>
                    <a:bodyPr/>
                    <a:lstStyle/>
                    <a:p>
                      <a:r>
                        <a:rPr lang="hu-HU" sz="1600" dirty="0"/>
                        <a:t>igen</a:t>
                      </a:r>
                    </a:p>
                  </a:txBody>
                  <a:tcPr/>
                </a:tc>
                <a:extLst>
                  <a:ext uri="{0D108BD9-81ED-4DB2-BD59-A6C34878D82A}">
                    <a16:rowId xmlns:a16="http://schemas.microsoft.com/office/drawing/2014/main" val="1044616332"/>
                  </a:ext>
                </a:extLst>
              </a:tr>
              <a:tr h="370840">
                <a:tc>
                  <a:txBody>
                    <a:bodyPr/>
                    <a:lstStyle/>
                    <a:p>
                      <a:r>
                        <a:rPr lang="hu-HU" sz="1600" dirty="0"/>
                        <a:t>Létesítő okirat:</a:t>
                      </a:r>
                    </a:p>
                  </a:txBody>
                  <a:tcPr/>
                </a:tc>
                <a:tc>
                  <a:txBody>
                    <a:bodyPr/>
                    <a:lstStyle/>
                    <a:p>
                      <a:r>
                        <a:rPr lang="hu-HU" sz="1600" dirty="0"/>
                        <a:t>társasági szerződés</a:t>
                      </a:r>
                    </a:p>
                  </a:txBody>
                  <a:tcPr/>
                </a:tc>
                <a:tc>
                  <a:txBody>
                    <a:bodyPr/>
                    <a:lstStyle/>
                    <a:p>
                      <a:r>
                        <a:rPr lang="hu-HU" sz="1600" dirty="0"/>
                        <a:t>társasági szerződés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hu-HU" sz="1600" dirty="0"/>
                        <a:t>társasági szerződés</a:t>
                      </a:r>
                    </a:p>
                    <a:p>
                      <a:r>
                        <a:rPr lang="hu-HU" sz="1600" dirty="0"/>
                        <a:t>(Kivéve: egyszemélyes korlátolt felelősségű társaság: alapító okirat)</a:t>
                      </a:r>
                    </a:p>
                  </a:txBody>
                  <a:tcPr/>
                </a:tc>
                <a:tc>
                  <a:txBody>
                    <a:bodyPr/>
                    <a:lstStyle/>
                    <a:p>
                      <a:r>
                        <a:rPr lang="hu-HU" sz="1600" dirty="0"/>
                        <a:t>alapszabály</a:t>
                      </a:r>
                    </a:p>
                  </a:txBody>
                  <a:tcPr/>
                </a:tc>
                <a:extLst>
                  <a:ext uri="{0D108BD9-81ED-4DB2-BD59-A6C34878D82A}">
                    <a16:rowId xmlns:a16="http://schemas.microsoft.com/office/drawing/2014/main" val="3646535622"/>
                  </a:ext>
                </a:extLst>
              </a:tr>
              <a:tr h="370840">
                <a:tc>
                  <a:txBody>
                    <a:bodyPr/>
                    <a:lstStyle/>
                    <a:p>
                      <a:r>
                        <a:rPr lang="hu-HU" sz="1600" dirty="0"/>
                        <a:t>Legfőbb szerv:</a:t>
                      </a:r>
                    </a:p>
                  </a:txBody>
                  <a:tcPr/>
                </a:tc>
                <a:tc>
                  <a:txBody>
                    <a:bodyPr/>
                    <a:lstStyle/>
                    <a:p>
                      <a:r>
                        <a:rPr lang="hu-HU" sz="1600" dirty="0"/>
                        <a:t>tagok gyűlése </a:t>
                      </a:r>
                    </a:p>
                  </a:txBody>
                  <a:tcPr/>
                </a:tc>
                <a:tc>
                  <a:txBody>
                    <a:bodyPr/>
                    <a:lstStyle/>
                    <a:p>
                      <a:r>
                        <a:rPr lang="hu-HU" sz="1600" dirty="0"/>
                        <a:t>tagok gyűlése</a:t>
                      </a:r>
                    </a:p>
                  </a:txBody>
                  <a:tcPr/>
                </a:tc>
                <a:tc>
                  <a:txBody>
                    <a:bodyPr/>
                    <a:lstStyle/>
                    <a:p>
                      <a:r>
                        <a:rPr lang="hu-HU" sz="1600" dirty="0"/>
                        <a:t>taggyűlés</a:t>
                      </a:r>
                    </a:p>
                  </a:txBody>
                  <a:tcPr/>
                </a:tc>
                <a:tc>
                  <a:txBody>
                    <a:bodyPr/>
                    <a:lstStyle/>
                    <a:p>
                      <a:r>
                        <a:rPr lang="hu-HU" sz="1600" dirty="0"/>
                        <a:t>közgyűlés</a:t>
                      </a:r>
                    </a:p>
                  </a:txBody>
                  <a:tcPr/>
                </a:tc>
                <a:extLst>
                  <a:ext uri="{0D108BD9-81ED-4DB2-BD59-A6C34878D82A}">
                    <a16:rowId xmlns:a16="http://schemas.microsoft.com/office/drawing/2014/main" val="3175244458"/>
                  </a:ext>
                </a:extLst>
              </a:tr>
              <a:tr h="370840">
                <a:tc>
                  <a:txBody>
                    <a:bodyPr/>
                    <a:lstStyle/>
                    <a:p>
                      <a:r>
                        <a:rPr lang="hu-HU" sz="1600" dirty="0"/>
                        <a:t>Tagok helytállása:</a:t>
                      </a:r>
                    </a:p>
                  </a:txBody>
                  <a:tcPr/>
                </a:tc>
                <a:tc>
                  <a:txBody>
                    <a:bodyPr/>
                    <a:lstStyle/>
                    <a:p>
                      <a:r>
                        <a:rPr lang="hu-HU" sz="1600" dirty="0"/>
                        <a:t>egyetemleges a társasági vagyon által nem fedezett kötelezettségekért</a:t>
                      </a:r>
                    </a:p>
                  </a:txBody>
                  <a:tcPr/>
                </a:tc>
                <a:tc>
                  <a:txBody>
                    <a:bodyPr/>
                    <a:lstStyle/>
                    <a:p>
                      <a:r>
                        <a:rPr lang="hu-HU" sz="1600" b="1" dirty="0"/>
                        <a:t>Beltag: </a:t>
                      </a:r>
                      <a:r>
                        <a:rPr lang="hu-HU" sz="1600" dirty="0"/>
                        <a:t>társasági vagyon által nem fedezett kötelezettségekért többi beltaggal egyetemlegesen,</a:t>
                      </a:r>
                    </a:p>
                    <a:p>
                      <a:r>
                        <a:rPr lang="hu-HU" sz="1600" b="1" dirty="0"/>
                        <a:t>Kültag</a:t>
                      </a:r>
                      <a:r>
                        <a:rPr lang="hu-HU" sz="1600" dirty="0"/>
                        <a:t>: főszabály szerint nem tartozik helytállási kötelezettséggel</a:t>
                      </a:r>
                    </a:p>
                  </a:txBody>
                  <a:tcPr/>
                </a:tc>
                <a:tc>
                  <a:txBody>
                    <a:bodyPr/>
                    <a:lstStyle/>
                    <a:p>
                      <a:r>
                        <a:rPr lang="hu-HU" sz="1600" dirty="0"/>
                        <a:t>Főszabály: nem tartozik helytállási kötelezettséggel</a:t>
                      </a:r>
                    </a:p>
                    <a:p>
                      <a:endParaRPr lang="hu-HU" sz="1600" dirty="0"/>
                    </a:p>
                    <a:p>
                      <a:r>
                        <a:rPr lang="hu-HU" sz="1600" dirty="0"/>
                        <a:t>(a még nem teljesített pénzbeli vagyoni hozzájárulásuk összegének erejéig)</a:t>
                      </a:r>
                    </a:p>
                  </a:txBody>
                  <a:tcPr/>
                </a:tc>
                <a:tc>
                  <a:txBody>
                    <a:bodyPr/>
                    <a:lstStyle/>
                    <a:p>
                      <a:r>
                        <a:rPr lang="hu-HU" sz="1600" dirty="0"/>
                        <a:t>főszabály szerint nem köteles helytállni</a:t>
                      </a:r>
                    </a:p>
                  </a:txBody>
                  <a:tcPr/>
                </a:tc>
                <a:extLst>
                  <a:ext uri="{0D108BD9-81ED-4DB2-BD59-A6C34878D82A}">
                    <a16:rowId xmlns:a16="http://schemas.microsoft.com/office/drawing/2014/main" val="2904785903"/>
                  </a:ext>
                </a:extLst>
              </a:tr>
              <a:tr h="370840">
                <a:tc>
                  <a:txBody>
                    <a:bodyPr/>
                    <a:lstStyle/>
                    <a:p>
                      <a:r>
                        <a:rPr lang="hu-HU" sz="1600" dirty="0"/>
                        <a:t>Ügyvezető szerv:</a:t>
                      </a:r>
                    </a:p>
                  </a:txBody>
                  <a:tcPr/>
                </a:tc>
                <a:tc>
                  <a:txBody>
                    <a:bodyPr/>
                    <a:lstStyle/>
                    <a:p>
                      <a:r>
                        <a:rPr lang="hu-HU" sz="1600" dirty="0"/>
                        <a:t>ügyvezető</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hu-HU" sz="1600" dirty="0"/>
                        <a:t>ügyvezető</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hu-HU" sz="1600" dirty="0"/>
                        <a:t>ügyvezető</a:t>
                      </a:r>
                    </a:p>
                  </a:txBody>
                  <a:tcPr/>
                </a:tc>
                <a:tc>
                  <a:txBody>
                    <a:bodyPr/>
                    <a:lstStyle/>
                    <a:p>
                      <a:r>
                        <a:rPr lang="hu-HU" sz="1600" dirty="0"/>
                        <a:t>igazgatóság</a:t>
                      </a:r>
                    </a:p>
                  </a:txBody>
                  <a:tcPr/>
                </a:tc>
                <a:extLst>
                  <a:ext uri="{0D108BD9-81ED-4DB2-BD59-A6C34878D82A}">
                    <a16:rowId xmlns:a16="http://schemas.microsoft.com/office/drawing/2014/main" val="1089980744"/>
                  </a:ext>
                </a:extLst>
              </a:tr>
              <a:tr h="370840">
                <a:tc>
                  <a:txBody>
                    <a:bodyPr/>
                    <a:lstStyle/>
                    <a:p>
                      <a:r>
                        <a:rPr lang="hu-HU" sz="1600" dirty="0"/>
                        <a:t>Ellenőrző szerv:</a:t>
                      </a:r>
                    </a:p>
                  </a:txBody>
                  <a:tcPr/>
                </a:tc>
                <a:tc>
                  <a:txBody>
                    <a:bodyPr/>
                    <a:lstStyle/>
                    <a:p>
                      <a:r>
                        <a:rPr lang="hu-HU" sz="1600" dirty="0"/>
                        <a:t>felügyelő bizottság, könyvvizsgáló</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hu-HU" sz="1600" dirty="0"/>
                        <a:t>felügyelő bizottság, könyvvizsgáló</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hu-HU" sz="1600" dirty="0"/>
                        <a:t>felügyelő bizottság, könyvvizsgáló</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hu-HU" sz="1600" dirty="0"/>
                        <a:t>felügyelő bizottság, könyvvizsgáló</a:t>
                      </a:r>
                    </a:p>
                  </a:txBody>
                  <a:tcPr/>
                </a:tc>
                <a:extLst>
                  <a:ext uri="{0D108BD9-81ED-4DB2-BD59-A6C34878D82A}">
                    <a16:rowId xmlns:a16="http://schemas.microsoft.com/office/drawing/2014/main" val="3876480859"/>
                  </a:ext>
                </a:extLst>
              </a:tr>
            </a:tbl>
          </a:graphicData>
        </a:graphic>
      </p:graphicFrame>
    </p:spTree>
    <p:extLst>
      <p:ext uri="{BB962C8B-B14F-4D97-AF65-F5344CB8AC3E}">
        <p14:creationId xmlns:p14="http://schemas.microsoft.com/office/powerpoint/2010/main" val="31303815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AE461D1-FAD6-AAAB-481E-8D0B3B2A85A0}"/>
              </a:ext>
            </a:extLst>
          </p:cNvPr>
          <p:cNvSpPr>
            <a:spLocks noGrp="1"/>
          </p:cNvSpPr>
          <p:nvPr>
            <p:ph type="title"/>
          </p:nvPr>
        </p:nvSpPr>
        <p:spPr/>
        <p:txBody>
          <a:bodyPr/>
          <a:lstStyle/>
          <a:p>
            <a:r>
              <a:rPr lang="hu-HU" dirty="0">
                <a:solidFill>
                  <a:schemeClr val="accent3"/>
                </a:solidFill>
              </a:rPr>
              <a:t>Közkereseti társaság</a:t>
            </a:r>
          </a:p>
        </p:txBody>
      </p:sp>
      <p:sp>
        <p:nvSpPr>
          <p:cNvPr id="3" name="Tartalom helye 2">
            <a:extLst>
              <a:ext uri="{FF2B5EF4-FFF2-40B4-BE49-F238E27FC236}">
                <a16:creationId xmlns:a16="http://schemas.microsoft.com/office/drawing/2014/main" id="{DB085601-DD98-4946-B198-0038601BDCBD}"/>
              </a:ext>
            </a:extLst>
          </p:cNvPr>
          <p:cNvSpPr>
            <a:spLocks noGrp="1"/>
          </p:cNvSpPr>
          <p:nvPr>
            <p:ph idx="1"/>
          </p:nvPr>
        </p:nvSpPr>
        <p:spPr/>
        <p:txBody>
          <a:bodyPr/>
          <a:lstStyle/>
          <a:p>
            <a:r>
              <a:rPr lang="hu-HU" dirty="0"/>
              <a:t>Jogi személy!</a:t>
            </a:r>
          </a:p>
          <a:p>
            <a:r>
              <a:rPr lang="hu-HU" dirty="0"/>
              <a:t>Közkereseti társaság (</a:t>
            </a:r>
            <a:r>
              <a:rPr lang="hu-HU" dirty="0" err="1"/>
              <a:t>kkt.</a:t>
            </a:r>
            <a:r>
              <a:rPr lang="hu-HU" dirty="0"/>
              <a:t>) létesítésére irányuló társasági szerződés megkötésével a társaság tagjai arra vállalnak kötelezettséget, hogy a társaság </a:t>
            </a:r>
            <a:r>
              <a:rPr lang="hu-HU" b="1" dirty="0"/>
              <a:t>gazdasági tevékenységének céljára </a:t>
            </a:r>
            <a:r>
              <a:rPr lang="hu-HU" dirty="0"/>
              <a:t>a társaság részére </a:t>
            </a:r>
            <a:r>
              <a:rPr lang="hu-HU" b="1" dirty="0"/>
              <a:t>vagyoni hozzájárulás</a:t>
            </a:r>
            <a:r>
              <a:rPr lang="hu-HU" dirty="0"/>
              <a:t>t teljesítenek, és a társaságnak a </a:t>
            </a:r>
            <a:r>
              <a:rPr lang="hu-HU" b="1" dirty="0"/>
              <a:t>társasági vagyon által nem fedezett kötelezettségeiért korlátlanul és egyetemlegesen helytállnak</a:t>
            </a:r>
            <a:r>
              <a:rPr lang="hu-HU" dirty="0"/>
              <a:t>.</a:t>
            </a:r>
          </a:p>
          <a:p>
            <a:r>
              <a:rPr lang="hu-HU" dirty="0"/>
              <a:t>Tagok helytállása a társaság kötelezettségeiért: a tagok </a:t>
            </a:r>
            <a:r>
              <a:rPr lang="hu-HU" b="1" dirty="0"/>
              <a:t>egyetemlegesen</a:t>
            </a:r>
            <a:r>
              <a:rPr lang="hu-HU" dirty="0"/>
              <a:t> kötelesek helytállni a társaságnak a társasági vagyon által nem fedezett kötelezettségeiért.</a:t>
            </a:r>
          </a:p>
          <a:p>
            <a:pPr lvl="1"/>
            <a:r>
              <a:rPr lang="hu-HU" dirty="0"/>
              <a:t>a társaságba belépő tag a belépése előtt keletkezett társasági kötelezettségekért a többi taggal azonos módon köteles helytállni. (A tagok ezzel ellentétes megállapodása harmadik személyekkel szemben nem hatályos.)</a:t>
            </a:r>
          </a:p>
          <a:p>
            <a:endParaRPr lang="hu-HU" dirty="0"/>
          </a:p>
        </p:txBody>
      </p:sp>
    </p:spTree>
    <p:extLst>
      <p:ext uri="{BB962C8B-B14F-4D97-AF65-F5344CB8AC3E}">
        <p14:creationId xmlns:p14="http://schemas.microsoft.com/office/powerpoint/2010/main" val="36615904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0C0F0731-7152-FAFC-3116-1CD43D80DCA6}"/>
              </a:ext>
            </a:extLst>
          </p:cNvPr>
          <p:cNvSpPr>
            <a:spLocks noGrp="1"/>
          </p:cNvSpPr>
          <p:nvPr>
            <p:ph type="title"/>
          </p:nvPr>
        </p:nvSpPr>
        <p:spPr/>
        <p:txBody>
          <a:bodyPr/>
          <a:lstStyle/>
          <a:p>
            <a:r>
              <a:rPr lang="hu-HU" dirty="0"/>
              <a:t>Kkt. – legfőbb szerv</a:t>
            </a:r>
          </a:p>
        </p:txBody>
      </p:sp>
      <p:sp>
        <p:nvSpPr>
          <p:cNvPr id="3" name="Tartalom helye 2">
            <a:extLst>
              <a:ext uri="{FF2B5EF4-FFF2-40B4-BE49-F238E27FC236}">
                <a16:creationId xmlns:a16="http://schemas.microsoft.com/office/drawing/2014/main" id="{2B2ECABD-FA8D-2414-FF53-465D7D625BE5}"/>
              </a:ext>
            </a:extLst>
          </p:cNvPr>
          <p:cNvSpPr>
            <a:spLocks noGrp="1"/>
          </p:cNvSpPr>
          <p:nvPr>
            <p:ph idx="1"/>
          </p:nvPr>
        </p:nvSpPr>
        <p:spPr/>
        <p:txBody>
          <a:bodyPr/>
          <a:lstStyle/>
          <a:p>
            <a:r>
              <a:rPr lang="hu-HU" dirty="0"/>
              <a:t>Legfőbb szerve: tagok gyűlése</a:t>
            </a:r>
            <a:endParaRPr lang="hu-HU" dirty="0">
              <a:sym typeface="Wingdings" panose="05000000000000000000" pitchFamily="2" charset="2"/>
            </a:endParaRPr>
          </a:p>
          <a:p>
            <a:r>
              <a:rPr lang="hu-HU" dirty="0">
                <a:sym typeface="Wingdings" panose="05000000000000000000" pitchFamily="2" charset="2"/>
              </a:rPr>
              <a:t>1 szavazat/tag (semmis a tagot szavazati jogától megfosztó rendelkezés)</a:t>
            </a:r>
          </a:p>
          <a:p>
            <a:r>
              <a:rPr lang="hu-HU" dirty="0">
                <a:sym typeface="Wingdings" panose="05000000000000000000" pitchFamily="2" charset="2"/>
              </a:rPr>
              <a:t>határozathozatal: szótöbbséggel</a:t>
            </a:r>
          </a:p>
          <a:p>
            <a:pPr lvl="1"/>
            <a:r>
              <a:rPr lang="hu-HU" dirty="0">
                <a:sym typeface="Wingdings" panose="05000000000000000000" pitchFamily="2" charset="2"/>
              </a:rPr>
              <a:t>Vezető tisztségviselő visszahívása: háromnegyedes szótöbbség</a:t>
            </a:r>
          </a:p>
          <a:p>
            <a:pPr lvl="1"/>
            <a:r>
              <a:rPr lang="hu-HU" dirty="0">
                <a:sym typeface="Wingdings" panose="05000000000000000000" pitchFamily="2" charset="2"/>
              </a:rPr>
              <a:t>Társasági szerződés módosítás: egyhangú</a:t>
            </a:r>
          </a:p>
          <a:p>
            <a:pPr lvl="1"/>
            <a:r>
              <a:rPr lang="hu-HU" dirty="0">
                <a:sym typeface="Wingdings" panose="05000000000000000000" pitchFamily="2" charset="2"/>
              </a:rPr>
              <a:t>Átalakulás, egyesülés, szétválás, jogutód nélküli megszűnés: egyhangú</a:t>
            </a:r>
            <a:endParaRPr lang="hu-HU" dirty="0"/>
          </a:p>
          <a:p>
            <a:endParaRPr lang="hu-HU" dirty="0"/>
          </a:p>
        </p:txBody>
      </p:sp>
    </p:spTree>
    <p:extLst>
      <p:ext uri="{BB962C8B-B14F-4D97-AF65-F5344CB8AC3E}">
        <p14:creationId xmlns:p14="http://schemas.microsoft.com/office/powerpoint/2010/main" val="22248082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0B3981EA-5228-CFA4-A716-8A03C0BC7C57}"/>
              </a:ext>
            </a:extLst>
          </p:cNvPr>
          <p:cNvSpPr>
            <a:spLocks noGrp="1"/>
          </p:cNvSpPr>
          <p:nvPr>
            <p:ph type="title"/>
          </p:nvPr>
        </p:nvSpPr>
        <p:spPr/>
        <p:txBody>
          <a:bodyPr/>
          <a:lstStyle/>
          <a:p>
            <a:r>
              <a:rPr lang="hu-HU" dirty="0"/>
              <a:t>Kkt. - Ügyvezetés, képviselet</a:t>
            </a:r>
          </a:p>
        </p:txBody>
      </p:sp>
      <p:sp>
        <p:nvSpPr>
          <p:cNvPr id="3" name="Tartalom helye 2">
            <a:extLst>
              <a:ext uri="{FF2B5EF4-FFF2-40B4-BE49-F238E27FC236}">
                <a16:creationId xmlns:a16="http://schemas.microsoft.com/office/drawing/2014/main" id="{619FF8F1-7FD5-06FD-7C42-518D6996D43E}"/>
              </a:ext>
            </a:extLst>
          </p:cNvPr>
          <p:cNvSpPr>
            <a:spLocks noGrp="1"/>
          </p:cNvSpPr>
          <p:nvPr>
            <p:ph idx="1"/>
          </p:nvPr>
        </p:nvSpPr>
        <p:spPr/>
        <p:txBody>
          <a:bodyPr>
            <a:normAutofit lnSpcReduction="10000"/>
          </a:bodyPr>
          <a:lstStyle/>
          <a:p>
            <a:r>
              <a:rPr lang="hu-HU" dirty="0"/>
              <a:t>A közkereseti társaság ügyvezetését a tagok közül kijelölt vagy megválasztott egy vagy több </a:t>
            </a:r>
            <a:r>
              <a:rPr lang="hu-HU" b="1" dirty="0"/>
              <a:t>ügyvezető</a:t>
            </a:r>
            <a:r>
              <a:rPr lang="hu-HU" dirty="0"/>
              <a:t> látja el. Kijelölés vagy választás hiányában valamennyi tag ügyvezető.</a:t>
            </a:r>
          </a:p>
          <a:p>
            <a:r>
              <a:rPr lang="hu-HU" dirty="0"/>
              <a:t>Semmis a társasági szerződés olyan rendelkezése, amely ügyvezetővé olyan személyt jelöl ki, aki nem tagja a társaságnak, vagy lehetővé teszi ilyen személy ügyvezetővé választását.</a:t>
            </a:r>
          </a:p>
          <a:p>
            <a:r>
              <a:rPr lang="hu-HU" dirty="0"/>
              <a:t>Mindegyik ügyvezető önállóan eljárhat. (ügyvezető a másik ügyvezető tervezett vagy már megtett intézkedése ellen tiltakozhat </a:t>
            </a:r>
            <a:r>
              <a:rPr lang="hu-HU" dirty="0">
                <a:sym typeface="Wingdings" panose="05000000000000000000" pitchFamily="2" charset="2"/>
              </a:rPr>
              <a:t> tagok gyűlése felülbírálhat)</a:t>
            </a:r>
          </a:p>
          <a:p>
            <a:pPr lvl="1"/>
            <a:r>
              <a:rPr lang="hu-HU" dirty="0"/>
              <a:t>A társasági szerződés rendelkezhet úgy, hogy több ügyvezető együttesen jár el </a:t>
            </a:r>
            <a:r>
              <a:rPr lang="hu-HU" dirty="0">
                <a:sym typeface="Wingdings" panose="05000000000000000000" pitchFamily="2" charset="2"/>
              </a:rPr>
              <a:t> ha </a:t>
            </a:r>
            <a:r>
              <a:rPr lang="hu-HU" dirty="0"/>
              <a:t>az ügyvezetők között nincs egyetértés:  bármelyikük jogosult a tagok gyűlésének a döntését kérni. </a:t>
            </a:r>
          </a:p>
          <a:p>
            <a:pPr lvl="1"/>
            <a:r>
              <a:rPr lang="hu-HU" dirty="0"/>
              <a:t>A halaszthatatlan intézkedéseket az ügyvezetők önállóan is megtehetik.  (DE: többi ügyvezetőt késedelem nélkül tájékoztatni kell)</a:t>
            </a:r>
          </a:p>
          <a:p>
            <a:endParaRPr lang="hu-HU" dirty="0"/>
          </a:p>
        </p:txBody>
      </p:sp>
    </p:spTree>
    <p:extLst>
      <p:ext uri="{BB962C8B-B14F-4D97-AF65-F5344CB8AC3E}">
        <p14:creationId xmlns:p14="http://schemas.microsoft.com/office/powerpoint/2010/main" val="17708033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59FD84C-13ED-F8B3-882D-92A7D80BF1E3}"/>
              </a:ext>
            </a:extLst>
          </p:cNvPr>
          <p:cNvSpPr>
            <a:spLocks noGrp="1"/>
          </p:cNvSpPr>
          <p:nvPr>
            <p:ph type="title"/>
          </p:nvPr>
        </p:nvSpPr>
        <p:spPr/>
        <p:txBody>
          <a:bodyPr>
            <a:normAutofit/>
          </a:bodyPr>
          <a:lstStyle/>
          <a:p>
            <a:r>
              <a:rPr lang="hu-HU" sz="4400" dirty="0"/>
              <a:t>KKT. - tagsági jogviszony megszűnésének esetei</a:t>
            </a:r>
          </a:p>
        </p:txBody>
      </p:sp>
      <p:sp>
        <p:nvSpPr>
          <p:cNvPr id="3" name="Tartalom helye 2">
            <a:extLst>
              <a:ext uri="{FF2B5EF4-FFF2-40B4-BE49-F238E27FC236}">
                <a16:creationId xmlns:a16="http://schemas.microsoft.com/office/drawing/2014/main" id="{B11A0BA3-8EA5-4282-5F6F-E6A12A61BFBC}"/>
              </a:ext>
            </a:extLst>
          </p:cNvPr>
          <p:cNvSpPr>
            <a:spLocks noGrp="1"/>
          </p:cNvSpPr>
          <p:nvPr>
            <p:ph idx="1"/>
          </p:nvPr>
        </p:nvSpPr>
        <p:spPr/>
        <p:txBody>
          <a:bodyPr/>
          <a:lstStyle/>
          <a:p>
            <a:r>
              <a:rPr lang="hu-HU" dirty="0"/>
              <a:t>A gazdasági társaságok közös szabályai között meghatározott esetek </a:t>
            </a:r>
          </a:p>
          <a:p>
            <a:pPr marL="0" indent="0">
              <a:buNone/>
            </a:pPr>
            <a:r>
              <a:rPr lang="hu-HU" dirty="0"/>
              <a:t>			+</a:t>
            </a:r>
          </a:p>
          <a:p>
            <a:pPr lvl="1"/>
            <a:r>
              <a:rPr lang="hu-HU" dirty="0"/>
              <a:t>a tagok közös megegyezésével;</a:t>
            </a:r>
          </a:p>
          <a:p>
            <a:pPr lvl="1"/>
            <a:r>
              <a:rPr lang="hu-HU" dirty="0"/>
              <a:t>a tag felmondásával;</a:t>
            </a:r>
          </a:p>
          <a:p>
            <a:pPr lvl="1"/>
            <a:r>
              <a:rPr lang="hu-HU" dirty="0"/>
              <a:t>a társasági részesedés átruházásával;</a:t>
            </a:r>
          </a:p>
          <a:p>
            <a:pPr lvl="1"/>
            <a:r>
              <a:rPr lang="hu-HU" dirty="0"/>
              <a:t>a tag halálával vagy megszűnésével; vagy</a:t>
            </a:r>
          </a:p>
          <a:p>
            <a:pPr lvl="1"/>
            <a:r>
              <a:rPr lang="hu-HU" dirty="0"/>
              <a:t>a taggal szembeni kizáró ok bekövetkeztével.</a:t>
            </a:r>
          </a:p>
          <a:p>
            <a:endParaRPr lang="hu-HU" dirty="0"/>
          </a:p>
        </p:txBody>
      </p:sp>
    </p:spTree>
    <p:extLst>
      <p:ext uri="{BB962C8B-B14F-4D97-AF65-F5344CB8AC3E}">
        <p14:creationId xmlns:p14="http://schemas.microsoft.com/office/powerpoint/2010/main" val="42227363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6344516-8AD2-911E-7949-BC5A37B81DA7}"/>
              </a:ext>
            </a:extLst>
          </p:cNvPr>
          <p:cNvSpPr>
            <a:spLocks noGrp="1"/>
          </p:cNvSpPr>
          <p:nvPr>
            <p:ph type="title"/>
          </p:nvPr>
        </p:nvSpPr>
        <p:spPr/>
        <p:txBody>
          <a:bodyPr/>
          <a:lstStyle/>
          <a:p>
            <a:r>
              <a:rPr lang="hu-HU" dirty="0"/>
              <a:t>KKT. </a:t>
            </a:r>
            <a:r>
              <a:rPr lang="hu-HU" dirty="0">
                <a:sym typeface="Wingdings" panose="05000000000000000000" pitchFamily="2" charset="2"/>
              </a:rPr>
              <a:t> BT.</a:t>
            </a:r>
            <a:endParaRPr lang="hu-HU" dirty="0"/>
          </a:p>
        </p:txBody>
      </p:sp>
      <p:sp>
        <p:nvSpPr>
          <p:cNvPr id="3" name="Tartalom helye 2">
            <a:extLst>
              <a:ext uri="{FF2B5EF4-FFF2-40B4-BE49-F238E27FC236}">
                <a16:creationId xmlns:a16="http://schemas.microsoft.com/office/drawing/2014/main" id="{920F4013-797C-A99C-6C83-A1885EFF40E5}"/>
              </a:ext>
            </a:extLst>
          </p:cNvPr>
          <p:cNvSpPr>
            <a:spLocks noGrp="1"/>
          </p:cNvSpPr>
          <p:nvPr>
            <p:ph idx="1"/>
          </p:nvPr>
        </p:nvSpPr>
        <p:spPr/>
        <p:txBody>
          <a:bodyPr/>
          <a:lstStyle/>
          <a:p>
            <a:r>
              <a:rPr lang="hu-HU" dirty="0"/>
              <a:t>A közkereseti társaság betéti társasággá és a betéti társaság közkereseti társasággá a gazdasági társaságok átalakulására vonatkozó szabályok alkalmazása nélkül, </a:t>
            </a:r>
            <a:r>
              <a:rPr lang="hu-HU" b="1" dirty="0"/>
              <a:t>társasági szerződése módosításával </a:t>
            </a:r>
            <a:r>
              <a:rPr lang="hu-HU" dirty="0"/>
              <a:t>alakulhat át.</a:t>
            </a:r>
          </a:p>
          <a:p>
            <a:r>
              <a:rPr lang="hu-HU" dirty="0"/>
              <a:t>A társaság betéti társasággá való átalakulása során kültaggá váló tag az átalakulástól számított ötéves jogvesztő határidőn belül korlátlanul köteles helytállni a társaságnak az átalakulás előtt keletkezett tartozásaiért.</a:t>
            </a:r>
          </a:p>
          <a:p>
            <a:r>
              <a:rPr lang="hu-HU" dirty="0"/>
              <a:t>A társasági tevékenység megváltozott formában való </a:t>
            </a:r>
            <a:r>
              <a:rPr lang="hu-HU" dirty="0" err="1"/>
              <a:t>továbbfolytatásában</a:t>
            </a:r>
            <a:r>
              <a:rPr lang="hu-HU" dirty="0"/>
              <a:t> részt venni nem kívánó tagokkal a tagsági viszony megszűnése esetén irányadó szabályok megfelelő alkalmazásával kell elszámolni.</a:t>
            </a:r>
          </a:p>
          <a:p>
            <a:endParaRPr lang="hu-HU" dirty="0"/>
          </a:p>
        </p:txBody>
      </p:sp>
    </p:spTree>
    <p:extLst>
      <p:ext uri="{BB962C8B-B14F-4D97-AF65-F5344CB8AC3E}">
        <p14:creationId xmlns:p14="http://schemas.microsoft.com/office/powerpoint/2010/main" val="8760591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4723B948-1D4F-5348-9686-B249149075FA}"/>
              </a:ext>
            </a:extLst>
          </p:cNvPr>
          <p:cNvSpPr>
            <a:spLocks noGrp="1"/>
          </p:cNvSpPr>
          <p:nvPr>
            <p:ph type="title"/>
          </p:nvPr>
        </p:nvSpPr>
        <p:spPr/>
        <p:txBody>
          <a:bodyPr/>
          <a:lstStyle/>
          <a:p>
            <a:r>
              <a:rPr lang="hu-HU" dirty="0">
                <a:solidFill>
                  <a:schemeClr val="accent3"/>
                </a:solidFill>
              </a:rPr>
              <a:t>Betéti társaság</a:t>
            </a:r>
          </a:p>
        </p:txBody>
      </p:sp>
      <p:sp>
        <p:nvSpPr>
          <p:cNvPr id="3" name="Tartalom helye 2">
            <a:extLst>
              <a:ext uri="{FF2B5EF4-FFF2-40B4-BE49-F238E27FC236}">
                <a16:creationId xmlns:a16="http://schemas.microsoft.com/office/drawing/2014/main" id="{6D2B34F9-84BF-831E-47A5-0A0075588D52}"/>
              </a:ext>
            </a:extLst>
          </p:cNvPr>
          <p:cNvSpPr>
            <a:spLocks noGrp="1"/>
          </p:cNvSpPr>
          <p:nvPr>
            <p:ph idx="1"/>
          </p:nvPr>
        </p:nvSpPr>
        <p:spPr/>
        <p:txBody>
          <a:bodyPr>
            <a:normAutofit fontScale="92500" lnSpcReduction="20000"/>
          </a:bodyPr>
          <a:lstStyle/>
          <a:p>
            <a:r>
              <a:rPr lang="hu-HU" dirty="0"/>
              <a:t>Jogi személy!</a:t>
            </a:r>
          </a:p>
          <a:p>
            <a:r>
              <a:rPr lang="hu-HU" dirty="0"/>
              <a:t>A betéti társaság (bt.) létesítésére irányuló társasági szerződés megkötésével a társaság tagjai arra vállalnak kötelezettséget, hogy a társaság </a:t>
            </a:r>
            <a:r>
              <a:rPr lang="hu-HU" b="1" dirty="0"/>
              <a:t>gazdasági tevékenységének céljára </a:t>
            </a:r>
            <a:r>
              <a:rPr lang="hu-HU" dirty="0"/>
              <a:t>a társaság részére </a:t>
            </a:r>
            <a:r>
              <a:rPr lang="hu-HU" b="1" dirty="0"/>
              <a:t>vagyoni hozzájárulást </a:t>
            </a:r>
            <a:r>
              <a:rPr lang="hu-HU" dirty="0"/>
              <a:t>teljesítenek, továbbá </a:t>
            </a:r>
          </a:p>
          <a:p>
            <a:pPr lvl="1"/>
            <a:r>
              <a:rPr lang="hu-HU" dirty="0"/>
              <a:t>legalább az egyik tag (a továbbiakban: </a:t>
            </a:r>
            <a:r>
              <a:rPr lang="hu-HU" b="1" dirty="0"/>
              <a:t>beltag</a:t>
            </a:r>
            <a:r>
              <a:rPr lang="hu-HU" dirty="0"/>
              <a:t>) vállalja, hogy a társaságnak a társasági vagyon által nem fedezett kötelezettségeiért a többi beltaggal egyetemlegesen köteles helytállni, </a:t>
            </a:r>
          </a:p>
          <a:p>
            <a:pPr lvl="1"/>
            <a:r>
              <a:rPr lang="hu-HU" dirty="0"/>
              <a:t>legalább egy másik tag (a továbbiakban: </a:t>
            </a:r>
            <a:r>
              <a:rPr lang="hu-HU" b="1" dirty="0"/>
              <a:t>kültag</a:t>
            </a:r>
            <a:r>
              <a:rPr lang="hu-HU" dirty="0"/>
              <a:t>) a társasági kötelezettségekért nem tartozik helytállási kötelezettséggel.</a:t>
            </a:r>
          </a:p>
          <a:p>
            <a:pPr marL="324000" lvl="1" indent="0">
              <a:buNone/>
            </a:pPr>
            <a:endParaRPr lang="hu-HU" dirty="0"/>
          </a:p>
          <a:p>
            <a:pPr marL="324000" lvl="1" indent="0">
              <a:buNone/>
            </a:pPr>
            <a:r>
              <a:rPr lang="hu-HU" dirty="0"/>
              <a:t>Ha a társaság beltagja kültaggá válik: kültaggá válástól számított ötéves jogvesztő határidőn belül a beltagra vonatkozó rendelkezések szerint áll helyt a módosítást megelőzően keletkezett társasági tartozásokért.</a:t>
            </a:r>
          </a:p>
          <a:p>
            <a:pPr marL="324000" lvl="1" indent="0">
              <a:buNone/>
            </a:pPr>
            <a:r>
              <a:rPr lang="hu-HU" dirty="0"/>
              <a:t>Ha a társaságnak nem marad beltagja: az ezen időpont után keletkezett, a betéti társaságként való működés feltételeinek helyreállításáig vagy a társaság átalakulásának, egyesülésének, jogutód nélküli megszüntetésének elhatározásáig felmerült tartozásokért a kültag a beltagra vonatkozó rendelkezések szerint áll helyt.</a:t>
            </a:r>
          </a:p>
        </p:txBody>
      </p:sp>
    </p:spTree>
    <p:extLst>
      <p:ext uri="{BB962C8B-B14F-4D97-AF65-F5344CB8AC3E}">
        <p14:creationId xmlns:p14="http://schemas.microsoft.com/office/powerpoint/2010/main" val="26837999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813F261-33E7-2813-1795-29CABD15894D}"/>
              </a:ext>
            </a:extLst>
          </p:cNvPr>
          <p:cNvSpPr>
            <a:spLocks noGrp="1"/>
          </p:cNvSpPr>
          <p:nvPr>
            <p:ph type="title"/>
          </p:nvPr>
        </p:nvSpPr>
        <p:spPr/>
        <p:txBody>
          <a:bodyPr/>
          <a:lstStyle/>
          <a:p>
            <a:r>
              <a:rPr lang="hu-HU" dirty="0"/>
              <a:t>Bt.</a:t>
            </a:r>
          </a:p>
        </p:txBody>
      </p:sp>
      <p:sp>
        <p:nvSpPr>
          <p:cNvPr id="3" name="Tartalom helye 2">
            <a:extLst>
              <a:ext uri="{FF2B5EF4-FFF2-40B4-BE49-F238E27FC236}">
                <a16:creationId xmlns:a16="http://schemas.microsoft.com/office/drawing/2014/main" id="{11D5DF24-F0AB-7B25-19AA-F0C739CC040A}"/>
              </a:ext>
            </a:extLst>
          </p:cNvPr>
          <p:cNvSpPr>
            <a:spLocks noGrp="1"/>
          </p:cNvSpPr>
          <p:nvPr>
            <p:ph idx="1"/>
          </p:nvPr>
        </p:nvSpPr>
        <p:spPr/>
        <p:txBody>
          <a:bodyPr/>
          <a:lstStyle/>
          <a:p>
            <a:r>
              <a:rPr lang="hu-HU" dirty="0"/>
              <a:t>Vezető tisztségviselő: beltag (kültag kijelöléssel)</a:t>
            </a:r>
          </a:p>
          <a:p>
            <a:endParaRPr lang="hu-HU" dirty="0"/>
          </a:p>
          <a:p>
            <a:r>
              <a:rPr lang="hu-HU" dirty="0"/>
              <a:t>Ha a társaság beltagja kültaggá válik, a kültaggá válástól számított ötéves jogvesztő határidőn belül a beltagra vonatkozó rendelkezések szerint áll helyt a módosítást megelőzően keletkezett társasági tartozásokért.</a:t>
            </a:r>
          </a:p>
          <a:p>
            <a:r>
              <a:rPr lang="hu-HU" dirty="0"/>
              <a:t>Ha a társaságnak nem marad beltagja, az ezen időpont után keletkezett, a betéti társaságként való működés feltételeinek helyreállításáig vagy a társaság átalakulásának, egyesülésének, jogutód nélküli megszüntetésének elhatározásáig felmerült tartozásokért a kültag a beltagra vonatkozó rendelkezések szerint áll helyt.</a:t>
            </a:r>
          </a:p>
          <a:p>
            <a:endParaRPr lang="hu-HU" dirty="0"/>
          </a:p>
        </p:txBody>
      </p:sp>
    </p:spTree>
    <p:extLst>
      <p:ext uri="{BB962C8B-B14F-4D97-AF65-F5344CB8AC3E}">
        <p14:creationId xmlns:p14="http://schemas.microsoft.com/office/powerpoint/2010/main" val="33105506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6235495C-B0EA-B227-7516-AB012512CABA}"/>
              </a:ext>
            </a:extLst>
          </p:cNvPr>
          <p:cNvSpPr>
            <a:spLocks noGrp="1"/>
          </p:cNvSpPr>
          <p:nvPr>
            <p:ph type="title"/>
          </p:nvPr>
        </p:nvSpPr>
        <p:spPr/>
        <p:txBody>
          <a:bodyPr/>
          <a:lstStyle/>
          <a:p>
            <a:r>
              <a:rPr lang="hu-HU" dirty="0">
                <a:solidFill>
                  <a:schemeClr val="accent3"/>
                </a:solidFill>
              </a:rPr>
              <a:t>Korlátolt felelősségű társaság</a:t>
            </a:r>
          </a:p>
        </p:txBody>
      </p:sp>
      <p:sp>
        <p:nvSpPr>
          <p:cNvPr id="3" name="Tartalom helye 2">
            <a:extLst>
              <a:ext uri="{FF2B5EF4-FFF2-40B4-BE49-F238E27FC236}">
                <a16:creationId xmlns:a16="http://schemas.microsoft.com/office/drawing/2014/main" id="{BE6CEA10-3C53-D6CA-E5D6-C13052F6D56E}"/>
              </a:ext>
            </a:extLst>
          </p:cNvPr>
          <p:cNvSpPr>
            <a:spLocks noGrp="1"/>
          </p:cNvSpPr>
          <p:nvPr>
            <p:ph idx="1"/>
          </p:nvPr>
        </p:nvSpPr>
        <p:spPr/>
        <p:txBody>
          <a:bodyPr/>
          <a:lstStyle/>
          <a:p>
            <a:pPr>
              <a:buFont typeface="Arial" panose="020B0604020202020204" pitchFamily="34" charset="0"/>
              <a:buChar char="•"/>
            </a:pPr>
            <a:r>
              <a:rPr lang="hu-HU" dirty="0"/>
              <a:t>Jogi személy!</a:t>
            </a:r>
          </a:p>
          <a:p>
            <a:pPr>
              <a:buFont typeface="Arial" panose="020B0604020202020204" pitchFamily="34" charset="0"/>
              <a:buChar char="•"/>
            </a:pPr>
            <a:r>
              <a:rPr lang="hu-HU" dirty="0"/>
              <a:t>A korlátolt felelősségű társaság (kft.) olyan gazdasági társaság, amely </a:t>
            </a:r>
            <a:r>
              <a:rPr lang="hu-HU" b="1" dirty="0"/>
              <a:t>előre meghatározott összegű törzsbetétekből álló törzstőkével alakul, </a:t>
            </a:r>
            <a:r>
              <a:rPr lang="hu-HU" dirty="0"/>
              <a:t>és amelynél a tag kötelezettsége a társasággal szemben </a:t>
            </a:r>
            <a:r>
              <a:rPr lang="hu-HU" b="1" dirty="0"/>
              <a:t>törzsbetétének szolgáltatására </a:t>
            </a:r>
            <a:r>
              <a:rPr lang="hu-HU" dirty="0"/>
              <a:t>és a társasági szerződésben megállapított </a:t>
            </a:r>
            <a:r>
              <a:rPr lang="hu-HU" b="1" dirty="0"/>
              <a:t>egyéb vagyoni értékű szolgáltatásra </a:t>
            </a:r>
            <a:r>
              <a:rPr lang="hu-HU" dirty="0"/>
              <a:t>terjed ki. A társaság kötelezettségeiért a tag főszabály szerint nem köteles helytállni.</a:t>
            </a:r>
          </a:p>
          <a:p>
            <a:pPr>
              <a:buFont typeface="Arial" panose="020B0604020202020204" pitchFamily="34" charset="0"/>
              <a:buChar char="•"/>
            </a:pPr>
            <a:r>
              <a:rPr lang="hu-HU" dirty="0"/>
              <a:t>Nyilvános felhívás tilalma: Nem lehet a tagokat nyilvános felhívás útján gyűjteni.</a:t>
            </a:r>
          </a:p>
          <a:p>
            <a:pPr marL="0" indent="0">
              <a:buNone/>
            </a:pPr>
            <a:endParaRPr lang="hu-HU" dirty="0"/>
          </a:p>
        </p:txBody>
      </p:sp>
    </p:spTree>
    <p:extLst>
      <p:ext uri="{BB962C8B-B14F-4D97-AF65-F5344CB8AC3E}">
        <p14:creationId xmlns:p14="http://schemas.microsoft.com/office/powerpoint/2010/main" val="15634180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E971A271-815A-AD23-7E56-D4D78D62A0FE}"/>
              </a:ext>
            </a:extLst>
          </p:cNvPr>
          <p:cNvSpPr>
            <a:spLocks noGrp="1"/>
          </p:cNvSpPr>
          <p:nvPr>
            <p:ph type="title"/>
          </p:nvPr>
        </p:nvSpPr>
        <p:spPr/>
        <p:txBody>
          <a:bodyPr/>
          <a:lstStyle/>
          <a:p>
            <a:r>
              <a:rPr lang="hu-HU" dirty="0"/>
              <a:t>KFT. – tag vagyoni hozzájárulása</a:t>
            </a:r>
          </a:p>
        </p:txBody>
      </p:sp>
      <p:sp>
        <p:nvSpPr>
          <p:cNvPr id="3" name="Tartalom helye 2">
            <a:extLst>
              <a:ext uri="{FF2B5EF4-FFF2-40B4-BE49-F238E27FC236}">
                <a16:creationId xmlns:a16="http://schemas.microsoft.com/office/drawing/2014/main" id="{B9FEADD7-06A7-91A7-EEF6-A79AB2BD513C}"/>
              </a:ext>
            </a:extLst>
          </p:cNvPr>
          <p:cNvSpPr>
            <a:spLocks noGrp="1"/>
          </p:cNvSpPr>
          <p:nvPr>
            <p:ph idx="1"/>
          </p:nvPr>
        </p:nvSpPr>
        <p:spPr/>
        <p:txBody>
          <a:bodyPr>
            <a:normAutofit fontScale="92500" lnSpcReduction="20000"/>
          </a:bodyPr>
          <a:lstStyle/>
          <a:p>
            <a:r>
              <a:rPr lang="hu-HU" dirty="0"/>
              <a:t>Tag vagyoni hozzájárulása = törzsbetét</a:t>
            </a:r>
          </a:p>
          <a:p>
            <a:pPr lvl="1"/>
            <a:r>
              <a:rPr lang="hu-HU" dirty="0"/>
              <a:t>Minimum 100.000 Ft/törzsbetét</a:t>
            </a:r>
          </a:p>
          <a:p>
            <a:pPr lvl="1"/>
            <a:r>
              <a:rPr lang="hu-HU" dirty="0"/>
              <a:t>Egy tagnak több </a:t>
            </a:r>
            <a:r>
              <a:rPr lang="hu-HU" dirty="0" err="1"/>
              <a:t>törzsbetéte</a:t>
            </a:r>
            <a:r>
              <a:rPr lang="hu-HU" dirty="0"/>
              <a:t> is lehet.</a:t>
            </a:r>
          </a:p>
          <a:p>
            <a:pPr lvl="1"/>
            <a:r>
              <a:rPr lang="hu-HU" dirty="0"/>
              <a:t>Egy törzsbetétet több tag is szolgáltathat közösen </a:t>
            </a:r>
            <a:r>
              <a:rPr lang="hu-HU" dirty="0">
                <a:sym typeface="Wingdings" panose="05000000000000000000" pitchFamily="2" charset="2"/>
              </a:rPr>
              <a:t> itt: a törzsbetét szolgáltatásának kötelezettsége egyetemlegesen terheli őket (helytállási kötelezettsége: csak a még nem teljesített vagyoni hozzájárulások összegének erejéig)</a:t>
            </a:r>
            <a:endParaRPr lang="hu-HU" dirty="0"/>
          </a:p>
          <a:p>
            <a:r>
              <a:rPr lang="hu-HU" dirty="0"/>
              <a:t>Törzsbetétek összege = törzstőke</a:t>
            </a:r>
          </a:p>
          <a:p>
            <a:pPr lvl="1"/>
            <a:r>
              <a:rPr lang="hu-HU" dirty="0"/>
              <a:t>Minimum hárommillió Ft</a:t>
            </a:r>
          </a:p>
          <a:p>
            <a:pPr lvl="1"/>
            <a:endParaRPr lang="hu-HU" dirty="0"/>
          </a:p>
          <a:p>
            <a:r>
              <a:rPr lang="hu-HU" dirty="0"/>
              <a:t>Nem pénzbeli vagyoni hozzájárulás</a:t>
            </a:r>
          </a:p>
          <a:p>
            <a:pPr lvl="1"/>
            <a:r>
              <a:rPr lang="hu-HU" dirty="0"/>
              <a:t>Ha értéke a társaság alapításakor eléri vagy meghaladja a törzstőke felét: a nyilvántartásba-vételi kérelem benyújtásáig teljes egészében a társaság rendelkezésére kell bocsátani</a:t>
            </a:r>
          </a:p>
          <a:p>
            <a:pPr lvl="1"/>
            <a:r>
              <a:rPr lang="hu-HU" dirty="0"/>
              <a:t>Ha nem bocsátották a társaság rendelkezésére teljes egészében, a fennmaradó hozzájárulást a társasági szerződésben meghatározott időpontig kell szolgáltatni (nyilvántartásba </a:t>
            </a:r>
            <a:r>
              <a:rPr lang="hu-HU" dirty="0" err="1"/>
              <a:t>vételől</a:t>
            </a:r>
            <a:r>
              <a:rPr lang="hu-HU" dirty="0"/>
              <a:t> </a:t>
            </a:r>
            <a:r>
              <a:rPr lang="hu-HU" dirty="0" err="1"/>
              <a:t>max</a:t>
            </a:r>
            <a:r>
              <a:rPr lang="hu-HU" dirty="0"/>
              <a:t>. 3 év – ezen felüli rész semmis)</a:t>
            </a:r>
          </a:p>
          <a:p>
            <a:endParaRPr lang="hu-HU" dirty="0"/>
          </a:p>
        </p:txBody>
      </p:sp>
    </p:spTree>
    <p:extLst>
      <p:ext uri="{BB962C8B-B14F-4D97-AF65-F5344CB8AC3E}">
        <p14:creationId xmlns:p14="http://schemas.microsoft.com/office/powerpoint/2010/main" val="27731958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E1A64DC-AF51-1B69-DEED-7C7715DDD53B}"/>
              </a:ext>
            </a:extLst>
          </p:cNvPr>
          <p:cNvSpPr>
            <a:spLocks noGrp="1"/>
          </p:cNvSpPr>
          <p:nvPr>
            <p:ph type="title"/>
          </p:nvPr>
        </p:nvSpPr>
        <p:spPr/>
        <p:txBody>
          <a:bodyPr/>
          <a:lstStyle/>
          <a:p>
            <a:r>
              <a:rPr lang="hu-HU" dirty="0"/>
              <a:t>KFT. - üzletrész</a:t>
            </a:r>
          </a:p>
        </p:txBody>
      </p:sp>
      <p:sp>
        <p:nvSpPr>
          <p:cNvPr id="3" name="Tartalom helye 2">
            <a:extLst>
              <a:ext uri="{FF2B5EF4-FFF2-40B4-BE49-F238E27FC236}">
                <a16:creationId xmlns:a16="http://schemas.microsoft.com/office/drawing/2014/main" id="{2E8746F4-20AC-965B-E28D-41131237A310}"/>
              </a:ext>
            </a:extLst>
          </p:cNvPr>
          <p:cNvSpPr>
            <a:spLocks noGrp="1"/>
          </p:cNvSpPr>
          <p:nvPr>
            <p:ph idx="1"/>
          </p:nvPr>
        </p:nvSpPr>
        <p:spPr/>
        <p:txBody>
          <a:bodyPr>
            <a:normAutofit lnSpcReduction="10000"/>
          </a:bodyPr>
          <a:lstStyle/>
          <a:p>
            <a:r>
              <a:rPr lang="hu-HU" dirty="0"/>
              <a:t>Üzletrész = a törzsbetéthez kapcsolódó tagsági jogok és kötelezettségek összessége. </a:t>
            </a:r>
          </a:p>
          <a:p>
            <a:pPr lvl="1"/>
            <a:r>
              <a:rPr lang="hu-HU" dirty="0"/>
              <a:t>Keletkezése: a társaság nyilvántartásba vételével</a:t>
            </a:r>
          </a:p>
          <a:p>
            <a:pPr lvl="1"/>
            <a:r>
              <a:rPr lang="hu-HU" dirty="0"/>
              <a:t>Mértéke: a tagok törzsbetétjéhez igazodik</a:t>
            </a:r>
          </a:p>
          <a:p>
            <a:pPr lvl="1"/>
            <a:r>
              <a:rPr lang="hu-HU" dirty="0"/>
              <a:t>Ha egy tagnak több üzletrésze van, a társasággal szemben akkor is egy tagnak számít</a:t>
            </a:r>
          </a:p>
          <a:p>
            <a:pPr lvl="1"/>
            <a:r>
              <a:rPr lang="hu-HU" dirty="0"/>
              <a:t>Egy üzletrésznek több jogosultja is lehet </a:t>
            </a:r>
            <a:r>
              <a:rPr lang="hu-HU" dirty="0">
                <a:sym typeface="Wingdings" panose="05000000000000000000" pitchFamily="2" charset="2"/>
              </a:rPr>
              <a:t> a társasággal szemben egy tagnak számítanak (jogok gyakorlása: közös képviselő útján; helytállás: egyetemleges; képviselő választása maguk közül, szavazati jog tulajdonhányad alapján)</a:t>
            </a:r>
          </a:p>
          <a:p>
            <a:r>
              <a:rPr lang="hu-HU" dirty="0"/>
              <a:t>Üzletrész átruházása</a:t>
            </a:r>
          </a:p>
          <a:p>
            <a:pPr lvl="1"/>
            <a:r>
              <a:rPr lang="hu-HU" dirty="0">
                <a:sym typeface="Wingdings" panose="05000000000000000000" pitchFamily="2" charset="2"/>
              </a:rPr>
              <a:t>a társaság tagjai között szabadon átruházható (elővásárlási jog: üzletrészeik egymáshoz viszonyított mértéke szerint, arányosan)</a:t>
            </a:r>
          </a:p>
          <a:p>
            <a:pPr lvl="1"/>
            <a:r>
              <a:rPr lang="hu-HU" dirty="0">
                <a:sym typeface="Wingdings" panose="05000000000000000000" pitchFamily="2" charset="2"/>
              </a:rPr>
              <a:t>Kívülálló személyre: ha a tag a törzsbetétét teljes mértékben szolgáltatta, kivéve, ha az átruházásra azért kerül sor, mert a vagyoni hozzájárulás, illetve a pótbefizetés teljesítésének elmulasztása vagy kizárás miatt a tag tagsági viszonya megszűnt. Ha pénzszolgáltatás ellenében: elővásárlási jogra figyelni kell!</a:t>
            </a:r>
            <a:endParaRPr lang="hu-HU" dirty="0"/>
          </a:p>
          <a:p>
            <a:endParaRPr lang="hu-HU" dirty="0"/>
          </a:p>
        </p:txBody>
      </p:sp>
    </p:spTree>
    <p:extLst>
      <p:ext uri="{BB962C8B-B14F-4D97-AF65-F5344CB8AC3E}">
        <p14:creationId xmlns:p14="http://schemas.microsoft.com/office/powerpoint/2010/main" val="11494581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EA275C9A-993E-A4C8-9088-F6D1826285E5}"/>
              </a:ext>
            </a:extLst>
          </p:cNvPr>
          <p:cNvSpPr>
            <a:spLocks noGrp="1"/>
          </p:cNvSpPr>
          <p:nvPr>
            <p:ph type="title"/>
          </p:nvPr>
        </p:nvSpPr>
        <p:spPr/>
        <p:txBody>
          <a:bodyPr/>
          <a:lstStyle/>
          <a:p>
            <a:r>
              <a:rPr lang="hu-HU" dirty="0"/>
              <a:t>KFT. - mellékszolgáltatás</a:t>
            </a:r>
          </a:p>
        </p:txBody>
      </p:sp>
      <p:sp>
        <p:nvSpPr>
          <p:cNvPr id="3" name="Tartalom helye 2">
            <a:extLst>
              <a:ext uri="{FF2B5EF4-FFF2-40B4-BE49-F238E27FC236}">
                <a16:creationId xmlns:a16="http://schemas.microsoft.com/office/drawing/2014/main" id="{19CFE1A8-7298-0D24-034D-1F64FB6311ED}"/>
              </a:ext>
            </a:extLst>
          </p:cNvPr>
          <p:cNvSpPr>
            <a:spLocks noGrp="1"/>
          </p:cNvSpPr>
          <p:nvPr>
            <p:ph idx="1"/>
          </p:nvPr>
        </p:nvSpPr>
        <p:spPr/>
        <p:txBody>
          <a:bodyPr/>
          <a:lstStyle/>
          <a:p>
            <a:r>
              <a:rPr lang="hu-HU" dirty="0"/>
              <a:t>Mellékszolgáltatás: a tag erre irányuló külön jogviszony hiányában személyesen közreműködik a társaság tevékenységében (ellenszolgáltatás: a társasági szerződés rendelkezései szerint)</a:t>
            </a:r>
          </a:p>
          <a:p>
            <a:pPr lvl="1"/>
            <a:r>
              <a:rPr lang="hu-HU" dirty="0"/>
              <a:t>Személyes közreműködés elmulasztása: a társaság a taggal szemben csak akkor érvényesíthet igényt, ha a társasági szerződés lehetővé teszi</a:t>
            </a:r>
          </a:p>
          <a:p>
            <a:pPr lvl="1"/>
            <a:endParaRPr lang="hu-HU" dirty="0"/>
          </a:p>
          <a:p>
            <a:pPr lvl="1"/>
            <a:r>
              <a:rPr lang="hu-HU" dirty="0"/>
              <a:t>Ha átruházzák az üzletrészt: megszűnik a mellékszolgáltatási kötelezettség (kivéve: ha az üzletrész megszerzője a társaság hozzájárulásával magára vállalja)</a:t>
            </a:r>
          </a:p>
          <a:p>
            <a:endParaRPr lang="hu-HU" dirty="0"/>
          </a:p>
        </p:txBody>
      </p:sp>
    </p:spTree>
    <p:extLst>
      <p:ext uri="{BB962C8B-B14F-4D97-AF65-F5344CB8AC3E}">
        <p14:creationId xmlns:p14="http://schemas.microsoft.com/office/powerpoint/2010/main" val="12152052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7535BB87-D8BB-7D6B-D400-D4F629BFA2CD}"/>
              </a:ext>
            </a:extLst>
          </p:cNvPr>
          <p:cNvSpPr>
            <a:spLocks noGrp="1"/>
          </p:cNvSpPr>
          <p:nvPr>
            <p:ph type="title"/>
          </p:nvPr>
        </p:nvSpPr>
        <p:spPr/>
        <p:txBody>
          <a:bodyPr/>
          <a:lstStyle/>
          <a:p>
            <a:r>
              <a:rPr lang="hu-HU" dirty="0"/>
              <a:t>Kft. - kifizetések</a:t>
            </a:r>
          </a:p>
        </p:txBody>
      </p:sp>
      <p:sp>
        <p:nvSpPr>
          <p:cNvPr id="3" name="Tartalom helye 2">
            <a:extLst>
              <a:ext uri="{FF2B5EF4-FFF2-40B4-BE49-F238E27FC236}">
                <a16:creationId xmlns:a16="http://schemas.microsoft.com/office/drawing/2014/main" id="{01C94EA9-0A66-445C-525E-140990CDCFB0}"/>
              </a:ext>
            </a:extLst>
          </p:cNvPr>
          <p:cNvSpPr>
            <a:spLocks noGrp="1"/>
          </p:cNvSpPr>
          <p:nvPr>
            <p:ph idx="1"/>
          </p:nvPr>
        </p:nvSpPr>
        <p:spPr/>
        <p:txBody>
          <a:bodyPr/>
          <a:lstStyle/>
          <a:p>
            <a:r>
              <a:rPr lang="hu-HU" dirty="0"/>
              <a:t>Osztalék: a társaságnak a tag javára történő kifizetések céljából felosztható és a taggyűlés által felosztani rendelt saját tőkéjéből a törzsbetétek arányában meghatározott összeg </a:t>
            </a:r>
            <a:r>
              <a:rPr lang="hu-HU" dirty="0">
                <a:sym typeface="Wingdings" panose="05000000000000000000" pitchFamily="2" charset="2"/>
              </a:rPr>
              <a:t> mértéke: a már teljesített vagyoni hozzájárulása arányában</a:t>
            </a:r>
          </a:p>
          <a:p>
            <a:r>
              <a:rPr lang="hu-HU" dirty="0">
                <a:sym typeface="Wingdings" panose="05000000000000000000" pitchFamily="2" charset="2"/>
              </a:rPr>
              <a:t>Osztalékelőleg:</a:t>
            </a:r>
          </a:p>
          <a:p>
            <a:pPr lvl="1"/>
            <a:r>
              <a:rPr lang="hu-HU" dirty="0"/>
              <a:t>közbenső mérleg alapján rendelkezik szükséges fedezettel,</a:t>
            </a:r>
          </a:p>
          <a:p>
            <a:pPr lvl="1"/>
            <a:r>
              <a:rPr lang="hu-HU" dirty="0"/>
              <a:t>nem haladja meg a közbenső mérlegben kimutatott adózott eredménnyel kiegészített szabad eredménytartalék összegét; és</a:t>
            </a:r>
          </a:p>
          <a:p>
            <a:pPr lvl="1"/>
            <a:r>
              <a:rPr lang="hu-HU" dirty="0"/>
              <a:t>a helyesbített saját tőkéje nem csökken a törzstőke összege alá</a:t>
            </a:r>
          </a:p>
          <a:p>
            <a:endParaRPr lang="hu-HU" dirty="0"/>
          </a:p>
        </p:txBody>
      </p:sp>
    </p:spTree>
    <p:extLst>
      <p:ext uri="{BB962C8B-B14F-4D97-AF65-F5344CB8AC3E}">
        <p14:creationId xmlns:p14="http://schemas.microsoft.com/office/powerpoint/2010/main" val="10883902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22BC503-0390-99A6-426A-1702E022CE02}"/>
              </a:ext>
            </a:extLst>
          </p:cNvPr>
          <p:cNvSpPr>
            <a:spLocks noGrp="1"/>
          </p:cNvSpPr>
          <p:nvPr>
            <p:ph type="title"/>
          </p:nvPr>
        </p:nvSpPr>
        <p:spPr/>
        <p:txBody>
          <a:bodyPr/>
          <a:lstStyle/>
          <a:p>
            <a:r>
              <a:rPr lang="hu-HU" dirty="0"/>
              <a:t>KFT. szervezete</a:t>
            </a:r>
          </a:p>
        </p:txBody>
      </p:sp>
      <p:sp>
        <p:nvSpPr>
          <p:cNvPr id="3" name="Tartalom helye 2">
            <a:extLst>
              <a:ext uri="{FF2B5EF4-FFF2-40B4-BE49-F238E27FC236}">
                <a16:creationId xmlns:a16="http://schemas.microsoft.com/office/drawing/2014/main" id="{EC3F620C-28B2-5575-52EC-0FAE34C2A656}"/>
              </a:ext>
            </a:extLst>
          </p:cNvPr>
          <p:cNvSpPr>
            <a:spLocks noGrp="1"/>
          </p:cNvSpPr>
          <p:nvPr>
            <p:ph idx="1"/>
          </p:nvPr>
        </p:nvSpPr>
        <p:spPr/>
        <p:txBody>
          <a:bodyPr/>
          <a:lstStyle/>
          <a:p>
            <a:r>
              <a:rPr lang="hu-HU" dirty="0"/>
              <a:t>Legfőbb szerv: taggyűlés</a:t>
            </a:r>
          </a:p>
          <a:p>
            <a:pPr lvl="1"/>
            <a:r>
              <a:rPr lang="hu-HU" dirty="0"/>
              <a:t>Kötelező összehívni ha:</a:t>
            </a:r>
          </a:p>
          <a:p>
            <a:pPr lvl="2"/>
            <a:r>
              <a:rPr lang="hu-HU" i="1" dirty="0"/>
              <a:t>a társaság saját tőkéje veszteség folytán a törzstőke felére csökkent</a:t>
            </a:r>
          </a:p>
          <a:p>
            <a:pPr lvl="2"/>
            <a:r>
              <a:rPr lang="hu-HU" i="1" dirty="0"/>
              <a:t>a társaság saját tőkéje a törzstőke törvényben meghatározott minimális összege alá csökkent</a:t>
            </a:r>
          </a:p>
          <a:p>
            <a:pPr lvl="2"/>
            <a:r>
              <a:rPr lang="hu-HU" i="1" dirty="0"/>
              <a:t>a társaságot fizetésképtelenség fenyegeti vagy fizetéseit megszüntette; vagy</a:t>
            </a:r>
          </a:p>
          <a:p>
            <a:pPr lvl="2"/>
            <a:r>
              <a:rPr lang="pt-BR" i="1" dirty="0"/>
              <a:t>ha vagyona tartozásait nem fedezi.</a:t>
            </a:r>
            <a:endParaRPr lang="hu-HU" dirty="0"/>
          </a:p>
          <a:p>
            <a:r>
              <a:rPr lang="hu-HU" dirty="0"/>
              <a:t>Ügyvezetés: egy vagy több ügyvezető (önállóan jogosult eljárni, de másik ügyvezető tiltakozhat </a:t>
            </a:r>
            <a:r>
              <a:rPr lang="hu-HU" dirty="0">
                <a:sym typeface="Wingdings" panose="05000000000000000000" pitchFamily="2" charset="2"/>
              </a:rPr>
              <a:t> taggyűlés bírálja el</a:t>
            </a:r>
            <a:r>
              <a:rPr lang="hu-HU" dirty="0"/>
              <a:t>)</a:t>
            </a:r>
          </a:p>
          <a:p>
            <a:pPr lvl="1"/>
            <a:r>
              <a:rPr lang="hu-HU" dirty="0"/>
              <a:t>Feladataik: taggyűlés előkészítése, tagság képviselete, tagjegyzék vezetése, tagok tájékoztatása stb.</a:t>
            </a:r>
          </a:p>
          <a:p>
            <a:endParaRPr lang="hu-HU" dirty="0"/>
          </a:p>
        </p:txBody>
      </p:sp>
    </p:spTree>
    <p:extLst>
      <p:ext uri="{BB962C8B-B14F-4D97-AF65-F5344CB8AC3E}">
        <p14:creationId xmlns:p14="http://schemas.microsoft.com/office/powerpoint/2010/main" val="24607659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4E584288-874B-F763-A4F2-B767F46F4E37}"/>
              </a:ext>
            </a:extLst>
          </p:cNvPr>
          <p:cNvSpPr>
            <a:spLocks noGrp="1"/>
          </p:cNvSpPr>
          <p:nvPr>
            <p:ph type="title"/>
          </p:nvPr>
        </p:nvSpPr>
        <p:spPr/>
        <p:txBody>
          <a:bodyPr/>
          <a:lstStyle/>
          <a:p>
            <a:r>
              <a:rPr lang="hu-HU" dirty="0"/>
              <a:t>Kft megszűnése</a:t>
            </a:r>
          </a:p>
        </p:txBody>
      </p:sp>
      <p:sp>
        <p:nvSpPr>
          <p:cNvPr id="3" name="Tartalom helye 2">
            <a:extLst>
              <a:ext uri="{FF2B5EF4-FFF2-40B4-BE49-F238E27FC236}">
                <a16:creationId xmlns:a16="http://schemas.microsoft.com/office/drawing/2014/main" id="{55986776-CCD1-7C59-AC1E-C9D4E8AE2BE9}"/>
              </a:ext>
            </a:extLst>
          </p:cNvPr>
          <p:cNvSpPr>
            <a:spLocks noGrp="1"/>
          </p:cNvSpPr>
          <p:nvPr>
            <p:ph idx="1"/>
          </p:nvPr>
        </p:nvSpPr>
        <p:spPr/>
        <p:txBody>
          <a:bodyPr/>
          <a:lstStyle/>
          <a:p>
            <a:r>
              <a:rPr lang="hu-HU" dirty="0"/>
              <a:t>Jogutód nélküli megszűnés:</a:t>
            </a:r>
          </a:p>
          <a:p>
            <a:pPr lvl="1"/>
            <a:r>
              <a:rPr lang="hu-HU" dirty="0"/>
              <a:t>1. hitelezők kielégítése</a:t>
            </a:r>
          </a:p>
          <a:p>
            <a:pPr lvl="1"/>
            <a:r>
              <a:rPr lang="hu-HU" dirty="0"/>
              <a:t>2. pótbefizetések visszatérítése</a:t>
            </a:r>
          </a:p>
          <a:p>
            <a:pPr lvl="1"/>
            <a:r>
              <a:rPr lang="hu-HU" dirty="0"/>
              <a:t>3. fennmaradó rész felosztása a társaság tagjai között a törzsbetétek arányában</a:t>
            </a:r>
          </a:p>
          <a:p>
            <a:endParaRPr lang="hu-HU" dirty="0"/>
          </a:p>
        </p:txBody>
      </p:sp>
    </p:spTree>
    <p:extLst>
      <p:ext uri="{BB962C8B-B14F-4D97-AF65-F5344CB8AC3E}">
        <p14:creationId xmlns:p14="http://schemas.microsoft.com/office/powerpoint/2010/main" val="240402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A7EB42EB-C4BD-FC51-396D-E59B6754E7EA}"/>
              </a:ext>
            </a:extLst>
          </p:cNvPr>
          <p:cNvSpPr>
            <a:spLocks noGrp="1"/>
          </p:cNvSpPr>
          <p:nvPr>
            <p:ph type="title"/>
          </p:nvPr>
        </p:nvSpPr>
        <p:spPr/>
        <p:txBody>
          <a:bodyPr/>
          <a:lstStyle/>
          <a:p>
            <a:r>
              <a:rPr lang="hu-HU" dirty="0"/>
              <a:t>Egyszemélyes társaság</a:t>
            </a:r>
          </a:p>
        </p:txBody>
      </p:sp>
      <p:sp>
        <p:nvSpPr>
          <p:cNvPr id="3" name="Tartalom helye 2">
            <a:extLst>
              <a:ext uri="{FF2B5EF4-FFF2-40B4-BE49-F238E27FC236}">
                <a16:creationId xmlns:a16="http://schemas.microsoft.com/office/drawing/2014/main" id="{5FF2249C-CB29-1BE7-589F-59A44CFF3C4D}"/>
              </a:ext>
            </a:extLst>
          </p:cNvPr>
          <p:cNvSpPr>
            <a:spLocks noGrp="1"/>
          </p:cNvSpPr>
          <p:nvPr>
            <p:ph idx="1"/>
          </p:nvPr>
        </p:nvSpPr>
        <p:spPr/>
        <p:txBody>
          <a:bodyPr/>
          <a:lstStyle/>
          <a:p>
            <a:r>
              <a:rPr lang="hu-HU" dirty="0"/>
              <a:t>A. Egyszemélyes kft. alapítása: az alapító köteles a nem pénzbeli vagyoni hozzájárulást a nyilvántartásba vételi kérelem benyújtásáig teljes egészében a társaság rendelkezésére bocsátani. (ha többszemélyessé válik, az alapító okiratot társasági szerződésre kell módosítani)</a:t>
            </a:r>
          </a:p>
          <a:p>
            <a:r>
              <a:rPr lang="hu-HU" dirty="0"/>
              <a:t>B. Többszemélyes társaság összes üzletrészét ugyanaz a tag szerzi meg </a:t>
            </a:r>
            <a:r>
              <a:rPr lang="hu-HU" dirty="0">
                <a:sym typeface="Wingdings" panose="05000000000000000000" pitchFamily="2" charset="2"/>
              </a:rPr>
              <a:t> egyszemélyessé válástól egyszemélyes társaságra vonatkozó szabályok vonatkoznak rá  társasági szerződés helyett akkor kell alapító okirat, ha az egyszemélyessé válástól számított 1 éven belül nem jelent be újabb tagot</a:t>
            </a:r>
            <a:endParaRPr lang="hu-HU" dirty="0"/>
          </a:p>
          <a:p>
            <a:endParaRPr lang="hu-HU" dirty="0"/>
          </a:p>
        </p:txBody>
      </p:sp>
    </p:spTree>
    <p:extLst>
      <p:ext uri="{BB962C8B-B14F-4D97-AF65-F5344CB8AC3E}">
        <p14:creationId xmlns:p14="http://schemas.microsoft.com/office/powerpoint/2010/main" val="6606178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28282E94-29CB-78BF-0F4D-70FA79C7927B}"/>
              </a:ext>
            </a:extLst>
          </p:cNvPr>
          <p:cNvSpPr>
            <a:spLocks noGrp="1"/>
          </p:cNvSpPr>
          <p:nvPr>
            <p:ph type="title"/>
          </p:nvPr>
        </p:nvSpPr>
        <p:spPr/>
        <p:txBody>
          <a:bodyPr/>
          <a:lstStyle/>
          <a:p>
            <a:r>
              <a:rPr lang="hu-HU" dirty="0">
                <a:solidFill>
                  <a:schemeClr val="accent3"/>
                </a:solidFill>
              </a:rPr>
              <a:t>részvénytársaság</a:t>
            </a:r>
          </a:p>
        </p:txBody>
      </p:sp>
      <p:sp>
        <p:nvSpPr>
          <p:cNvPr id="3" name="Tartalom helye 2">
            <a:extLst>
              <a:ext uri="{FF2B5EF4-FFF2-40B4-BE49-F238E27FC236}">
                <a16:creationId xmlns:a16="http://schemas.microsoft.com/office/drawing/2014/main" id="{5FFE6EF6-DB4C-D9B3-E8D0-76EDB4A8F468}"/>
              </a:ext>
            </a:extLst>
          </p:cNvPr>
          <p:cNvSpPr>
            <a:spLocks noGrp="1"/>
          </p:cNvSpPr>
          <p:nvPr>
            <p:ph idx="1"/>
          </p:nvPr>
        </p:nvSpPr>
        <p:spPr/>
        <p:txBody>
          <a:bodyPr/>
          <a:lstStyle/>
          <a:p>
            <a:r>
              <a:rPr lang="hu-HU" dirty="0"/>
              <a:t>Részvénytársaság: olyan gazdasági társaság, amely </a:t>
            </a:r>
            <a:r>
              <a:rPr lang="hu-HU" b="1" dirty="0"/>
              <a:t>előre meghatározott számú és névértékű részvényből álló alaptőkével működi</a:t>
            </a:r>
            <a:r>
              <a:rPr lang="hu-HU" dirty="0"/>
              <a:t>k, és a részvényes kötelezettsége a részvénytársasággal szemben a </a:t>
            </a:r>
            <a:r>
              <a:rPr lang="hu-HU" b="1" dirty="0"/>
              <a:t>részvény névértékének vagy kibocsátási értékének szolgáltatásá</a:t>
            </a:r>
            <a:r>
              <a:rPr lang="hu-HU" dirty="0"/>
              <a:t>ra terjed ki. A részvénytársaság kötelezettségeiért a részvényes főszabály szerint nem köteles helytállni.</a:t>
            </a:r>
          </a:p>
          <a:p>
            <a:r>
              <a:rPr lang="hu-HU" dirty="0"/>
              <a:t>Működési formái:</a:t>
            </a:r>
          </a:p>
          <a:p>
            <a:pPr lvl="1"/>
            <a:r>
              <a:rPr lang="hu-HU" dirty="0"/>
              <a:t>Nyilvánosan működő részvénytársaság (nyrt.): részvényeit tőzsdére bevezették</a:t>
            </a:r>
          </a:p>
          <a:p>
            <a:pPr lvl="1"/>
            <a:r>
              <a:rPr lang="hu-HU" dirty="0"/>
              <a:t>Zártkörűen működő részvénytársaságnak (zrt.): részvényei nincsenek bevezetve tőzsdére</a:t>
            </a:r>
          </a:p>
          <a:p>
            <a:pPr lvl="1"/>
            <a:r>
              <a:rPr lang="hu-HU" dirty="0"/>
              <a:t>Működési forma megváltoztatása: közgyűlés legalább háromnegyedes szótöbbséggel hozott határozatával </a:t>
            </a:r>
          </a:p>
          <a:p>
            <a:pPr lvl="2"/>
            <a:r>
              <a:rPr lang="hu-HU" dirty="0"/>
              <a:t>Zrt. </a:t>
            </a:r>
            <a:r>
              <a:rPr lang="hu-HU" dirty="0">
                <a:sym typeface="Wingdings" panose="05000000000000000000" pitchFamily="2" charset="2"/>
              </a:rPr>
              <a:t> nyrt. : </a:t>
            </a:r>
            <a:r>
              <a:rPr lang="hu-HU" dirty="0"/>
              <a:t>a részvénytársaság részvényeinek tőzsdére történő bevezetésével</a:t>
            </a:r>
          </a:p>
          <a:p>
            <a:pPr lvl="2"/>
            <a:r>
              <a:rPr lang="hu-HU" dirty="0"/>
              <a:t>Nyrt. </a:t>
            </a:r>
            <a:r>
              <a:rPr lang="hu-HU" dirty="0">
                <a:sym typeface="Wingdings" panose="05000000000000000000" pitchFamily="2" charset="2"/>
              </a:rPr>
              <a:t> zrt: </a:t>
            </a:r>
            <a:r>
              <a:rPr lang="hu-HU" dirty="0"/>
              <a:t>a részvények tőzsdéről történő kivezetésével</a:t>
            </a:r>
          </a:p>
        </p:txBody>
      </p:sp>
    </p:spTree>
    <p:extLst>
      <p:ext uri="{BB962C8B-B14F-4D97-AF65-F5344CB8AC3E}">
        <p14:creationId xmlns:p14="http://schemas.microsoft.com/office/powerpoint/2010/main" val="33187034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469AD92C-6AEF-8789-5582-580EA03C3E91}"/>
              </a:ext>
            </a:extLst>
          </p:cNvPr>
          <p:cNvSpPr>
            <a:spLocks noGrp="1"/>
          </p:cNvSpPr>
          <p:nvPr>
            <p:ph type="title"/>
          </p:nvPr>
        </p:nvSpPr>
        <p:spPr/>
        <p:txBody>
          <a:bodyPr/>
          <a:lstStyle/>
          <a:p>
            <a:r>
              <a:rPr lang="hu-HU" dirty="0"/>
              <a:t>Rt. – alaptőke, részvény</a:t>
            </a:r>
          </a:p>
        </p:txBody>
      </p:sp>
      <p:sp>
        <p:nvSpPr>
          <p:cNvPr id="3" name="Tartalom helye 2">
            <a:extLst>
              <a:ext uri="{FF2B5EF4-FFF2-40B4-BE49-F238E27FC236}">
                <a16:creationId xmlns:a16="http://schemas.microsoft.com/office/drawing/2014/main" id="{956FA5F5-A9D1-1F7A-74F4-1C4829F3FDEC}"/>
              </a:ext>
            </a:extLst>
          </p:cNvPr>
          <p:cNvSpPr>
            <a:spLocks noGrp="1"/>
          </p:cNvSpPr>
          <p:nvPr>
            <p:ph idx="1"/>
          </p:nvPr>
        </p:nvSpPr>
        <p:spPr/>
        <p:txBody>
          <a:bodyPr/>
          <a:lstStyle/>
          <a:p>
            <a:r>
              <a:rPr lang="hu-HU" dirty="0"/>
              <a:t>Alaptőke = összes részvény névértékének összege</a:t>
            </a:r>
          </a:p>
          <a:p>
            <a:pPr lvl="1"/>
            <a:r>
              <a:rPr lang="hu-HU" dirty="0"/>
              <a:t>Zrt.: min. 5 millió Ft</a:t>
            </a:r>
          </a:p>
          <a:p>
            <a:pPr lvl="1"/>
            <a:r>
              <a:rPr lang="hu-HU" dirty="0"/>
              <a:t>Nyrt.: min. 20 millió Ft</a:t>
            </a:r>
          </a:p>
          <a:p>
            <a:pPr lvl="1"/>
            <a:r>
              <a:rPr lang="hu-HU" dirty="0"/>
              <a:t>Alapításkor: a pénzbeli hozzájárulás összege min. az alaptőke 30%-a</a:t>
            </a:r>
          </a:p>
          <a:p>
            <a:pPr lvl="1"/>
            <a:endParaRPr lang="hu-HU" dirty="0"/>
          </a:p>
          <a:p>
            <a:r>
              <a:rPr lang="hu-HU" dirty="0"/>
              <a:t>Részvény = tagsági jogokat megtestesítő, névre szóló, névértékkel rendelkező, forgalomképes értékpapír</a:t>
            </a:r>
          </a:p>
          <a:p>
            <a:pPr lvl="1"/>
            <a:r>
              <a:rPr lang="hu-HU" dirty="0"/>
              <a:t>Részvényt névérték alatt nem lehet kibocsátani.</a:t>
            </a:r>
          </a:p>
          <a:p>
            <a:pPr lvl="1"/>
            <a:r>
              <a:rPr lang="hu-HU" dirty="0"/>
              <a:t>Ha a részvénynek több tulajdonosa van, a részvénytársasággal szemben egy részvényesnek számítanak (jogok gyakorlása: közös képviselőjük; kötelezettségekért helytállás: egyetemlegesen)</a:t>
            </a:r>
          </a:p>
        </p:txBody>
      </p:sp>
    </p:spTree>
    <p:extLst>
      <p:ext uri="{BB962C8B-B14F-4D97-AF65-F5344CB8AC3E}">
        <p14:creationId xmlns:p14="http://schemas.microsoft.com/office/powerpoint/2010/main" val="23524389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A0127A71-F964-3D29-D095-1F02750BB2FF}"/>
              </a:ext>
            </a:extLst>
          </p:cNvPr>
          <p:cNvSpPr>
            <a:spLocks noGrp="1"/>
          </p:cNvSpPr>
          <p:nvPr>
            <p:ph type="title"/>
          </p:nvPr>
        </p:nvSpPr>
        <p:spPr/>
        <p:txBody>
          <a:bodyPr/>
          <a:lstStyle/>
          <a:p>
            <a:r>
              <a:rPr lang="hu-HU" dirty="0"/>
              <a:t>részvényfajták</a:t>
            </a:r>
          </a:p>
        </p:txBody>
      </p:sp>
      <p:sp>
        <p:nvSpPr>
          <p:cNvPr id="3" name="Tartalom helye 2">
            <a:extLst>
              <a:ext uri="{FF2B5EF4-FFF2-40B4-BE49-F238E27FC236}">
                <a16:creationId xmlns:a16="http://schemas.microsoft.com/office/drawing/2014/main" id="{C33603E2-A077-B6D7-5F77-5FADD9568475}"/>
              </a:ext>
            </a:extLst>
          </p:cNvPr>
          <p:cNvSpPr>
            <a:spLocks noGrp="1"/>
          </p:cNvSpPr>
          <p:nvPr>
            <p:ph idx="1"/>
          </p:nvPr>
        </p:nvSpPr>
        <p:spPr>
          <a:xfrm>
            <a:off x="1024128" y="2286000"/>
            <a:ext cx="9720071" cy="4247804"/>
          </a:xfrm>
        </p:spPr>
        <p:txBody>
          <a:bodyPr>
            <a:normAutofit fontScale="85000" lnSpcReduction="20000"/>
          </a:bodyPr>
          <a:lstStyle/>
          <a:p>
            <a:r>
              <a:rPr lang="hu-HU" dirty="0"/>
              <a:t>törzsrészvény </a:t>
            </a:r>
            <a:r>
              <a:rPr lang="hu-HU" dirty="0">
                <a:sym typeface="Wingdings" panose="05000000000000000000" pitchFamily="2" charset="2"/>
              </a:rPr>
              <a:t> olyan részvény, amely nem tartozik az elsőbbségi, a dolgozói, a kamatozó, a visszaváltható vagy az alapszabályban nevesített egyéb részvényfajtába</a:t>
            </a:r>
            <a:endParaRPr lang="hu-HU" dirty="0"/>
          </a:p>
          <a:p>
            <a:r>
              <a:rPr lang="hu-HU" dirty="0"/>
              <a:t>elsőbbségi részvény </a:t>
            </a:r>
            <a:r>
              <a:rPr lang="hu-HU" dirty="0">
                <a:sym typeface="Wingdings" panose="05000000000000000000" pitchFamily="2" charset="2"/>
              </a:rPr>
              <a:t> más részvényfajtával szemben a részvényesnek meghatározott előnyt biztosít</a:t>
            </a:r>
          </a:p>
          <a:p>
            <a:pPr lvl="1"/>
            <a:r>
              <a:rPr lang="hu-HU" dirty="0">
                <a:sym typeface="Wingdings" panose="05000000000000000000" pitchFamily="2" charset="2"/>
              </a:rPr>
              <a:t>osztalékelsőbbség</a:t>
            </a:r>
          </a:p>
          <a:p>
            <a:pPr lvl="1"/>
            <a:r>
              <a:rPr lang="hu-HU" dirty="0" err="1"/>
              <a:t>likvidációs</a:t>
            </a:r>
            <a:r>
              <a:rPr lang="hu-HU" dirty="0"/>
              <a:t> hányadhoz fűződő elsőbbség (jogutód nélküli megszűnés esetén)</a:t>
            </a:r>
          </a:p>
          <a:p>
            <a:pPr lvl="1"/>
            <a:r>
              <a:rPr lang="hu-HU" dirty="0"/>
              <a:t>szavazatelsőbbség</a:t>
            </a:r>
          </a:p>
          <a:p>
            <a:pPr lvl="1"/>
            <a:r>
              <a:rPr lang="hu-HU" dirty="0"/>
              <a:t>vezető tisztségviselő vagy felügyelőbizottsági tag kijelölésére vonatkozó elsőbbség</a:t>
            </a:r>
          </a:p>
          <a:p>
            <a:pPr lvl="1"/>
            <a:r>
              <a:rPr lang="hu-HU" dirty="0"/>
              <a:t>elővásárlási jog</a:t>
            </a:r>
          </a:p>
          <a:p>
            <a:pPr lvl="1"/>
            <a:r>
              <a:rPr lang="hu-HU" dirty="0"/>
              <a:t>(a felsoroltak közül egyidejűleg több is lehet)</a:t>
            </a:r>
          </a:p>
          <a:p>
            <a:r>
              <a:rPr lang="hu-HU" dirty="0"/>
              <a:t>dolgozói részvény </a:t>
            </a:r>
            <a:r>
              <a:rPr lang="hu-HU" dirty="0">
                <a:sym typeface="Wingdings" panose="05000000000000000000" pitchFamily="2" charset="2"/>
              </a:rPr>
              <a:t> részvénytársaságnál teljes vagy részmunkaidőben foglalkoztatott munkavállalók számára (ingyenes vagy névértéknél alacsonyabb áron)</a:t>
            </a:r>
            <a:endParaRPr lang="hu-HU" dirty="0"/>
          </a:p>
          <a:p>
            <a:r>
              <a:rPr lang="hu-HU" dirty="0"/>
              <a:t>kamatozó részvény </a:t>
            </a:r>
            <a:r>
              <a:rPr lang="hu-HU" dirty="0">
                <a:sym typeface="Wingdings" panose="05000000000000000000" pitchFamily="2" charset="2"/>
              </a:rPr>
              <a:t> alapszabály által meghatározott mértékű kamat</a:t>
            </a:r>
            <a:endParaRPr lang="hu-HU" dirty="0"/>
          </a:p>
          <a:p>
            <a:r>
              <a:rPr lang="hu-HU" dirty="0"/>
              <a:t>visszaváltható részvény </a:t>
            </a:r>
            <a:r>
              <a:rPr lang="hu-HU" dirty="0">
                <a:sym typeface="Wingdings" panose="05000000000000000000" pitchFamily="2" charset="2"/>
              </a:rPr>
              <a:t> részvénytársaságnak vételi joga van vagy a részvényesnek eladási joga, vagy a kettő egyszerre</a:t>
            </a:r>
            <a:endParaRPr lang="hu-HU" dirty="0"/>
          </a:p>
          <a:p>
            <a:pPr marL="0" indent="0">
              <a:buNone/>
            </a:pPr>
            <a:endParaRPr lang="hu-HU" dirty="0"/>
          </a:p>
        </p:txBody>
      </p:sp>
    </p:spTree>
    <p:extLst>
      <p:ext uri="{BB962C8B-B14F-4D97-AF65-F5344CB8AC3E}">
        <p14:creationId xmlns:p14="http://schemas.microsoft.com/office/powerpoint/2010/main" val="35733786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6911B6B1-918F-4043-2AD9-11F03493B92B}"/>
              </a:ext>
            </a:extLst>
          </p:cNvPr>
          <p:cNvSpPr>
            <a:spLocks noGrp="1"/>
          </p:cNvSpPr>
          <p:nvPr>
            <p:ph type="title"/>
          </p:nvPr>
        </p:nvSpPr>
        <p:spPr/>
        <p:txBody>
          <a:bodyPr/>
          <a:lstStyle/>
          <a:p>
            <a:r>
              <a:rPr lang="hu-HU" dirty="0"/>
              <a:t>osztalék</a:t>
            </a:r>
          </a:p>
        </p:txBody>
      </p:sp>
      <p:sp>
        <p:nvSpPr>
          <p:cNvPr id="3" name="Tartalom helye 2">
            <a:extLst>
              <a:ext uri="{FF2B5EF4-FFF2-40B4-BE49-F238E27FC236}">
                <a16:creationId xmlns:a16="http://schemas.microsoft.com/office/drawing/2014/main" id="{1970017C-D772-5281-367E-8FB8B0CD3BBC}"/>
              </a:ext>
            </a:extLst>
          </p:cNvPr>
          <p:cNvSpPr>
            <a:spLocks noGrp="1"/>
          </p:cNvSpPr>
          <p:nvPr>
            <p:ph idx="1"/>
          </p:nvPr>
        </p:nvSpPr>
        <p:spPr/>
        <p:txBody>
          <a:bodyPr/>
          <a:lstStyle/>
          <a:p>
            <a:pPr marL="0" indent="0">
              <a:buNone/>
            </a:pPr>
            <a:r>
              <a:rPr lang="hu-HU" dirty="0"/>
              <a:t>Alapvető vagyoni joga a részvényesnek</a:t>
            </a:r>
          </a:p>
          <a:p>
            <a:pPr>
              <a:buFontTx/>
              <a:buChar char="-"/>
            </a:pPr>
            <a:r>
              <a:rPr lang="hu-HU" dirty="0"/>
              <a:t>Az adózott eredményből való részesedés</a:t>
            </a:r>
          </a:p>
          <a:p>
            <a:pPr>
              <a:buFontTx/>
              <a:buChar char="-"/>
            </a:pPr>
            <a:r>
              <a:rPr lang="hu-HU" dirty="0"/>
              <a:t>Aránya általában a részvény névértékéhez igazodik  </a:t>
            </a:r>
          </a:p>
          <a:p>
            <a:endParaRPr lang="hu-HU" dirty="0"/>
          </a:p>
        </p:txBody>
      </p:sp>
    </p:spTree>
    <p:extLst>
      <p:ext uri="{BB962C8B-B14F-4D97-AF65-F5344CB8AC3E}">
        <p14:creationId xmlns:p14="http://schemas.microsoft.com/office/powerpoint/2010/main" val="42734387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7C42798E-7777-2325-0304-B45E2854BCA5}"/>
              </a:ext>
            </a:extLst>
          </p:cNvPr>
          <p:cNvSpPr>
            <a:spLocks noGrp="1"/>
          </p:cNvSpPr>
          <p:nvPr>
            <p:ph type="title"/>
          </p:nvPr>
        </p:nvSpPr>
        <p:spPr/>
        <p:txBody>
          <a:bodyPr/>
          <a:lstStyle/>
          <a:p>
            <a:r>
              <a:rPr lang="hu-HU" dirty="0"/>
              <a:t>Rt. szervezete</a:t>
            </a:r>
          </a:p>
        </p:txBody>
      </p:sp>
      <p:sp>
        <p:nvSpPr>
          <p:cNvPr id="3" name="Tartalom helye 2">
            <a:extLst>
              <a:ext uri="{FF2B5EF4-FFF2-40B4-BE49-F238E27FC236}">
                <a16:creationId xmlns:a16="http://schemas.microsoft.com/office/drawing/2014/main" id="{EB4C478D-1975-DE81-5612-09B423C5FEFB}"/>
              </a:ext>
            </a:extLst>
          </p:cNvPr>
          <p:cNvSpPr>
            <a:spLocks noGrp="1"/>
          </p:cNvSpPr>
          <p:nvPr>
            <p:ph idx="1"/>
          </p:nvPr>
        </p:nvSpPr>
        <p:spPr>
          <a:xfrm>
            <a:off x="1024128" y="2285999"/>
            <a:ext cx="9720071" cy="4330931"/>
          </a:xfrm>
        </p:spPr>
        <p:txBody>
          <a:bodyPr>
            <a:normAutofit fontScale="92500" lnSpcReduction="10000"/>
          </a:bodyPr>
          <a:lstStyle/>
          <a:p>
            <a:r>
              <a:rPr lang="hu-HU" dirty="0"/>
              <a:t>Legfőbb szerv: közgyűlés</a:t>
            </a:r>
          </a:p>
          <a:p>
            <a:pPr lvl="1"/>
            <a:r>
              <a:rPr lang="hu-HU" dirty="0"/>
              <a:t>Kötelező összehívni, ha:</a:t>
            </a:r>
          </a:p>
          <a:p>
            <a:pPr lvl="1"/>
            <a:r>
              <a:rPr lang="hu-HU" dirty="0"/>
              <a:t>saját tőkéje veszteség következtében az alaptőke kétharmadára csökkent,</a:t>
            </a:r>
          </a:p>
          <a:p>
            <a:pPr lvl="1"/>
            <a:r>
              <a:rPr lang="hu-HU" dirty="0"/>
              <a:t>saját tőkéje az alaptőke törvényben meghatározott minimális összege alá csökkent</a:t>
            </a:r>
          </a:p>
          <a:p>
            <a:pPr lvl="1"/>
            <a:r>
              <a:rPr lang="hu-HU" dirty="0"/>
              <a:t>fizetésképtelenség fenyegeti vagy fizetéseit megszüntette</a:t>
            </a:r>
          </a:p>
          <a:p>
            <a:pPr lvl="1"/>
            <a:r>
              <a:rPr lang="pt-BR" dirty="0"/>
              <a:t>vagyona a tartozásait nem fedezi</a:t>
            </a:r>
            <a:endParaRPr lang="hu-HU" dirty="0"/>
          </a:p>
          <a:p>
            <a:r>
              <a:rPr lang="hu-HU" dirty="0"/>
              <a:t>Részvétel közgyűlésen: zrt. esetén a részvényes, részvényesi meghatalmazott, kit a közgyűlés megkezdéséig a részvénykönyvbe bejegyeztek</a:t>
            </a:r>
          </a:p>
          <a:p>
            <a:r>
              <a:rPr lang="hu-HU" dirty="0"/>
              <a:t>Ügyvezetés: igazgatóság (3 természetes személy </a:t>
            </a:r>
            <a:r>
              <a:rPr lang="hu-HU" dirty="0">
                <a:sym typeface="Wingdings" panose="05000000000000000000" pitchFamily="2" charset="2"/>
              </a:rPr>
              <a:t> kevesebb nem lehet!</a:t>
            </a:r>
            <a:r>
              <a:rPr lang="hu-HU" dirty="0"/>
              <a:t>)</a:t>
            </a:r>
          </a:p>
          <a:p>
            <a:pPr lvl="1"/>
            <a:r>
              <a:rPr lang="hu-HU" dirty="0"/>
              <a:t>Elnök: tagjai közül az igazgatóság választja</a:t>
            </a:r>
          </a:p>
          <a:p>
            <a:pPr lvl="1"/>
            <a:r>
              <a:rPr lang="hu-HU" dirty="0"/>
              <a:t>Jogok és feladatok gyakorlása: testületként; szótöbbség</a:t>
            </a:r>
          </a:p>
          <a:p>
            <a:pPr lvl="1"/>
            <a:r>
              <a:rPr lang="hu-HU" dirty="0"/>
              <a:t>Zrt. Esetén: alapszabály rendelkezhet úgy, hogy vezérigazgató látja el az igazgatóság jogait</a:t>
            </a:r>
          </a:p>
          <a:p>
            <a:pPr lvl="1"/>
            <a:r>
              <a:rPr lang="hu-HU" dirty="0"/>
              <a:t>Igazgatótanács: 5 természetes személy </a:t>
            </a:r>
            <a:r>
              <a:rPr lang="hu-HU" dirty="0">
                <a:sym typeface="Wingdings" panose="05000000000000000000" pitchFamily="2" charset="2"/>
              </a:rPr>
              <a:t> elnökét közgyűlés választja, ha nem választ, akkor a tagok maguk közül</a:t>
            </a:r>
            <a:endParaRPr lang="hu-HU" dirty="0"/>
          </a:p>
          <a:p>
            <a:endParaRPr lang="hu-HU" dirty="0"/>
          </a:p>
        </p:txBody>
      </p:sp>
    </p:spTree>
    <p:extLst>
      <p:ext uri="{BB962C8B-B14F-4D97-AF65-F5344CB8AC3E}">
        <p14:creationId xmlns:p14="http://schemas.microsoft.com/office/powerpoint/2010/main" val="5092470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8C9DAE7F-2B7C-8155-3E4D-91459BEF95AD}"/>
              </a:ext>
            </a:extLst>
          </p:cNvPr>
          <p:cNvSpPr>
            <a:spLocks noGrp="1"/>
          </p:cNvSpPr>
          <p:nvPr>
            <p:ph type="title"/>
          </p:nvPr>
        </p:nvSpPr>
        <p:spPr/>
        <p:txBody>
          <a:bodyPr>
            <a:normAutofit/>
          </a:bodyPr>
          <a:lstStyle/>
          <a:p>
            <a:r>
              <a:rPr lang="hu-HU" sz="4000" dirty="0">
                <a:latin typeface="Times New Roman" panose="02020603050405020304" pitchFamily="18" charset="0"/>
                <a:cs typeface="Times New Roman" panose="02020603050405020304" pitchFamily="18" charset="0"/>
              </a:rPr>
              <a:t>A részvényes személyi jogai</a:t>
            </a:r>
            <a:endParaRPr lang="hu-HU" sz="4000" dirty="0"/>
          </a:p>
        </p:txBody>
      </p:sp>
      <p:sp>
        <p:nvSpPr>
          <p:cNvPr id="3" name="Tartalom helye 2">
            <a:extLst>
              <a:ext uri="{FF2B5EF4-FFF2-40B4-BE49-F238E27FC236}">
                <a16:creationId xmlns:a16="http://schemas.microsoft.com/office/drawing/2014/main" id="{7B40688A-520F-E797-2743-3E81DC1BD095}"/>
              </a:ext>
            </a:extLst>
          </p:cNvPr>
          <p:cNvSpPr>
            <a:spLocks noGrp="1"/>
          </p:cNvSpPr>
          <p:nvPr>
            <p:ph idx="1"/>
          </p:nvPr>
        </p:nvSpPr>
        <p:spPr/>
        <p:txBody>
          <a:bodyPr/>
          <a:lstStyle/>
          <a:p>
            <a:pPr marL="0" indent="0">
              <a:buNone/>
            </a:pPr>
            <a:r>
              <a:rPr lang="hu-HU" dirty="0"/>
              <a:t>- Közgyűlési jogok  </a:t>
            </a:r>
          </a:p>
          <a:p>
            <a:pPr>
              <a:buFontTx/>
              <a:buChar char="-"/>
            </a:pPr>
            <a:r>
              <a:rPr lang="hu-HU" dirty="0"/>
              <a:t>Közgyűlésen való részvétel</a:t>
            </a:r>
          </a:p>
          <a:p>
            <a:pPr>
              <a:buFontTx/>
              <a:buChar char="-"/>
            </a:pPr>
            <a:r>
              <a:rPr lang="hu-HU" dirty="0"/>
              <a:t>Felszólalás</a:t>
            </a:r>
          </a:p>
          <a:p>
            <a:pPr>
              <a:buFontTx/>
              <a:buChar char="-"/>
            </a:pPr>
            <a:r>
              <a:rPr lang="hu-HU" dirty="0"/>
              <a:t>Felvilágosítás kérés</a:t>
            </a:r>
          </a:p>
          <a:p>
            <a:pPr>
              <a:buFontTx/>
              <a:buChar char="-"/>
            </a:pPr>
            <a:r>
              <a:rPr lang="hu-HU" dirty="0"/>
              <a:t>Észrevétel- és indítványtétel  </a:t>
            </a:r>
          </a:p>
          <a:p>
            <a:pPr>
              <a:buFontTx/>
              <a:buChar char="-"/>
            </a:pPr>
            <a:r>
              <a:rPr lang="hu-HU" dirty="0"/>
              <a:t>Szavazati jog</a:t>
            </a:r>
          </a:p>
          <a:p>
            <a:endParaRPr lang="hu-HU" dirty="0"/>
          </a:p>
        </p:txBody>
      </p:sp>
    </p:spTree>
    <p:extLst>
      <p:ext uri="{BB962C8B-B14F-4D97-AF65-F5344CB8AC3E}">
        <p14:creationId xmlns:p14="http://schemas.microsoft.com/office/powerpoint/2010/main" val="42703819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Integrál">
  <a:themeElements>
    <a:clrScheme name="Integrál">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Integrá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á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Integral" id="{3577F8C9-A904-41D8-97D2-FD898F53F20E}" vid="{B4028482-F53A-4442-AB14-9B7A43F44F96}"/>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TM02900720[[fn=Integrál]]</Template>
  <TotalTime>1190</TotalTime>
  <Words>3705</Words>
  <Application>Microsoft Office PowerPoint</Application>
  <PresentationFormat>Szélesvásznú</PresentationFormat>
  <Paragraphs>391</Paragraphs>
  <Slides>50</Slides>
  <Notes>11</Notes>
  <HiddenSlides>0</HiddenSlides>
  <MMClips>0</MMClips>
  <ScaleCrop>false</ScaleCrop>
  <HeadingPairs>
    <vt:vector size="6" baseType="variant">
      <vt:variant>
        <vt:lpstr>Használt betűtípusok</vt:lpstr>
      </vt:variant>
      <vt:variant>
        <vt:i4>7</vt:i4>
      </vt:variant>
      <vt:variant>
        <vt:lpstr>Téma</vt:lpstr>
      </vt:variant>
      <vt:variant>
        <vt:i4>1</vt:i4>
      </vt:variant>
      <vt:variant>
        <vt:lpstr>Diacímek</vt:lpstr>
      </vt:variant>
      <vt:variant>
        <vt:i4>50</vt:i4>
      </vt:variant>
    </vt:vector>
  </HeadingPairs>
  <TitlesOfParts>
    <vt:vector size="58" baseType="lpstr">
      <vt:lpstr>Aptos</vt:lpstr>
      <vt:lpstr>Arial</vt:lpstr>
      <vt:lpstr>Times New Roman</vt:lpstr>
      <vt:lpstr>Tw Cen MT</vt:lpstr>
      <vt:lpstr>Tw Cen MT Condensed</vt:lpstr>
      <vt:lpstr>Wingdings</vt:lpstr>
      <vt:lpstr>Wingdings 3</vt:lpstr>
      <vt:lpstr>Integrál</vt:lpstr>
      <vt:lpstr>Jogi alapismeretek 2026. március 13. üzleti működés formái</vt:lpstr>
      <vt:lpstr>Kik lehetnek a jog alanyai</vt:lpstr>
      <vt:lpstr>PowerPoint-bemutató</vt:lpstr>
      <vt:lpstr>Jogi személyiséggel nem rendelkező gazdasági szereplők</vt:lpstr>
      <vt:lpstr>Egyéni vállalkozó</vt:lpstr>
      <vt:lpstr>PowerPoint-bemutató</vt:lpstr>
      <vt:lpstr>PowerPoint-bemutató</vt:lpstr>
      <vt:lpstr>Egyéni vállalkozói tevékenység megkezdése</vt:lpstr>
      <vt:lpstr>Ki lehet egyéni vállalkozó?</vt:lpstr>
      <vt:lpstr>Ki NEM lehet egyéni vállalkozó?</vt:lpstr>
      <vt:lpstr>Az egyéni vállalkozó tevékenység megkezdése</vt:lpstr>
      <vt:lpstr>PowerPoint-bemutató</vt:lpstr>
      <vt:lpstr>bankszámlanyitás</vt:lpstr>
      <vt:lpstr>engedély</vt:lpstr>
      <vt:lpstr>képesítés</vt:lpstr>
      <vt:lpstr>Egyéni vállalkozás szüneteltetése</vt:lpstr>
      <vt:lpstr>megszűnés</vt:lpstr>
      <vt:lpstr>Egyéni cég</vt:lpstr>
      <vt:lpstr>PowerPoint-bemutató</vt:lpstr>
      <vt:lpstr>PowerPoint-bemutató</vt:lpstr>
      <vt:lpstr>Jogi személyek   gazdasági társaságok</vt:lpstr>
      <vt:lpstr>PowerPoint-bemutató</vt:lpstr>
      <vt:lpstr>Jogi személyek</vt:lpstr>
      <vt:lpstr>Gazdasági társaság</vt:lpstr>
      <vt:lpstr>PowerPoint-bemutató</vt:lpstr>
      <vt:lpstr>formakényszer</vt:lpstr>
      <vt:lpstr>Társaság tagja</vt:lpstr>
      <vt:lpstr>Gazdasági társaság alapítása</vt:lpstr>
      <vt:lpstr>PowerPoint-bemutató</vt:lpstr>
      <vt:lpstr>Közkereseti társaság</vt:lpstr>
      <vt:lpstr>Kkt. – legfőbb szerv</vt:lpstr>
      <vt:lpstr>Kkt. - Ügyvezetés, képviselet</vt:lpstr>
      <vt:lpstr>KKT. - tagsági jogviszony megszűnésének esetei</vt:lpstr>
      <vt:lpstr>KKT.  BT.</vt:lpstr>
      <vt:lpstr>Betéti társaság</vt:lpstr>
      <vt:lpstr>Bt.</vt:lpstr>
      <vt:lpstr>Korlátolt felelősségű társaság</vt:lpstr>
      <vt:lpstr>KFT. – tag vagyoni hozzájárulása</vt:lpstr>
      <vt:lpstr>KFT. - üzletrész</vt:lpstr>
      <vt:lpstr>KFT. - mellékszolgáltatás</vt:lpstr>
      <vt:lpstr>Kft. - kifizetések</vt:lpstr>
      <vt:lpstr>KFT. szervezete</vt:lpstr>
      <vt:lpstr>Kft megszűnése</vt:lpstr>
      <vt:lpstr>Egyszemélyes társaság</vt:lpstr>
      <vt:lpstr>részvénytársaság</vt:lpstr>
      <vt:lpstr>Rt. – alaptőke, részvény</vt:lpstr>
      <vt:lpstr>részvényfajták</vt:lpstr>
      <vt:lpstr>osztalék</vt:lpstr>
      <vt:lpstr>Rt. szervezete</vt:lpstr>
      <vt:lpstr>A részvényes személyi jogai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Badacsonyi Katalin Tegza</dc:creator>
  <cp:lastModifiedBy>Badacsonyi Katalin Tegza</cp:lastModifiedBy>
  <cp:revision>7</cp:revision>
  <dcterms:created xsi:type="dcterms:W3CDTF">2026-03-12T12:12:29Z</dcterms:created>
  <dcterms:modified xsi:type="dcterms:W3CDTF">2026-03-13T09:04:49Z</dcterms:modified>
</cp:coreProperties>
</file>