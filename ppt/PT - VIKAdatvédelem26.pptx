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61" r:id="rId3"/>
    <p:sldId id="292" r:id="rId4"/>
    <p:sldId id="342" r:id="rId5"/>
    <p:sldId id="329" r:id="rId6"/>
    <p:sldId id="291" r:id="rId7"/>
    <p:sldId id="286" r:id="rId8"/>
    <p:sldId id="335" r:id="rId9"/>
    <p:sldId id="336" r:id="rId10"/>
    <p:sldId id="259" r:id="rId11"/>
    <p:sldId id="265" r:id="rId12"/>
    <p:sldId id="337" r:id="rId13"/>
    <p:sldId id="294" r:id="rId14"/>
    <p:sldId id="295" r:id="rId15"/>
    <p:sldId id="268" r:id="rId16"/>
    <p:sldId id="330" r:id="rId17"/>
    <p:sldId id="300" r:id="rId18"/>
    <p:sldId id="273" r:id="rId19"/>
    <p:sldId id="270" r:id="rId20"/>
    <p:sldId id="297" r:id="rId21"/>
    <p:sldId id="313" r:id="rId22"/>
    <p:sldId id="279" r:id="rId23"/>
    <p:sldId id="275" r:id="rId24"/>
    <p:sldId id="326" r:id="rId25"/>
    <p:sldId id="327" r:id="rId26"/>
    <p:sldId id="276" r:id="rId27"/>
    <p:sldId id="338" r:id="rId28"/>
    <p:sldId id="339" r:id="rId29"/>
    <p:sldId id="323" r:id="rId30"/>
    <p:sldId id="324" r:id="rId31"/>
    <p:sldId id="328" r:id="rId32"/>
    <p:sldId id="280" r:id="rId33"/>
    <p:sldId id="281" r:id="rId34"/>
    <p:sldId id="325" r:id="rId35"/>
    <p:sldId id="311" r:id="rId36"/>
    <p:sldId id="322" r:id="rId37"/>
    <p:sldId id="334" r:id="rId38"/>
    <p:sldId id="332" r:id="rId39"/>
    <p:sldId id="331" r:id="rId40"/>
    <p:sldId id="333" r:id="rId41"/>
    <p:sldId id="343" r:id="rId42"/>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Közepesen sötét stílus 2 – 3.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3639"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326E0F-9EC0-4FC0-AFE4-4E032D5A19A3}" type="doc">
      <dgm:prSet loTypeId="urn:microsoft.com/office/officeart/2005/8/layout/hierarchy3" loCatId="list" qsTypeId="urn:microsoft.com/office/officeart/2005/8/quickstyle/simple3" qsCatId="simple" csTypeId="urn:microsoft.com/office/officeart/2005/8/colors/colorful5" csCatId="colorful" phldr="1"/>
      <dgm:spPr/>
      <dgm:t>
        <a:bodyPr/>
        <a:lstStyle/>
        <a:p>
          <a:endParaRPr lang="hu-HU"/>
        </a:p>
      </dgm:t>
    </dgm:pt>
    <dgm:pt modelId="{0BBB5D27-56DF-4407-B6E9-2496267D8305}">
      <dgm:prSet/>
      <dgm:spPr/>
      <dgm:t>
        <a:bodyPr/>
        <a:lstStyle/>
        <a:p>
          <a:pPr rtl="0"/>
          <a:r>
            <a:rPr lang="hu-HU" dirty="0">
              <a:latin typeface="Times New Roman" panose="02020603050405020304" pitchFamily="18" charset="0"/>
              <a:cs typeface="Times New Roman" panose="02020603050405020304" pitchFamily="18" charset="0"/>
            </a:rPr>
            <a:t>EU jogforrások</a:t>
          </a:r>
        </a:p>
      </dgm:t>
    </dgm:pt>
    <dgm:pt modelId="{22FF107D-FCD5-463E-BF0B-2EEE3F8C2C74}" type="parTrans" cxnId="{5C6B8D28-57D7-4D74-B3D8-15E036707A16}">
      <dgm:prSet/>
      <dgm:spPr/>
      <dgm:t>
        <a:bodyPr/>
        <a:lstStyle/>
        <a:p>
          <a:endParaRPr lang="hu-HU">
            <a:latin typeface="Times New Roman" panose="02020603050405020304" pitchFamily="18" charset="0"/>
            <a:cs typeface="Times New Roman" panose="02020603050405020304" pitchFamily="18" charset="0"/>
          </a:endParaRPr>
        </a:p>
      </dgm:t>
    </dgm:pt>
    <dgm:pt modelId="{E09153E8-F1C8-4572-8A4C-792BB390EB58}" type="sibTrans" cxnId="{5C6B8D28-57D7-4D74-B3D8-15E036707A16}">
      <dgm:prSet/>
      <dgm:spPr/>
      <dgm:t>
        <a:bodyPr/>
        <a:lstStyle/>
        <a:p>
          <a:endParaRPr lang="hu-HU">
            <a:latin typeface="Times New Roman" panose="02020603050405020304" pitchFamily="18" charset="0"/>
            <a:cs typeface="Times New Roman" panose="02020603050405020304" pitchFamily="18" charset="0"/>
          </a:endParaRPr>
        </a:p>
      </dgm:t>
    </dgm:pt>
    <dgm:pt modelId="{D637F6D2-AB31-4314-A875-BA2DFD06E13D}">
      <dgm:prSet custT="1"/>
      <dgm:spPr/>
      <dgm:t>
        <a:bodyPr/>
        <a:lstStyle/>
        <a:p>
          <a:pPr rtl="0"/>
          <a:r>
            <a:rPr lang="hu-HU" sz="2000" dirty="0">
              <a:latin typeface="Times New Roman" panose="02020603050405020304" pitchFamily="18" charset="0"/>
              <a:cs typeface="Times New Roman" panose="02020603050405020304" pitchFamily="18" charset="0"/>
            </a:rPr>
            <a:t>EU Alapjogi Charta</a:t>
          </a:r>
        </a:p>
      </dgm:t>
    </dgm:pt>
    <dgm:pt modelId="{ABC32FE5-6EFA-4481-A62A-F05B49D29762}" type="parTrans" cxnId="{4BD2FF9E-E765-4DD6-9614-C9FA486F01E0}">
      <dgm:prSet/>
      <dgm:spPr/>
      <dgm:t>
        <a:bodyPr/>
        <a:lstStyle/>
        <a:p>
          <a:endParaRPr lang="hu-HU">
            <a:latin typeface="Times New Roman" panose="02020603050405020304" pitchFamily="18" charset="0"/>
            <a:cs typeface="Times New Roman" panose="02020603050405020304" pitchFamily="18" charset="0"/>
          </a:endParaRPr>
        </a:p>
      </dgm:t>
    </dgm:pt>
    <dgm:pt modelId="{B69E3EAD-94CB-44E5-B9AB-966ADACF3B89}" type="sibTrans" cxnId="{4BD2FF9E-E765-4DD6-9614-C9FA486F01E0}">
      <dgm:prSet/>
      <dgm:spPr/>
      <dgm:t>
        <a:bodyPr/>
        <a:lstStyle/>
        <a:p>
          <a:endParaRPr lang="hu-HU">
            <a:latin typeface="Times New Roman" panose="02020603050405020304" pitchFamily="18" charset="0"/>
            <a:cs typeface="Times New Roman" panose="02020603050405020304" pitchFamily="18" charset="0"/>
          </a:endParaRPr>
        </a:p>
      </dgm:t>
    </dgm:pt>
    <dgm:pt modelId="{D1B30BC2-88C2-41FD-A787-CFAB5ED6152F}">
      <dgm:prSet custT="1"/>
      <dgm:spPr/>
      <dgm:t>
        <a:bodyPr/>
        <a:lstStyle/>
        <a:p>
          <a:pPr rtl="0"/>
          <a:r>
            <a:rPr lang="hu-HU" sz="2000" dirty="0">
              <a:latin typeface="Times New Roman" panose="02020603050405020304" pitchFamily="18" charset="0"/>
              <a:cs typeface="Times New Roman" panose="02020603050405020304" pitchFamily="18" charset="0"/>
            </a:rPr>
            <a:t>2016/679/EU Rendelet GDPR</a:t>
          </a:r>
        </a:p>
      </dgm:t>
    </dgm:pt>
    <dgm:pt modelId="{F350A39D-5D23-4C00-976B-7F24E3809E19}" type="parTrans" cxnId="{9558DEA8-A277-43A4-866D-1D99071BED87}">
      <dgm:prSet/>
      <dgm:spPr/>
      <dgm:t>
        <a:bodyPr/>
        <a:lstStyle/>
        <a:p>
          <a:endParaRPr lang="hu-HU">
            <a:latin typeface="Times New Roman" panose="02020603050405020304" pitchFamily="18" charset="0"/>
            <a:cs typeface="Times New Roman" panose="02020603050405020304" pitchFamily="18" charset="0"/>
          </a:endParaRPr>
        </a:p>
      </dgm:t>
    </dgm:pt>
    <dgm:pt modelId="{138420BB-4A4C-4FD3-B121-3EF013E84790}" type="sibTrans" cxnId="{9558DEA8-A277-43A4-866D-1D99071BED87}">
      <dgm:prSet/>
      <dgm:spPr/>
      <dgm:t>
        <a:bodyPr/>
        <a:lstStyle/>
        <a:p>
          <a:endParaRPr lang="hu-HU">
            <a:latin typeface="Times New Roman" panose="02020603050405020304" pitchFamily="18" charset="0"/>
            <a:cs typeface="Times New Roman" panose="02020603050405020304" pitchFamily="18" charset="0"/>
          </a:endParaRPr>
        </a:p>
      </dgm:t>
    </dgm:pt>
    <dgm:pt modelId="{976B687C-A2FD-495C-A254-3876FC35EE69}">
      <dgm:prSet/>
      <dgm:spPr/>
      <dgm:t>
        <a:bodyPr/>
        <a:lstStyle/>
        <a:p>
          <a:pPr rtl="0"/>
          <a:r>
            <a:rPr lang="hu-HU" dirty="0">
              <a:latin typeface="Times New Roman" panose="02020603050405020304" pitchFamily="18" charset="0"/>
              <a:cs typeface="Times New Roman" panose="02020603050405020304" pitchFamily="18" charset="0"/>
            </a:rPr>
            <a:t>Magyar jogforrások</a:t>
          </a:r>
        </a:p>
      </dgm:t>
    </dgm:pt>
    <dgm:pt modelId="{6E64A294-A733-4849-9E39-3B13943F1543}" type="parTrans" cxnId="{415649C8-75E4-476A-80DE-F9C2674725F0}">
      <dgm:prSet/>
      <dgm:spPr/>
      <dgm:t>
        <a:bodyPr/>
        <a:lstStyle/>
        <a:p>
          <a:endParaRPr lang="hu-HU">
            <a:latin typeface="Times New Roman" panose="02020603050405020304" pitchFamily="18" charset="0"/>
            <a:cs typeface="Times New Roman" panose="02020603050405020304" pitchFamily="18" charset="0"/>
          </a:endParaRPr>
        </a:p>
      </dgm:t>
    </dgm:pt>
    <dgm:pt modelId="{1A5D072C-F432-4DAE-8E69-DE49B5EAA981}" type="sibTrans" cxnId="{415649C8-75E4-476A-80DE-F9C2674725F0}">
      <dgm:prSet/>
      <dgm:spPr/>
      <dgm:t>
        <a:bodyPr/>
        <a:lstStyle/>
        <a:p>
          <a:endParaRPr lang="hu-HU">
            <a:latin typeface="Times New Roman" panose="02020603050405020304" pitchFamily="18" charset="0"/>
            <a:cs typeface="Times New Roman" panose="02020603050405020304" pitchFamily="18" charset="0"/>
          </a:endParaRPr>
        </a:p>
      </dgm:t>
    </dgm:pt>
    <dgm:pt modelId="{F11F5E5F-5C0B-414D-8D0B-CB5F1E138FFE}">
      <dgm:prSet custT="1"/>
      <dgm:spPr/>
      <dgm:t>
        <a:bodyPr/>
        <a:lstStyle/>
        <a:p>
          <a:pPr rtl="0"/>
          <a:r>
            <a:rPr lang="hu-HU" sz="2000" dirty="0">
              <a:latin typeface="Times New Roman" panose="02020603050405020304" pitchFamily="18" charset="0"/>
              <a:cs typeface="Times New Roman" panose="02020603050405020304" pitchFamily="18" charset="0"/>
            </a:rPr>
            <a:t>Alaptörvény (adatvédelem és információszabadság)</a:t>
          </a:r>
        </a:p>
      </dgm:t>
    </dgm:pt>
    <dgm:pt modelId="{30B99593-B729-470C-8624-8027452ACAC7}" type="parTrans" cxnId="{A55EC2C8-A2FD-466B-B4F5-3E764FFB388B}">
      <dgm:prSet/>
      <dgm:spPr/>
      <dgm:t>
        <a:bodyPr/>
        <a:lstStyle/>
        <a:p>
          <a:endParaRPr lang="hu-HU">
            <a:latin typeface="Times New Roman" panose="02020603050405020304" pitchFamily="18" charset="0"/>
            <a:cs typeface="Times New Roman" panose="02020603050405020304" pitchFamily="18" charset="0"/>
          </a:endParaRPr>
        </a:p>
      </dgm:t>
    </dgm:pt>
    <dgm:pt modelId="{36974ED6-D42E-4510-8101-CCD4A174EA70}" type="sibTrans" cxnId="{A55EC2C8-A2FD-466B-B4F5-3E764FFB388B}">
      <dgm:prSet/>
      <dgm:spPr/>
      <dgm:t>
        <a:bodyPr/>
        <a:lstStyle/>
        <a:p>
          <a:endParaRPr lang="hu-HU">
            <a:latin typeface="Times New Roman" panose="02020603050405020304" pitchFamily="18" charset="0"/>
            <a:cs typeface="Times New Roman" panose="02020603050405020304" pitchFamily="18" charset="0"/>
          </a:endParaRPr>
        </a:p>
      </dgm:t>
    </dgm:pt>
    <dgm:pt modelId="{131F497C-4E03-4B1F-B95D-D748F98CE4E8}">
      <dgm:prSet custT="1"/>
      <dgm:spPr/>
      <dgm:t>
        <a:bodyPr/>
        <a:lstStyle/>
        <a:p>
          <a:pPr rtl="0"/>
          <a:r>
            <a:rPr lang="hu-HU" sz="2000" dirty="0">
              <a:latin typeface="Times New Roman" panose="02020603050405020304" pitchFamily="18" charset="0"/>
              <a:cs typeface="Times New Roman" panose="02020603050405020304" pitchFamily="18" charset="0"/>
            </a:rPr>
            <a:t>Az információs önrendelkezési jogról és az információszabadságról szóló 2011. évi CXII. törvény (</a:t>
          </a:r>
          <a:r>
            <a:rPr lang="hu-HU" sz="2000" dirty="0" err="1">
              <a:latin typeface="Times New Roman" panose="02020603050405020304" pitchFamily="18" charset="0"/>
              <a:cs typeface="Times New Roman" panose="02020603050405020304" pitchFamily="18" charset="0"/>
            </a:rPr>
            <a:t>Infotv</a:t>
          </a:r>
          <a:r>
            <a:rPr lang="hu-HU" sz="2000" dirty="0">
              <a:latin typeface="Times New Roman" panose="02020603050405020304" pitchFamily="18" charset="0"/>
              <a:cs typeface="Times New Roman" panose="02020603050405020304" pitchFamily="18" charset="0"/>
            </a:rPr>
            <a:t>.)</a:t>
          </a:r>
        </a:p>
      </dgm:t>
    </dgm:pt>
    <dgm:pt modelId="{03780FCA-13DD-40FB-B9E5-60600071BAAF}" type="parTrans" cxnId="{51780B5C-70FF-4602-82AC-4D91008E2D7A}">
      <dgm:prSet/>
      <dgm:spPr/>
      <dgm:t>
        <a:bodyPr/>
        <a:lstStyle/>
        <a:p>
          <a:endParaRPr lang="hu-HU">
            <a:latin typeface="Times New Roman" panose="02020603050405020304" pitchFamily="18" charset="0"/>
            <a:cs typeface="Times New Roman" panose="02020603050405020304" pitchFamily="18" charset="0"/>
          </a:endParaRPr>
        </a:p>
      </dgm:t>
    </dgm:pt>
    <dgm:pt modelId="{4656D484-A203-4F77-93C9-1F4E504E87AD}" type="sibTrans" cxnId="{51780B5C-70FF-4602-82AC-4D91008E2D7A}">
      <dgm:prSet/>
      <dgm:spPr/>
      <dgm:t>
        <a:bodyPr/>
        <a:lstStyle/>
        <a:p>
          <a:endParaRPr lang="hu-HU">
            <a:latin typeface="Times New Roman" panose="02020603050405020304" pitchFamily="18" charset="0"/>
            <a:cs typeface="Times New Roman" panose="02020603050405020304" pitchFamily="18" charset="0"/>
          </a:endParaRPr>
        </a:p>
      </dgm:t>
    </dgm:pt>
    <dgm:pt modelId="{68248192-7AAB-471D-95FB-6C19B53153EB}">
      <dgm:prSet custT="1"/>
      <dgm:spPr/>
      <dgm:t>
        <a:bodyPr/>
        <a:lstStyle/>
        <a:p>
          <a:pPr rtl="0"/>
          <a:r>
            <a:rPr lang="hu-HU" sz="2000" dirty="0" err="1">
              <a:latin typeface="Times New Roman" panose="02020603050405020304" pitchFamily="18" charset="0"/>
              <a:cs typeface="Times New Roman" panose="02020603050405020304" pitchFamily="18" charset="0"/>
            </a:rPr>
            <a:t>Szektorális</a:t>
          </a:r>
          <a:r>
            <a:rPr lang="hu-HU" sz="2000" dirty="0">
              <a:latin typeface="Times New Roman" panose="02020603050405020304" pitchFamily="18" charset="0"/>
              <a:cs typeface="Times New Roman" panose="02020603050405020304" pitchFamily="18" charset="0"/>
            </a:rPr>
            <a:t> szabályozás (egészségügy, elektronikus kereskedelem)</a:t>
          </a:r>
        </a:p>
      </dgm:t>
    </dgm:pt>
    <dgm:pt modelId="{9487E8AB-4A87-4089-B1FC-EA89CED3D6C0}" type="parTrans" cxnId="{B38126F0-6C6C-4927-A1CA-152531C21E4B}">
      <dgm:prSet/>
      <dgm:spPr/>
      <dgm:t>
        <a:bodyPr/>
        <a:lstStyle/>
        <a:p>
          <a:endParaRPr lang="hu-HU">
            <a:latin typeface="Times New Roman" panose="02020603050405020304" pitchFamily="18" charset="0"/>
            <a:cs typeface="Times New Roman" panose="02020603050405020304" pitchFamily="18" charset="0"/>
          </a:endParaRPr>
        </a:p>
      </dgm:t>
    </dgm:pt>
    <dgm:pt modelId="{6D55CAD6-6BEE-4E24-BA76-44B119B73631}" type="sibTrans" cxnId="{B38126F0-6C6C-4927-A1CA-152531C21E4B}">
      <dgm:prSet/>
      <dgm:spPr/>
      <dgm:t>
        <a:bodyPr/>
        <a:lstStyle/>
        <a:p>
          <a:endParaRPr lang="hu-HU">
            <a:latin typeface="Times New Roman" panose="02020603050405020304" pitchFamily="18" charset="0"/>
            <a:cs typeface="Times New Roman" panose="02020603050405020304" pitchFamily="18" charset="0"/>
          </a:endParaRPr>
        </a:p>
      </dgm:t>
    </dgm:pt>
    <dgm:pt modelId="{D5B5C57A-DAB4-4A51-BDCA-93FCAD459F0F}">
      <dgm:prSet custT="1"/>
      <dgm:spPr/>
      <dgm:t>
        <a:bodyPr/>
        <a:lstStyle/>
        <a:p>
          <a:pPr rtl="0"/>
          <a:r>
            <a:rPr lang="hu-HU" sz="2000" dirty="0">
              <a:latin typeface="Times New Roman" panose="02020603050405020304" pitchFamily="18" charset="0"/>
              <a:cs typeface="Times New Roman" panose="02020603050405020304" pitchFamily="18" charset="0"/>
            </a:rPr>
            <a:t>Polgári Törvénykönyvről szóló 2013. évi V. törvény 2:42-2:43.§</a:t>
          </a:r>
        </a:p>
      </dgm:t>
    </dgm:pt>
    <dgm:pt modelId="{32BEC7C2-7AD9-4BE6-8FEE-FB28E34F9C01}" type="parTrans" cxnId="{F628C078-D8F6-47B4-B34F-6FAE125F1A89}">
      <dgm:prSet/>
      <dgm:spPr/>
      <dgm:t>
        <a:bodyPr/>
        <a:lstStyle/>
        <a:p>
          <a:endParaRPr lang="hu-HU">
            <a:latin typeface="Times New Roman" panose="02020603050405020304" pitchFamily="18" charset="0"/>
            <a:cs typeface="Times New Roman" panose="02020603050405020304" pitchFamily="18" charset="0"/>
          </a:endParaRPr>
        </a:p>
      </dgm:t>
    </dgm:pt>
    <dgm:pt modelId="{33085828-0F7A-4364-999D-E5DBEBC1BAF0}" type="sibTrans" cxnId="{F628C078-D8F6-47B4-B34F-6FAE125F1A89}">
      <dgm:prSet/>
      <dgm:spPr/>
      <dgm:t>
        <a:bodyPr/>
        <a:lstStyle/>
        <a:p>
          <a:endParaRPr lang="hu-HU">
            <a:latin typeface="Times New Roman" panose="02020603050405020304" pitchFamily="18" charset="0"/>
            <a:cs typeface="Times New Roman" panose="02020603050405020304" pitchFamily="18" charset="0"/>
          </a:endParaRPr>
        </a:p>
      </dgm:t>
    </dgm:pt>
    <dgm:pt modelId="{26D981F7-E566-4824-BCAF-0E119D576C20}">
      <dgm:prSet custT="1"/>
      <dgm:spPr/>
      <dgm:t>
        <a:bodyPr/>
        <a:lstStyle/>
        <a:p>
          <a:pPr rtl="0"/>
          <a:r>
            <a:rPr lang="hu-HU" sz="2000" dirty="0">
              <a:latin typeface="Times New Roman" panose="02020603050405020304" pitchFamily="18" charset="0"/>
              <a:cs typeface="Times New Roman" panose="02020603050405020304" pitchFamily="18" charset="0"/>
            </a:rPr>
            <a:t>Büntető Törvénykönyvről szóló 2012. évi C. törvény 219-220.§</a:t>
          </a:r>
        </a:p>
      </dgm:t>
    </dgm:pt>
    <dgm:pt modelId="{3D173B03-F264-4C8D-9339-55DA8D45FC7E}" type="parTrans" cxnId="{2B0941FB-91E5-4A23-A933-BEAEF2562952}">
      <dgm:prSet/>
      <dgm:spPr/>
      <dgm:t>
        <a:bodyPr/>
        <a:lstStyle/>
        <a:p>
          <a:endParaRPr lang="hu-HU"/>
        </a:p>
      </dgm:t>
    </dgm:pt>
    <dgm:pt modelId="{41C94C30-27F8-442A-87C1-6001E73A74B1}" type="sibTrans" cxnId="{2B0941FB-91E5-4A23-A933-BEAEF2562952}">
      <dgm:prSet/>
      <dgm:spPr/>
      <dgm:t>
        <a:bodyPr/>
        <a:lstStyle/>
        <a:p>
          <a:endParaRPr lang="hu-HU"/>
        </a:p>
      </dgm:t>
    </dgm:pt>
    <dgm:pt modelId="{2CBC84F9-113A-4866-8F2E-0D008A20B760}" type="pres">
      <dgm:prSet presAssocID="{25326E0F-9EC0-4FC0-AFE4-4E032D5A19A3}" presName="diagram" presStyleCnt="0">
        <dgm:presLayoutVars>
          <dgm:chPref val="1"/>
          <dgm:dir/>
          <dgm:animOne val="branch"/>
          <dgm:animLvl val="lvl"/>
          <dgm:resizeHandles/>
        </dgm:presLayoutVars>
      </dgm:prSet>
      <dgm:spPr/>
    </dgm:pt>
    <dgm:pt modelId="{B941DC8D-AACD-4BA5-BF0E-2DE86D735A97}" type="pres">
      <dgm:prSet presAssocID="{0BBB5D27-56DF-4407-B6E9-2496267D8305}" presName="root" presStyleCnt="0"/>
      <dgm:spPr/>
    </dgm:pt>
    <dgm:pt modelId="{5184D191-F0F9-4BEC-BE24-B05A9BB6B998}" type="pres">
      <dgm:prSet presAssocID="{0BBB5D27-56DF-4407-B6E9-2496267D8305}" presName="rootComposite" presStyleCnt="0"/>
      <dgm:spPr/>
    </dgm:pt>
    <dgm:pt modelId="{E598519F-B571-4562-BFB3-62A8B6D33864}" type="pres">
      <dgm:prSet presAssocID="{0BBB5D27-56DF-4407-B6E9-2496267D8305}" presName="rootText" presStyleLbl="node1" presStyleIdx="0" presStyleCnt="2"/>
      <dgm:spPr/>
    </dgm:pt>
    <dgm:pt modelId="{2D55412F-2DC7-4583-A2A8-72A4FE5F0B52}" type="pres">
      <dgm:prSet presAssocID="{0BBB5D27-56DF-4407-B6E9-2496267D8305}" presName="rootConnector" presStyleLbl="node1" presStyleIdx="0" presStyleCnt="2"/>
      <dgm:spPr/>
    </dgm:pt>
    <dgm:pt modelId="{3DD151C4-DA1F-4B7F-94B8-DD89922513A8}" type="pres">
      <dgm:prSet presAssocID="{0BBB5D27-56DF-4407-B6E9-2496267D8305}" presName="childShape" presStyleCnt="0"/>
      <dgm:spPr/>
    </dgm:pt>
    <dgm:pt modelId="{F3474609-F819-411E-B5A5-0859DC693519}" type="pres">
      <dgm:prSet presAssocID="{ABC32FE5-6EFA-4481-A62A-F05B49D29762}" presName="Name13" presStyleLbl="parChTrans1D2" presStyleIdx="0" presStyleCnt="7"/>
      <dgm:spPr/>
    </dgm:pt>
    <dgm:pt modelId="{9E79384A-6630-46FA-A070-045F35FCB490}" type="pres">
      <dgm:prSet presAssocID="{D637F6D2-AB31-4314-A875-BA2DFD06E13D}" presName="childText" presStyleLbl="bgAcc1" presStyleIdx="0" presStyleCnt="7">
        <dgm:presLayoutVars>
          <dgm:bulletEnabled val="1"/>
        </dgm:presLayoutVars>
      </dgm:prSet>
      <dgm:spPr/>
    </dgm:pt>
    <dgm:pt modelId="{F531B058-36F3-43B0-A5C0-055A2E488104}" type="pres">
      <dgm:prSet presAssocID="{F350A39D-5D23-4C00-976B-7F24E3809E19}" presName="Name13" presStyleLbl="parChTrans1D2" presStyleIdx="1" presStyleCnt="7"/>
      <dgm:spPr/>
    </dgm:pt>
    <dgm:pt modelId="{A0713C8E-25D8-4EE2-AF76-F7EDC44CE969}" type="pres">
      <dgm:prSet presAssocID="{D1B30BC2-88C2-41FD-A787-CFAB5ED6152F}" presName="childText" presStyleLbl="bgAcc1" presStyleIdx="1" presStyleCnt="7" custScaleX="121388">
        <dgm:presLayoutVars>
          <dgm:bulletEnabled val="1"/>
        </dgm:presLayoutVars>
      </dgm:prSet>
      <dgm:spPr/>
    </dgm:pt>
    <dgm:pt modelId="{C988075D-C621-4270-B547-81240F89F855}" type="pres">
      <dgm:prSet presAssocID="{976B687C-A2FD-495C-A254-3876FC35EE69}" presName="root" presStyleCnt="0"/>
      <dgm:spPr/>
    </dgm:pt>
    <dgm:pt modelId="{8150C6A5-D1DF-424D-AF96-99C3ABA7FAC6}" type="pres">
      <dgm:prSet presAssocID="{976B687C-A2FD-495C-A254-3876FC35EE69}" presName="rootComposite" presStyleCnt="0"/>
      <dgm:spPr/>
    </dgm:pt>
    <dgm:pt modelId="{EB1B8D0C-69C9-45A1-81D0-88C2B4593CBC}" type="pres">
      <dgm:prSet presAssocID="{976B687C-A2FD-495C-A254-3876FC35EE69}" presName="rootText" presStyleLbl="node1" presStyleIdx="1" presStyleCnt="2"/>
      <dgm:spPr/>
    </dgm:pt>
    <dgm:pt modelId="{0565DDDE-1C43-4459-8543-8E0356496054}" type="pres">
      <dgm:prSet presAssocID="{976B687C-A2FD-495C-A254-3876FC35EE69}" presName="rootConnector" presStyleLbl="node1" presStyleIdx="1" presStyleCnt="2"/>
      <dgm:spPr/>
    </dgm:pt>
    <dgm:pt modelId="{3766F0EA-C697-41A6-9731-6DA0AAC0A94C}" type="pres">
      <dgm:prSet presAssocID="{976B687C-A2FD-495C-A254-3876FC35EE69}" presName="childShape" presStyleCnt="0"/>
      <dgm:spPr/>
    </dgm:pt>
    <dgm:pt modelId="{697A1D84-8F19-45A6-AE17-593876B8A4FC}" type="pres">
      <dgm:prSet presAssocID="{30B99593-B729-470C-8624-8027452ACAC7}" presName="Name13" presStyleLbl="parChTrans1D2" presStyleIdx="2" presStyleCnt="7"/>
      <dgm:spPr/>
    </dgm:pt>
    <dgm:pt modelId="{CD4EAE96-9D27-40F6-A3D3-6B0CB4FA509B}" type="pres">
      <dgm:prSet presAssocID="{F11F5E5F-5C0B-414D-8D0B-CB5F1E138FFE}" presName="childText" presStyleLbl="bgAcc1" presStyleIdx="2" presStyleCnt="7" custScaleX="173750">
        <dgm:presLayoutVars>
          <dgm:bulletEnabled val="1"/>
        </dgm:presLayoutVars>
      </dgm:prSet>
      <dgm:spPr/>
    </dgm:pt>
    <dgm:pt modelId="{D75820B5-9372-48EB-AF9C-CC22641AE9CD}" type="pres">
      <dgm:prSet presAssocID="{32BEC7C2-7AD9-4BE6-8FEE-FB28E34F9C01}" presName="Name13" presStyleLbl="parChTrans1D2" presStyleIdx="3" presStyleCnt="7"/>
      <dgm:spPr/>
    </dgm:pt>
    <dgm:pt modelId="{5FA7A588-C86F-4AC0-9D9B-0F619847F789}" type="pres">
      <dgm:prSet presAssocID="{D5B5C57A-DAB4-4A51-BDCA-93FCAD459F0F}" presName="childText" presStyleLbl="bgAcc1" presStyleIdx="3" presStyleCnt="7" custScaleX="219461">
        <dgm:presLayoutVars>
          <dgm:bulletEnabled val="1"/>
        </dgm:presLayoutVars>
      </dgm:prSet>
      <dgm:spPr/>
    </dgm:pt>
    <dgm:pt modelId="{EFF38B58-4363-4ED0-BE9D-94BE69DCB331}" type="pres">
      <dgm:prSet presAssocID="{3D173B03-F264-4C8D-9339-55DA8D45FC7E}" presName="Name13" presStyleLbl="parChTrans1D2" presStyleIdx="4" presStyleCnt="7"/>
      <dgm:spPr/>
    </dgm:pt>
    <dgm:pt modelId="{2FEEADD8-8D9E-47DF-97A3-A732CD959CD7}" type="pres">
      <dgm:prSet presAssocID="{26D981F7-E566-4824-BCAF-0E119D576C20}" presName="childText" presStyleLbl="bgAcc1" presStyleIdx="4" presStyleCnt="7" custScaleX="218601">
        <dgm:presLayoutVars>
          <dgm:bulletEnabled val="1"/>
        </dgm:presLayoutVars>
      </dgm:prSet>
      <dgm:spPr/>
    </dgm:pt>
    <dgm:pt modelId="{140B32CF-5579-4065-BB64-16748C87DE04}" type="pres">
      <dgm:prSet presAssocID="{03780FCA-13DD-40FB-B9E5-60600071BAAF}" presName="Name13" presStyleLbl="parChTrans1D2" presStyleIdx="5" presStyleCnt="7"/>
      <dgm:spPr/>
    </dgm:pt>
    <dgm:pt modelId="{6B808010-9A8E-4097-9412-AB1123361820}" type="pres">
      <dgm:prSet presAssocID="{131F497C-4E03-4B1F-B95D-D748F98CE4E8}" presName="childText" presStyleLbl="bgAcc1" presStyleIdx="5" presStyleCnt="7" custScaleX="321167">
        <dgm:presLayoutVars>
          <dgm:bulletEnabled val="1"/>
        </dgm:presLayoutVars>
      </dgm:prSet>
      <dgm:spPr/>
    </dgm:pt>
    <dgm:pt modelId="{588655FC-89A3-4667-84C2-5A93712A45F8}" type="pres">
      <dgm:prSet presAssocID="{9487E8AB-4A87-4089-B1FC-EA89CED3D6C0}" presName="Name13" presStyleLbl="parChTrans1D2" presStyleIdx="6" presStyleCnt="7"/>
      <dgm:spPr/>
    </dgm:pt>
    <dgm:pt modelId="{FA8CF3E9-0701-45B2-BCA5-177E7FF7A6B8}" type="pres">
      <dgm:prSet presAssocID="{68248192-7AAB-471D-95FB-6C19B53153EB}" presName="childText" presStyleLbl="bgAcc1" presStyleIdx="6" presStyleCnt="7" custScaleX="322640">
        <dgm:presLayoutVars>
          <dgm:bulletEnabled val="1"/>
        </dgm:presLayoutVars>
      </dgm:prSet>
      <dgm:spPr/>
    </dgm:pt>
  </dgm:ptLst>
  <dgm:cxnLst>
    <dgm:cxn modelId="{B78A5117-97CC-42F8-8BBD-CF4E63982CCF}" type="presOf" srcId="{3D173B03-F264-4C8D-9339-55DA8D45FC7E}" destId="{EFF38B58-4363-4ED0-BE9D-94BE69DCB331}" srcOrd="0" destOrd="0" presId="urn:microsoft.com/office/officeart/2005/8/layout/hierarchy3"/>
    <dgm:cxn modelId="{3DC04A18-1993-4D85-8877-3791BD85114F}" type="presOf" srcId="{D5B5C57A-DAB4-4A51-BDCA-93FCAD459F0F}" destId="{5FA7A588-C86F-4AC0-9D9B-0F619847F789}" srcOrd="0" destOrd="0" presId="urn:microsoft.com/office/officeart/2005/8/layout/hierarchy3"/>
    <dgm:cxn modelId="{34D6AF18-856A-46C1-B338-DB2AE4CD9FDC}" type="presOf" srcId="{25326E0F-9EC0-4FC0-AFE4-4E032D5A19A3}" destId="{2CBC84F9-113A-4866-8F2E-0D008A20B760}" srcOrd="0" destOrd="0" presId="urn:microsoft.com/office/officeart/2005/8/layout/hierarchy3"/>
    <dgm:cxn modelId="{1E2D4826-64F7-43EC-87CE-FFF705808425}" type="presOf" srcId="{03780FCA-13DD-40FB-B9E5-60600071BAAF}" destId="{140B32CF-5579-4065-BB64-16748C87DE04}" srcOrd="0" destOrd="0" presId="urn:microsoft.com/office/officeart/2005/8/layout/hierarchy3"/>
    <dgm:cxn modelId="{5C6B8D28-57D7-4D74-B3D8-15E036707A16}" srcId="{25326E0F-9EC0-4FC0-AFE4-4E032D5A19A3}" destId="{0BBB5D27-56DF-4407-B6E9-2496267D8305}" srcOrd="0" destOrd="0" parTransId="{22FF107D-FCD5-463E-BF0B-2EEE3F8C2C74}" sibTransId="{E09153E8-F1C8-4572-8A4C-792BB390EB58}"/>
    <dgm:cxn modelId="{1F8C272C-16E4-46AA-8B07-E3A9CAFBF7D7}" type="presOf" srcId="{68248192-7AAB-471D-95FB-6C19B53153EB}" destId="{FA8CF3E9-0701-45B2-BCA5-177E7FF7A6B8}" srcOrd="0" destOrd="0" presId="urn:microsoft.com/office/officeart/2005/8/layout/hierarchy3"/>
    <dgm:cxn modelId="{51780B5C-70FF-4602-82AC-4D91008E2D7A}" srcId="{976B687C-A2FD-495C-A254-3876FC35EE69}" destId="{131F497C-4E03-4B1F-B95D-D748F98CE4E8}" srcOrd="3" destOrd="0" parTransId="{03780FCA-13DD-40FB-B9E5-60600071BAAF}" sibTransId="{4656D484-A203-4F77-93C9-1F4E504E87AD}"/>
    <dgm:cxn modelId="{84B90C49-FA6D-407C-B855-58F600986A25}" type="presOf" srcId="{F11F5E5F-5C0B-414D-8D0B-CB5F1E138FFE}" destId="{CD4EAE96-9D27-40F6-A3D3-6B0CB4FA509B}" srcOrd="0" destOrd="0" presId="urn:microsoft.com/office/officeart/2005/8/layout/hierarchy3"/>
    <dgm:cxn modelId="{F628C078-D8F6-47B4-B34F-6FAE125F1A89}" srcId="{976B687C-A2FD-495C-A254-3876FC35EE69}" destId="{D5B5C57A-DAB4-4A51-BDCA-93FCAD459F0F}" srcOrd="1" destOrd="0" parTransId="{32BEC7C2-7AD9-4BE6-8FEE-FB28E34F9C01}" sibTransId="{33085828-0F7A-4364-999D-E5DBEBC1BAF0}"/>
    <dgm:cxn modelId="{B408657C-2E73-4C90-A698-498005408AA9}" type="presOf" srcId="{32BEC7C2-7AD9-4BE6-8FEE-FB28E34F9C01}" destId="{D75820B5-9372-48EB-AF9C-CC22641AE9CD}" srcOrd="0" destOrd="0" presId="urn:microsoft.com/office/officeart/2005/8/layout/hierarchy3"/>
    <dgm:cxn modelId="{956BB585-9D73-427F-98B1-E16D061859A4}" type="presOf" srcId="{ABC32FE5-6EFA-4481-A62A-F05B49D29762}" destId="{F3474609-F819-411E-B5A5-0859DC693519}" srcOrd="0" destOrd="0" presId="urn:microsoft.com/office/officeart/2005/8/layout/hierarchy3"/>
    <dgm:cxn modelId="{ABCB4F91-BAFE-4D0C-AFD0-F81C4279C46F}" type="presOf" srcId="{D1B30BC2-88C2-41FD-A787-CFAB5ED6152F}" destId="{A0713C8E-25D8-4EE2-AF76-F7EDC44CE969}" srcOrd="0" destOrd="0" presId="urn:microsoft.com/office/officeart/2005/8/layout/hierarchy3"/>
    <dgm:cxn modelId="{1F205A97-C5DB-4896-AF81-07A63E662BDC}" type="presOf" srcId="{0BBB5D27-56DF-4407-B6E9-2496267D8305}" destId="{2D55412F-2DC7-4583-A2A8-72A4FE5F0B52}" srcOrd="1" destOrd="0" presId="urn:microsoft.com/office/officeart/2005/8/layout/hierarchy3"/>
    <dgm:cxn modelId="{4BD2FF9E-E765-4DD6-9614-C9FA486F01E0}" srcId="{0BBB5D27-56DF-4407-B6E9-2496267D8305}" destId="{D637F6D2-AB31-4314-A875-BA2DFD06E13D}" srcOrd="0" destOrd="0" parTransId="{ABC32FE5-6EFA-4481-A62A-F05B49D29762}" sibTransId="{B69E3EAD-94CB-44E5-B9AB-966ADACF3B89}"/>
    <dgm:cxn modelId="{E24094A6-BD7C-4A80-BF08-AF18551FD67C}" type="presOf" srcId="{9487E8AB-4A87-4089-B1FC-EA89CED3D6C0}" destId="{588655FC-89A3-4667-84C2-5A93712A45F8}" srcOrd="0" destOrd="0" presId="urn:microsoft.com/office/officeart/2005/8/layout/hierarchy3"/>
    <dgm:cxn modelId="{9558DEA8-A277-43A4-866D-1D99071BED87}" srcId="{0BBB5D27-56DF-4407-B6E9-2496267D8305}" destId="{D1B30BC2-88C2-41FD-A787-CFAB5ED6152F}" srcOrd="1" destOrd="0" parTransId="{F350A39D-5D23-4C00-976B-7F24E3809E19}" sibTransId="{138420BB-4A4C-4FD3-B121-3EF013E84790}"/>
    <dgm:cxn modelId="{D2651FB3-17B7-459F-AF9E-2FA3446AC8DF}" type="presOf" srcId="{0BBB5D27-56DF-4407-B6E9-2496267D8305}" destId="{E598519F-B571-4562-BFB3-62A8B6D33864}" srcOrd="0" destOrd="0" presId="urn:microsoft.com/office/officeart/2005/8/layout/hierarchy3"/>
    <dgm:cxn modelId="{4B6AB3B4-3286-412A-A125-44F7E775B4AF}" type="presOf" srcId="{30B99593-B729-470C-8624-8027452ACAC7}" destId="{697A1D84-8F19-45A6-AE17-593876B8A4FC}" srcOrd="0" destOrd="0" presId="urn:microsoft.com/office/officeart/2005/8/layout/hierarchy3"/>
    <dgm:cxn modelId="{DD7819C2-8628-48DC-BA89-7B3F868FAEAA}" type="presOf" srcId="{131F497C-4E03-4B1F-B95D-D748F98CE4E8}" destId="{6B808010-9A8E-4097-9412-AB1123361820}" srcOrd="0" destOrd="0" presId="urn:microsoft.com/office/officeart/2005/8/layout/hierarchy3"/>
    <dgm:cxn modelId="{415649C8-75E4-476A-80DE-F9C2674725F0}" srcId="{25326E0F-9EC0-4FC0-AFE4-4E032D5A19A3}" destId="{976B687C-A2FD-495C-A254-3876FC35EE69}" srcOrd="1" destOrd="0" parTransId="{6E64A294-A733-4849-9E39-3B13943F1543}" sibTransId="{1A5D072C-F432-4DAE-8E69-DE49B5EAA981}"/>
    <dgm:cxn modelId="{A55EC2C8-A2FD-466B-B4F5-3E764FFB388B}" srcId="{976B687C-A2FD-495C-A254-3876FC35EE69}" destId="{F11F5E5F-5C0B-414D-8D0B-CB5F1E138FFE}" srcOrd="0" destOrd="0" parTransId="{30B99593-B729-470C-8624-8027452ACAC7}" sibTransId="{36974ED6-D42E-4510-8101-CCD4A174EA70}"/>
    <dgm:cxn modelId="{278DC1CA-6EFE-4AFA-91F6-97ADAEEB16F0}" type="presOf" srcId="{26D981F7-E566-4824-BCAF-0E119D576C20}" destId="{2FEEADD8-8D9E-47DF-97A3-A732CD959CD7}" srcOrd="0" destOrd="0" presId="urn:microsoft.com/office/officeart/2005/8/layout/hierarchy3"/>
    <dgm:cxn modelId="{12F639D1-536B-4BDE-B2A3-66FBB15D1BEF}" type="presOf" srcId="{976B687C-A2FD-495C-A254-3876FC35EE69}" destId="{EB1B8D0C-69C9-45A1-81D0-88C2B4593CBC}" srcOrd="0" destOrd="0" presId="urn:microsoft.com/office/officeart/2005/8/layout/hierarchy3"/>
    <dgm:cxn modelId="{7AA47CD9-550E-4290-97DF-B4146BEFCC69}" type="presOf" srcId="{F350A39D-5D23-4C00-976B-7F24E3809E19}" destId="{F531B058-36F3-43B0-A5C0-055A2E488104}" srcOrd="0" destOrd="0" presId="urn:microsoft.com/office/officeart/2005/8/layout/hierarchy3"/>
    <dgm:cxn modelId="{01CA1ADC-B6F5-4CF3-AEBD-664E8A811720}" type="presOf" srcId="{D637F6D2-AB31-4314-A875-BA2DFD06E13D}" destId="{9E79384A-6630-46FA-A070-045F35FCB490}" srcOrd="0" destOrd="0" presId="urn:microsoft.com/office/officeart/2005/8/layout/hierarchy3"/>
    <dgm:cxn modelId="{3A305DDE-A63E-40EA-BA55-4A1298386A8F}" type="presOf" srcId="{976B687C-A2FD-495C-A254-3876FC35EE69}" destId="{0565DDDE-1C43-4459-8543-8E0356496054}" srcOrd="1" destOrd="0" presId="urn:microsoft.com/office/officeart/2005/8/layout/hierarchy3"/>
    <dgm:cxn modelId="{B38126F0-6C6C-4927-A1CA-152531C21E4B}" srcId="{976B687C-A2FD-495C-A254-3876FC35EE69}" destId="{68248192-7AAB-471D-95FB-6C19B53153EB}" srcOrd="4" destOrd="0" parTransId="{9487E8AB-4A87-4089-B1FC-EA89CED3D6C0}" sibTransId="{6D55CAD6-6BEE-4E24-BA76-44B119B73631}"/>
    <dgm:cxn modelId="{2B0941FB-91E5-4A23-A933-BEAEF2562952}" srcId="{976B687C-A2FD-495C-A254-3876FC35EE69}" destId="{26D981F7-E566-4824-BCAF-0E119D576C20}" srcOrd="2" destOrd="0" parTransId="{3D173B03-F264-4C8D-9339-55DA8D45FC7E}" sibTransId="{41C94C30-27F8-442A-87C1-6001E73A74B1}"/>
    <dgm:cxn modelId="{4484CE15-0E5C-4AD5-A62E-DD79178F2EA3}" type="presParOf" srcId="{2CBC84F9-113A-4866-8F2E-0D008A20B760}" destId="{B941DC8D-AACD-4BA5-BF0E-2DE86D735A97}" srcOrd="0" destOrd="0" presId="urn:microsoft.com/office/officeart/2005/8/layout/hierarchy3"/>
    <dgm:cxn modelId="{D254BB4C-A43A-45D6-A52A-03BC1F31820C}" type="presParOf" srcId="{B941DC8D-AACD-4BA5-BF0E-2DE86D735A97}" destId="{5184D191-F0F9-4BEC-BE24-B05A9BB6B998}" srcOrd="0" destOrd="0" presId="urn:microsoft.com/office/officeart/2005/8/layout/hierarchy3"/>
    <dgm:cxn modelId="{6EC61327-3416-408D-80FC-E0A520F4273B}" type="presParOf" srcId="{5184D191-F0F9-4BEC-BE24-B05A9BB6B998}" destId="{E598519F-B571-4562-BFB3-62A8B6D33864}" srcOrd="0" destOrd="0" presId="urn:microsoft.com/office/officeart/2005/8/layout/hierarchy3"/>
    <dgm:cxn modelId="{286E0B43-5438-4AC0-B6AD-097714D251C8}" type="presParOf" srcId="{5184D191-F0F9-4BEC-BE24-B05A9BB6B998}" destId="{2D55412F-2DC7-4583-A2A8-72A4FE5F0B52}" srcOrd="1" destOrd="0" presId="urn:microsoft.com/office/officeart/2005/8/layout/hierarchy3"/>
    <dgm:cxn modelId="{E1A28B8E-3A56-41BF-B951-D5FC02C94A1E}" type="presParOf" srcId="{B941DC8D-AACD-4BA5-BF0E-2DE86D735A97}" destId="{3DD151C4-DA1F-4B7F-94B8-DD89922513A8}" srcOrd="1" destOrd="0" presId="urn:microsoft.com/office/officeart/2005/8/layout/hierarchy3"/>
    <dgm:cxn modelId="{EEBC50BD-BD5D-48A0-93C2-7D844E73A2BF}" type="presParOf" srcId="{3DD151C4-DA1F-4B7F-94B8-DD89922513A8}" destId="{F3474609-F819-411E-B5A5-0859DC693519}" srcOrd="0" destOrd="0" presId="urn:microsoft.com/office/officeart/2005/8/layout/hierarchy3"/>
    <dgm:cxn modelId="{A81D7466-C709-4BB2-B3DE-9D53862A1C50}" type="presParOf" srcId="{3DD151C4-DA1F-4B7F-94B8-DD89922513A8}" destId="{9E79384A-6630-46FA-A070-045F35FCB490}" srcOrd="1" destOrd="0" presId="urn:microsoft.com/office/officeart/2005/8/layout/hierarchy3"/>
    <dgm:cxn modelId="{E55FF502-1FEF-4079-A355-0D42D9318806}" type="presParOf" srcId="{3DD151C4-DA1F-4B7F-94B8-DD89922513A8}" destId="{F531B058-36F3-43B0-A5C0-055A2E488104}" srcOrd="2" destOrd="0" presId="urn:microsoft.com/office/officeart/2005/8/layout/hierarchy3"/>
    <dgm:cxn modelId="{A7F79AB1-05CB-4CDD-827D-8F0536A1C064}" type="presParOf" srcId="{3DD151C4-DA1F-4B7F-94B8-DD89922513A8}" destId="{A0713C8E-25D8-4EE2-AF76-F7EDC44CE969}" srcOrd="3" destOrd="0" presId="urn:microsoft.com/office/officeart/2005/8/layout/hierarchy3"/>
    <dgm:cxn modelId="{FFB77D8F-0195-4884-AF11-2B974F534F5B}" type="presParOf" srcId="{2CBC84F9-113A-4866-8F2E-0D008A20B760}" destId="{C988075D-C621-4270-B547-81240F89F855}" srcOrd="1" destOrd="0" presId="urn:microsoft.com/office/officeart/2005/8/layout/hierarchy3"/>
    <dgm:cxn modelId="{8AA614F9-7157-4AA1-8230-B5C40CF7A400}" type="presParOf" srcId="{C988075D-C621-4270-B547-81240F89F855}" destId="{8150C6A5-D1DF-424D-AF96-99C3ABA7FAC6}" srcOrd="0" destOrd="0" presId="urn:microsoft.com/office/officeart/2005/8/layout/hierarchy3"/>
    <dgm:cxn modelId="{13B76711-25EC-4BF3-BE8A-FAC5416DDBBE}" type="presParOf" srcId="{8150C6A5-D1DF-424D-AF96-99C3ABA7FAC6}" destId="{EB1B8D0C-69C9-45A1-81D0-88C2B4593CBC}" srcOrd="0" destOrd="0" presId="urn:microsoft.com/office/officeart/2005/8/layout/hierarchy3"/>
    <dgm:cxn modelId="{C789264E-64C9-4A8C-B8A0-8E65281A03F5}" type="presParOf" srcId="{8150C6A5-D1DF-424D-AF96-99C3ABA7FAC6}" destId="{0565DDDE-1C43-4459-8543-8E0356496054}" srcOrd="1" destOrd="0" presId="urn:microsoft.com/office/officeart/2005/8/layout/hierarchy3"/>
    <dgm:cxn modelId="{A44A062D-5D52-4D1C-8892-73455FD9672D}" type="presParOf" srcId="{C988075D-C621-4270-B547-81240F89F855}" destId="{3766F0EA-C697-41A6-9731-6DA0AAC0A94C}" srcOrd="1" destOrd="0" presId="urn:microsoft.com/office/officeart/2005/8/layout/hierarchy3"/>
    <dgm:cxn modelId="{EF505C8F-6C15-4918-A2D5-11C9F506FF81}" type="presParOf" srcId="{3766F0EA-C697-41A6-9731-6DA0AAC0A94C}" destId="{697A1D84-8F19-45A6-AE17-593876B8A4FC}" srcOrd="0" destOrd="0" presId="urn:microsoft.com/office/officeart/2005/8/layout/hierarchy3"/>
    <dgm:cxn modelId="{63E2F79E-BFE3-4B4B-B0D0-7E8CF47AEA4E}" type="presParOf" srcId="{3766F0EA-C697-41A6-9731-6DA0AAC0A94C}" destId="{CD4EAE96-9D27-40F6-A3D3-6B0CB4FA509B}" srcOrd="1" destOrd="0" presId="urn:microsoft.com/office/officeart/2005/8/layout/hierarchy3"/>
    <dgm:cxn modelId="{7AF4313B-A632-4130-993D-8EB9C5AC0587}" type="presParOf" srcId="{3766F0EA-C697-41A6-9731-6DA0AAC0A94C}" destId="{D75820B5-9372-48EB-AF9C-CC22641AE9CD}" srcOrd="2" destOrd="0" presId="urn:microsoft.com/office/officeart/2005/8/layout/hierarchy3"/>
    <dgm:cxn modelId="{E95EE7B4-6AAF-4D24-B713-D310B51F97AC}" type="presParOf" srcId="{3766F0EA-C697-41A6-9731-6DA0AAC0A94C}" destId="{5FA7A588-C86F-4AC0-9D9B-0F619847F789}" srcOrd="3" destOrd="0" presId="urn:microsoft.com/office/officeart/2005/8/layout/hierarchy3"/>
    <dgm:cxn modelId="{6725EF1A-6847-479F-9497-9AFEFBC7AEDF}" type="presParOf" srcId="{3766F0EA-C697-41A6-9731-6DA0AAC0A94C}" destId="{EFF38B58-4363-4ED0-BE9D-94BE69DCB331}" srcOrd="4" destOrd="0" presId="urn:microsoft.com/office/officeart/2005/8/layout/hierarchy3"/>
    <dgm:cxn modelId="{AA7AD465-B143-4F2B-90BC-1F1613D1002D}" type="presParOf" srcId="{3766F0EA-C697-41A6-9731-6DA0AAC0A94C}" destId="{2FEEADD8-8D9E-47DF-97A3-A732CD959CD7}" srcOrd="5" destOrd="0" presId="urn:microsoft.com/office/officeart/2005/8/layout/hierarchy3"/>
    <dgm:cxn modelId="{FB42B4A1-1C12-4D41-911D-3CFCEE4865B4}" type="presParOf" srcId="{3766F0EA-C697-41A6-9731-6DA0AAC0A94C}" destId="{140B32CF-5579-4065-BB64-16748C87DE04}" srcOrd="6" destOrd="0" presId="urn:microsoft.com/office/officeart/2005/8/layout/hierarchy3"/>
    <dgm:cxn modelId="{82D11077-9475-4CC7-AE82-41E62D3D9706}" type="presParOf" srcId="{3766F0EA-C697-41A6-9731-6DA0AAC0A94C}" destId="{6B808010-9A8E-4097-9412-AB1123361820}" srcOrd="7" destOrd="0" presId="urn:microsoft.com/office/officeart/2005/8/layout/hierarchy3"/>
    <dgm:cxn modelId="{5F5BB4AD-DCB0-4F3A-AE0E-983A4DB0FF91}" type="presParOf" srcId="{3766F0EA-C697-41A6-9731-6DA0AAC0A94C}" destId="{588655FC-89A3-4667-84C2-5A93712A45F8}" srcOrd="8" destOrd="0" presId="urn:microsoft.com/office/officeart/2005/8/layout/hierarchy3"/>
    <dgm:cxn modelId="{8EFA7AC4-EF81-4024-B327-08C08AD90243}" type="presParOf" srcId="{3766F0EA-C697-41A6-9731-6DA0AAC0A94C}" destId="{FA8CF3E9-0701-45B2-BCA5-177E7FF7A6B8}"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8CE7CE-F95A-4D9B-95C8-E8F377A3EF21}" type="doc">
      <dgm:prSet loTypeId="urn:microsoft.com/office/officeart/2005/8/layout/lProcess2" loCatId="list" qsTypeId="urn:microsoft.com/office/officeart/2005/8/quickstyle/simple1" qsCatId="simple" csTypeId="urn:microsoft.com/office/officeart/2005/8/colors/colorful5" csCatId="colorful" phldr="1"/>
      <dgm:spPr/>
      <dgm:t>
        <a:bodyPr/>
        <a:lstStyle/>
        <a:p>
          <a:endParaRPr lang="hu-HU"/>
        </a:p>
      </dgm:t>
    </dgm:pt>
    <dgm:pt modelId="{0926A6D3-5925-4ED9-A58B-2643EE897EEF}">
      <dgm:prSet custT="1"/>
      <dgm:spPr/>
      <dgm:t>
        <a:bodyPr/>
        <a:lstStyle/>
        <a:p>
          <a:pPr rtl="0"/>
          <a:r>
            <a:rPr lang="hu-HU" sz="2800" dirty="0">
              <a:latin typeface="Times New Roman" panose="02020603050405020304" pitchFamily="18" charset="0"/>
              <a:cs typeface="Times New Roman" panose="02020603050405020304" pitchFamily="18" charset="0"/>
            </a:rPr>
            <a:t>adatkezelés</a:t>
          </a:r>
          <a:endParaRPr lang="hu-HU" sz="5900" dirty="0">
            <a:latin typeface="Times New Roman" panose="02020603050405020304" pitchFamily="18" charset="0"/>
            <a:cs typeface="Times New Roman" panose="02020603050405020304" pitchFamily="18" charset="0"/>
          </a:endParaRPr>
        </a:p>
      </dgm:t>
    </dgm:pt>
    <dgm:pt modelId="{739C9B58-F1C9-4092-AE47-B8F7103800B9}" type="parTrans" cxnId="{9C453788-4166-4691-BA3D-3315BF948E3E}">
      <dgm:prSet/>
      <dgm:spPr/>
      <dgm:t>
        <a:bodyPr/>
        <a:lstStyle/>
        <a:p>
          <a:endParaRPr lang="hu-HU">
            <a:latin typeface="Times New Roman" panose="02020603050405020304" pitchFamily="18" charset="0"/>
            <a:cs typeface="Times New Roman" panose="02020603050405020304" pitchFamily="18" charset="0"/>
          </a:endParaRPr>
        </a:p>
      </dgm:t>
    </dgm:pt>
    <dgm:pt modelId="{38F0C17E-CFBB-4A27-B27A-BA1477D4695F}" type="sibTrans" cxnId="{9C453788-4166-4691-BA3D-3315BF948E3E}">
      <dgm:prSet/>
      <dgm:spPr/>
      <dgm:t>
        <a:bodyPr/>
        <a:lstStyle/>
        <a:p>
          <a:endParaRPr lang="hu-HU">
            <a:latin typeface="Times New Roman" panose="02020603050405020304" pitchFamily="18" charset="0"/>
            <a:cs typeface="Times New Roman" panose="02020603050405020304" pitchFamily="18" charset="0"/>
          </a:endParaRPr>
        </a:p>
      </dgm:t>
    </dgm:pt>
    <dgm:pt modelId="{DAC9205E-1CA9-4314-A43D-D6BB43F44931}">
      <dgm:prSet custT="1"/>
      <dgm:spPr/>
      <dgm:t>
        <a:bodyPr/>
        <a:lstStyle/>
        <a:p>
          <a:pPr rtl="0"/>
          <a:r>
            <a:rPr lang="hu-HU" sz="1600" dirty="0">
              <a:latin typeface="Times New Roman" panose="02020603050405020304" pitchFamily="18" charset="0"/>
              <a:cs typeface="Times New Roman" panose="02020603050405020304" pitchFamily="18" charset="0"/>
            </a:rPr>
            <a:t>az alkalmazott eljárástól függetlenül az adatokon végzett bármely művelet vagy a műveletek összessége, </a:t>
          </a:r>
        </a:p>
      </dgm:t>
    </dgm:pt>
    <dgm:pt modelId="{FFC7A7A0-16ED-4C2A-84BF-69997FF3E2AC}" type="parTrans" cxnId="{4C299272-F879-4C0C-A878-E501E7626CA1}">
      <dgm:prSet/>
      <dgm:spPr/>
      <dgm:t>
        <a:bodyPr/>
        <a:lstStyle/>
        <a:p>
          <a:endParaRPr lang="hu-HU">
            <a:latin typeface="Times New Roman" panose="02020603050405020304" pitchFamily="18" charset="0"/>
            <a:cs typeface="Times New Roman" panose="02020603050405020304" pitchFamily="18" charset="0"/>
          </a:endParaRPr>
        </a:p>
      </dgm:t>
    </dgm:pt>
    <dgm:pt modelId="{458D9AE3-FF38-425C-852C-9EB0845E6869}" type="sibTrans" cxnId="{4C299272-F879-4C0C-A878-E501E7626CA1}">
      <dgm:prSet/>
      <dgm:spPr/>
      <dgm:t>
        <a:bodyPr/>
        <a:lstStyle/>
        <a:p>
          <a:endParaRPr lang="hu-HU">
            <a:latin typeface="Times New Roman" panose="02020603050405020304" pitchFamily="18" charset="0"/>
            <a:cs typeface="Times New Roman" panose="02020603050405020304" pitchFamily="18" charset="0"/>
          </a:endParaRPr>
        </a:p>
      </dgm:t>
    </dgm:pt>
    <dgm:pt modelId="{B7B724C8-BDCC-4CA7-AA7D-138F4006853B}">
      <dgm:prSet custT="1"/>
      <dgm:spPr/>
      <dgm:t>
        <a:bodyPr/>
        <a:lstStyle/>
        <a:p>
          <a:pPr rtl="0"/>
          <a:r>
            <a:rPr lang="hu-HU" sz="1600" dirty="0">
              <a:latin typeface="Times New Roman" panose="02020603050405020304" pitchFamily="18" charset="0"/>
              <a:cs typeface="Times New Roman" panose="02020603050405020304" pitchFamily="18" charset="0"/>
            </a:rPr>
            <a:t>különösen az adatok gyűjtése, felvétele, rögzítése, rendszerezése, tárolása, megváltoztatása, felhasználása, lekérdezése, továbbítása, nyilvánosságra hozatala, összehangolása vagy összekapcsolása, zárolása, törlése és megsemmisítése, valamint az adatok további felhasználásának megakadályozása, fénykép-, hang- vagy képfelvétel készítése, valamint a személy azonosítására alkalmas fizikai jellemzők (pl. ujj- vagy tenyérnyomat, DNS-minta, íriszkép) rögzítése</a:t>
          </a:r>
        </a:p>
      </dgm:t>
    </dgm:pt>
    <dgm:pt modelId="{DB823C02-F04C-48A0-9435-35FC59C7C42E}" type="parTrans" cxnId="{85638042-564E-4E63-A342-96D7677EDC81}">
      <dgm:prSet/>
      <dgm:spPr/>
      <dgm:t>
        <a:bodyPr/>
        <a:lstStyle/>
        <a:p>
          <a:endParaRPr lang="hu-HU">
            <a:latin typeface="Times New Roman" panose="02020603050405020304" pitchFamily="18" charset="0"/>
            <a:cs typeface="Times New Roman" panose="02020603050405020304" pitchFamily="18" charset="0"/>
          </a:endParaRPr>
        </a:p>
      </dgm:t>
    </dgm:pt>
    <dgm:pt modelId="{B33C4F23-DD28-45A1-B4F6-E1D58BA1607C}" type="sibTrans" cxnId="{85638042-564E-4E63-A342-96D7677EDC81}">
      <dgm:prSet/>
      <dgm:spPr/>
      <dgm:t>
        <a:bodyPr/>
        <a:lstStyle/>
        <a:p>
          <a:endParaRPr lang="hu-HU">
            <a:latin typeface="Times New Roman" panose="02020603050405020304" pitchFamily="18" charset="0"/>
            <a:cs typeface="Times New Roman" panose="02020603050405020304" pitchFamily="18" charset="0"/>
          </a:endParaRPr>
        </a:p>
      </dgm:t>
    </dgm:pt>
    <dgm:pt modelId="{65688456-2F20-44AD-8F7E-0B4590FFFC85}">
      <dgm:prSet custT="1"/>
      <dgm:spPr/>
      <dgm:t>
        <a:bodyPr/>
        <a:lstStyle/>
        <a:p>
          <a:pPr rtl="0"/>
          <a:r>
            <a:rPr lang="hu-HU" sz="2800" dirty="0">
              <a:latin typeface="Times New Roman" panose="02020603050405020304" pitchFamily="18" charset="0"/>
              <a:cs typeface="Times New Roman" panose="02020603050405020304" pitchFamily="18" charset="0"/>
            </a:rPr>
            <a:t>adatkezelő</a:t>
          </a:r>
        </a:p>
      </dgm:t>
    </dgm:pt>
    <dgm:pt modelId="{EF160322-6C8E-4F49-A5F7-FDAAC30E2D18}" type="parTrans" cxnId="{80D3DD5E-DDBE-43A7-9EE1-2BE1DBE286D5}">
      <dgm:prSet/>
      <dgm:spPr/>
      <dgm:t>
        <a:bodyPr/>
        <a:lstStyle/>
        <a:p>
          <a:endParaRPr lang="hu-HU">
            <a:latin typeface="Times New Roman" panose="02020603050405020304" pitchFamily="18" charset="0"/>
            <a:cs typeface="Times New Roman" panose="02020603050405020304" pitchFamily="18" charset="0"/>
          </a:endParaRPr>
        </a:p>
      </dgm:t>
    </dgm:pt>
    <dgm:pt modelId="{5D91D415-7AD1-4ECB-A45B-3C940D8862F7}" type="sibTrans" cxnId="{80D3DD5E-DDBE-43A7-9EE1-2BE1DBE286D5}">
      <dgm:prSet/>
      <dgm:spPr/>
      <dgm:t>
        <a:bodyPr/>
        <a:lstStyle/>
        <a:p>
          <a:endParaRPr lang="hu-HU">
            <a:latin typeface="Times New Roman" panose="02020603050405020304" pitchFamily="18" charset="0"/>
            <a:cs typeface="Times New Roman" panose="02020603050405020304" pitchFamily="18" charset="0"/>
          </a:endParaRPr>
        </a:p>
      </dgm:t>
    </dgm:pt>
    <dgm:pt modelId="{AB5EF233-4EA7-49B3-BBE6-45959FE3C895}">
      <dgm:prSet/>
      <dgm:spPr/>
      <dgm:t>
        <a:bodyPr/>
        <a:lstStyle/>
        <a:p>
          <a:pPr rtl="0"/>
          <a:r>
            <a:rPr lang="hu-HU" dirty="0">
              <a:latin typeface="Times New Roman" panose="02020603050405020304" pitchFamily="18" charset="0"/>
              <a:cs typeface="Times New Roman" panose="02020603050405020304" pitchFamily="18" charset="0"/>
            </a:rPr>
            <a:t>meghatározza az adatok kezelésének célját,  és eszközeit</a:t>
          </a:r>
        </a:p>
      </dgm:t>
    </dgm:pt>
    <dgm:pt modelId="{1D8ECC38-AD9D-4326-86AB-9A189A4DAFCD}" type="parTrans" cxnId="{6F579CC5-27FF-4D6B-8AD6-99CFCF71A07E}">
      <dgm:prSet/>
      <dgm:spPr/>
      <dgm:t>
        <a:bodyPr/>
        <a:lstStyle/>
        <a:p>
          <a:endParaRPr lang="hu-HU">
            <a:latin typeface="Times New Roman" panose="02020603050405020304" pitchFamily="18" charset="0"/>
            <a:cs typeface="Times New Roman" panose="02020603050405020304" pitchFamily="18" charset="0"/>
          </a:endParaRPr>
        </a:p>
      </dgm:t>
    </dgm:pt>
    <dgm:pt modelId="{12F7D8CB-B69A-426A-B7D9-BDC9A898ACE6}" type="sibTrans" cxnId="{6F579CC5-27FF-4D6B-8AD6-99CFCF71A07E}">
      <dgm:prSet/>
      <dgm:spPr/>
      <dgm:t>
        <a:bodyPr/>
        <a:lstStyle/>
        <a:p>
          <a:endParaRPr lang="hu-HU">
            <a:latin typeface="Times New Roman" panose="02020603050405020304" pitchFamily="18" charset="0"/>
            <a:cs typeface="Times New Roman" panose="02020603050405020304" pitchFamily="18" charset="0"/>
          </a:endParaRPr>
        </a:p>
      </dgm:t>
    </dgm:pt>
    <dgm:pt modelId="{E3F5C893-18CB-4979-B2C3-AE7E96E501E5}">
      <dgm:prSet/>
      <dgm:spPr/>
      <dgm:t>
        <a:bodyPr/>
        <a:lstStyle/>
        <a:p>
          <a:pPr rtl="0"/>
          <a:r>
            <a:rPr lang="hu-HU" dirty="0">
              <a:latin typeface="Times New Roman" panose="02020603050405020304" pitchFamily="18" charset="0"/>
              <a:cs typeface="Times New Roman" panose="02020603050405020304" pitchFamily="18" charset="0"/>
            </a:rPr>
            <a:t>felelős az adatkezelésért</a:t>
          </a:r>
        </a:p>
      </dgm:t>
    </dgm:pt>
    <dgm:pt modelId="{FBC09F8F-C610-465C-BAB4-803715F56D2B}" type="parTrans" cxnId="{2B8BB45B-84CC-4768-A87A-5F40BB063774}">
      <dgm:prSet/>
      <dgm:spPr/>
      <dgm:t>
        <a:bodyPr/>
        <a:lstStyle/>
        <a:p>
          <a:endParaRPr lang="hu-HU">
            <a:latin typeface="Times New Roman" panose="02020603050405020304" pitchFamily="18" charset="0"/>
            <a:cs typeface="Times New Roman" panose="02020603050405020304" pitchFamily="18" charset="0"/>
          </a:endParaRPr>
        </a:p>
      </dgm:t>
    </dgm:pt>
    <dgm:pt modelId="{731BC901-5DEB-4F29-AFF6-CD4E4726DA48}" type="sibTrans" cxnId="{2B8BB45B-84CC-4768-A87A-5F40BB063774}">
      <dgm:prSet/>
      <dgm:spPr/>
      <dgm:t>
        <a:bodyPr/>
        <a:lstStyle/>
        <a:p>
          <a:endParaRPr lang="hu-HU">
            <a:latin typeface="Times New Roman" panose="02020603050405020304" pitchFamily="18" charset="0"/>
            <a:cs typeface="Times New Roman" panose="02020603050405020304" pitchFamily="18" charset="0"/>
          </a:endParaRPr>
        </a:p>
      </dgm:t>
    </dgm:pt>
    <dgm:pt modelId="{E3920612-A5C6-487C-BCC3-65013B754085}">
      <dgm:prSet/>
      <dgm:spPr/>
      <dgm:t>
        <a:bodyPr/>
        <a:lstStyle/>
        <a:p>
          <a:r>
            <a:rPr lang="hu-HU" dirty="0">
              <a:latin typeface="Times New Roman" panose="02020603050405020304" pitchFamily="18" charset="0"/>
              <a:cs typeface="Times New Roman" panose="02020603050405020304" pitchFamily="18" charset="0"/>
            </a:rPr>
            <a:t>természetes vagy jogi személy, közhatalmi szerv, ügynökség vagy bármely egyéb szerv</a:t>
          </a:r>
        </a:p>
      </dgm:t>
    </dgm:pt>
    <dgm:pt modelId="{26F68968-7589-4917-A3C2-BEE63A50C5DA}" type="parTrans" cxnId="{886DE9D9-D590-4D97-BA44-7889E1CDD95D}">
      <dgm:prSet/>
      <dgm:spPr/>
      <dgm:t>
        <a:bodyPr/>
        <a:lstStyle/>
        <a:p>
          <a:endParaRPr lang="hu-HU">
            <a:latin typeface="Times New Roman" panose="02020603050405020304" pitchFamily="18" charset="0"/>
            <a:cs typeface="Times New Roman" panose="02020603050405020304" pitchFamily="18" charset="0"/>
          </a:endParaRPr>
        </a:p>
      </dgm:t>
    </dgm:pt>
    <dgm:pt modelId="{E4BA1D22-95E6-488D-818D-090DC63CC2D4}" type="sibTrans" cxnId="{886DE9D9-D590-4D97-BA44-7889E1CDD95D}">
      <dgm:prSet/>
      <dgm:spPr/>
      <dgm:t>
        <a:bodyPr/>
        <a:lstStyle/>
        <a:p>
          <a:endParaRPr lang="hu-HU">
            <a:latin typeface="Times New Roman" panose="02020603050405020304" pitchFamily="18" charset="0"/>
            <a:cs typeface="Times New Roman" panose="02020603050405020304" pitchFamily="18" charset="0"/>
          </a:endParaRPr>
        </a:p>
      </dgm:t>
    </dgm:pt>
    <dgm:pt modelId="{A67992D4-F9BF-49A1-9D6F-2749396DF5F6}" type="pres">
      <dgm:prSet presAssocID="{DF8CE7CE-F95A-4D9B-95C8-E8F377A3EF21}" presName="theList" presStyleCnt="0">
        <dgm:presLayoutVars>
          <dgm:dir/>
          <dgm:animLvl val="lvl"/>
          <dgm:resizeHandles val="exact"/>
        </dgm:presLayoutVars>
      </dgm:prSet>
      <dgm:spPr/>
    </dgm:pt>
    <dgm:pt modelId="{EC5E736F-D9C0-4EA2-82A6-3BC0FB2573F3}" type="pres">
      <dgm:prSet presAssocID="{0926A6D3-5925-4ED9-A58B-2643EE897EEF}" presName="compNode" presStyleCnt="0"/>
      <dgm:spPr/>
    </dgm:pt>
    <dgm:pt modelId="{0CBA701A-C5E9-48EF-9C64-81CE1D43E233}" type="pres">
      <dgm:prSet presAssocID="{0926A6D3-5925-4ED9-A58B-2643EE897EEF}" presName="aNode" presStyleLbl="bgShp" presStyleIdx="0" presStyleCnt="2" custLinFactNeighborY="7678"/>
      <dgm:spPr/>
    </dgm:pt>
    <dgm:pt modelId="{51AEB9E9-2406-4871-94AF-48C0B32B5BDD}" type="pres">
      <dgm:prSet presAssocID="{0926A6D3-5925-4ED9-A58B-2643EE897EEF}" presName="textNode" presStyleLbl="bgShp" presStyleIdx="0" presStyleCnt="2"/>
      <dgm:spPr/>
    </dgm:pt>
    <dgm:pt modelId="{5CBAA57D-39C4-4331-8C1C-5F8A15A46719}" type="pres">
      <dgm:prSet presAssocID="{0926A6D3-5925-4ED9-A58B-2643EE897EEF}" presName="compChildNode" presStyleCnt="0"/>
      <dgm:spPr/>
    </dgm:pt>
    <dgm:pt modelId="{A346B4E0-D5FD-48D4-85ED-5FED02459753}" type="pres">
      <dgm:prSet presAssocID="{0926A6D3-5925-4ED9-A58B-2643EE897EEF}" presName="theInnerList" presStyleCnt="0"/>
      <dgm:spPr/>
    </dgm:pt>
    <dgm:pt modelId="{F5DDEAC5-FBA5-4583-B93E-EDB322FC18E0}" type="pres">
      <dgm:prSet presAssocID="{DAC9205E-1CA9-4314-A43D-D6BB43F44931}" presName="childNode" presStyleLbl="node1" presStyleIdx="0" presStyleCnt="5" custScaleY="494199" custLinFactY="-146074" custLinFactNeighborY="-200000">
        <dgm:presLayoutVars>
          <dgm:bulletEnabled val="1"/>
        </dgm:presLayoutVars>
      </dgm:prSet>
      <dgm:spPr/>
    </dgm:pt>
    <dgm:pt modelId="{A96B01F9-8001-40CF-A3C1-D87BA7E2DEDC}" type="pres">
      <dgm:prSet presAssocID="{DAC9205E-1CA9-4314-A43D-D6BB43F44931}" presName="aSpace2" presStyleCnt="0"/>
      <dgm:spPr/>
    </dgm:pt>
    <dgm:pt modelId="{B5F3BE50-AC28-4925-A367-973B4219B344}" type="pres">
      <dgm:prSet presAssocID="{B7B724C8-BDCC-4CA7-AA7D-138F4006853B}" presName="childNode" presStyleLbl="node1" presStyleIdx="1" presStyleCnt="5" custScaleY="1643128" custLinFactY="17523" custLinFactNeighborY="100000">
        <dgm:presLayoutVars>
          <dgm:bulletEnabled val="1"/>
        </dgm:presLayoutVars>
      </dgm:prSet>
      <dgm:spPr/>
    </dgm:pt>
    <dgm:pt modelId="{194AA439-9ABE-41E8-830B-9B0175613BD1}" type="pres">
      <dgm:prSet presAssocID="{0926A6D3-5925-4ED9-A58B-2643EE897EEF}" presName="aSpace" presStyleCnt="0"/>
      <dgm:spPr/>
    </dgm:pt>
    <dgm:pt modelId="{785DA45F-8F64-4E2B-A7F4-474FC7B95ED7}" type="pres">
      <dgm:prSet presAssocID="{65688456-2F20-44AD-8F7E-0B4590FFFC85}" presName="compNode" presStyleCnt="0"/>
      <dgm:spPr/>
    </dgm:pt>
    <dgm:pt modelId="{16A89752-BABC-41BC-89C8-5DE76A17E329}" type="pres">
      <dgm:prSet presAssocID="{65688456-2F20-44AD-8F7E-0B4590FFFC85}" presName="aNode" presStyleLbl="bgShp" presStyleIdx="1" presStyleCnt="2"/>
      <dgm:spPr/>
    </dgm:pt>
    <dgm:pt modelId="{C5798568-7309-4D12-BA4A-8C2F45435F91}" type="pres">
      <dgm:prSet presAssocID="{65688456-2F20-44AD-8F7E-0B4590FFFC85}" presName="textNode" presStyleLbl="bgShp" presStyleIdx="1" presStyleCnt="2"/>
      <dgm:spPr/>
    </dgm:pt>
    <dgm:pt modelId="{4748523E-36A9-415B-BAD5-A504AA34B66E}" type="pres">
      <dgm:prSet presAssocID="{65688456-2F20-44AD-8F7E-0B4590FFFC85}" presName="compChildNode" presStyleCnt="0"/>
      <dgm:spPr/>
    </dgm:pt>
    <dgm:pt modelId="{C1A3C471-B6A8-45C5-8283-3D1521BB41B2}" type="pres">
      <dgm:prSet presAssocID="{65688456-2F20-44AD-8F7E-0B4590FFFC85}" presName="theInnerList" presStyleCnt="0"/>
      <dgm:spPr/>
    </dgm:pt>
    <dgm:pt modelId="{D97F22B7-C718-4E98-99CD-3B9C39751ED9}" type="pres">
      <dgm:prSet presAssocID="{E3920612-A5C6-487C-BCC3-65013B754085}" presName="childNode" presStyleLbl="node1" presStyleIdx="2" presStyleCnt="5">
        <dgm:presLayoutVars>
          <dgm:bulletEnabled val="1"/>
        </dgm:presLayoutVars>
      </dgm:prSet>
      <dgm:spPr/>
    </dgm:pt>
    <dgm:pt modelId="{2A86C7E3-50EE-4C50-8BEB-DDDDEA113420}" type="pres">
      <dgm:prSet presAssocID="{E3920612-A5C6-487C-BCC3-65013B754085}" presName="aSpace2" presStyleCnt="0"/>
      <dgm:spPr/>
    </dgm:pt>
    <dgm:pt modelId="{140A87F2-F51E-4C74-A65D-F4D60A4E301A}" type="pres">
      <dgm:prSet presAssocID="{AB5EF233-4EA7-49B3-BBE6-45959FE3C895}" presName="childNode" presStyleLbl="node1" presStyleIdx="3" presStyleCnt="5">
        <dgm:presLayoutVars>
          <dgm:bulletEnabled val="1"/>
        </dgm:presLayoutVars>
      </dgm:prSet>
      <dgm:spPr/>
    </dgm:pt>
    <dgm:pt modelId="{3D663253-2075-45A8-B496-F13B98740715}" type="pres">
      <dgm:prSet presAssocID="{AB5EF233-4EA7-49B3-BBE6-45959FE3C895}" presName="aSpace2" presStyleCnt="0"/>
      <dgm:spPr/>
    </dgm:pt>
    <dgm:pt modelId="{A5A73DF6-7F60-4985-BBFA-C9D99414AA4D}" type="pres">
      <dgm:prSet presAssocID="{E3F5C893-18CB-4979-B2C3-AE7E96E501E5}" presName="childNode" presStyleLbl="node1" presStyleIdx="4" presStyleCnt="5">
        <dgm:presLayoutVars>
          <dgm:bulletEnabled val="1"/>
        </dgm:presLayoutVars>
      </dgm:prSet>
      <dgm:spPr/>
    </dgm:pt>
  </dgm:ptLst>
  <dgm:cxnLst>
    <dgm:cxn modelId="{D31FF304-93F3-4853-B064-06B006EF7880}" type="presOf" srcId="{DF8CE7CE-F95A-4D9B-95C8-E8F377A3EF21}" destId="{A67992D4-F9BF-49A1-9D6F-2749396DF5F6}" srcOrd="0" destOrd="0" presId="urn:microsoft.com/office/officeart/2005/8/layout/lProcess2"/>
    <dgm:cxn modelId="{2B8BB45B-84CC-4768-A87A-5F40BB063774}" srcId="{65688456-2F20-44AD-8F7E-0B4590FFFC85}" destId="{E3F5C893-18CB-4979-B2C3-AE7E96E501E5}" srcOrd="2" destOrd="0" parTransId="{FBC09F8F-C610-465C-BAB4-803715F56D2B}" sibTransId="{731BC901-5DEB-4F29-AFF6-CD4E4726DA48}"/>
    <dgm:cxn modelId="{80D3DD5E-DDBE-43A7-9EE1-2BE1DBE286D5}" srcId="{DF8CE7CE-F95A-4D9B-95C8-E8F377A3EF21}" destId="{65688456-2F20-44AD-8F7E-0B4590FFFC85}" srcOrd="1" destOrd="0" parTransId="{EF160322-6C8E-4F49-A5F7-FDAAC30E2D18}" sibTransId="{5D91D415-7AD1-4ECB-A45B-3C940D8862F7}"/>
    <dgm:cxn modelId="{AC621641-B044-4AF0-81B3-82517A9B569C}" type="presOf" srcId="{65688456-2F20-44AD-8F7E-0B4590FFFC85}" destId="{C5798568-7309-4D12-BA4A-8C2F45435F91}" srcOrd="1" destOrd="0" presId="urn:microsoft.com/office/officeart/2005/8/layout/lProcess2"/>
    <dgm:cxn modelId="{85638042-564E-4E63-A342-96D7677EDC81}" srcId="{0926A6D3-5925-4ED9-A58B-2643EE897EEF}" destId="{B7B724C8-BDCC-4CA7-AA7D-138F4006853B}" srcOrd="1" destOrd="0" parTransId="{DB823C02-F04C-48A0-9435-35FC59C7C42E}" sibTransId="{B33C4F23-DD28-45A1-B4F6-E1D58BA1607C}"/>
    <dgm:cxn modelId="{6F65D86A-06A8-48D7-9037-6583D810CC43}" type="presOf" srcId="{0926A6D3-5925-4ED9-A58B-2643EE897EEF}" destId="{51AEB9E9-2406-4871-94AF-48C0B32B5BDD}" srcOrd="1" destOrd="0" presId="urn:microsoft.com/office/officeart/2005/8/layout/lProcess2"/>
    <dgm:cxn modelId="{4C299272-F879-4C0C-A878-E501E7626CA1}" srcId="{0926A6D3-5925-4ED9-A58B-2643EE897EEF}" destId="{DAC9205E-1CA9-4314-A43D-D6BB43F44931}" srcOrd="0" destOrd="0" parTransId="{FFC7A7A0-16ED-4C2A-84BF-69997FF3E2AC}" sibTransId="{458D9AE3-FF38-425C-852C-9EB0845E6869}"/>
    <dgm:cxn modelId="{279EF272-7688-4EA1-9C3A-B51E0AAE94C5}" type="presOf" srcId="{65688456-2F20-44AD-8F7E-0B4590FFFC85}" destId="{16A89752-BABC-41BC-89C8-5DE76A17E329}" srcOrd="0" destOrd="0" presId="urn:microsoft.com/office/officeart/2005/8/layout/lProcess2"/>
    <dgm:cxn modelId="{760F247F-F193-4C04-9D59-C02FB1892298}" type="presOf" srcId="{AB5EF233-4EA7-49B3-BBE6-45959FE3C895}" destId="{140A87F2-F51E-4C74-A65D-F4D60A4E301A}" srcOrd="0" destOrd="0" presId="urn:microsoft.com/office/officeart/2005/8/layout/lProcess2"/>
    <dgm:cxn modelId="{9C453788-4166-4691-BA3D-3315BF948E3E}" srcId="{DF8CE7CE-F95A-4D9B-95C8-E8F377A3EF21}" destId="{0926A6D3-5925-4ED9-A58B-2643EE897EEF}" srcOrd="0" destOrd="0" parTransId="{739C9B58-F1C9-4092-AE47-B8F7103800B9}" sibTransId="{38F0C17E-CFBB-4A27-B27A-BA1477D4695F}"/>
    <dgm:cxn modelId="{5649A88C-33FC-4311-8FC4-4E6387A8AE6C}" type="presOf" srcId="{0926A6D3-5925-4ED9-A58B-2643EE897EEF}" destId="{0CBA701A-C5E9-48EF-9C64-81CE1D43E233}" srcOrd="0" destOrd="0" presId="urn:microsoft.com/office/officeart/2005/8/layout/lProcess2"/>
    <dgm:cxn modelId="{A21C9BA4-A389-461D-97E5-FF05D7B43D61}" type="presOf" srcId="{E3F5C893-18CB-4979-B2C3-AE7E96E501E5}" destId="{A5A73DF6-7F60-4985-BBFA-C9D99414AA4D}" srcOrd="0" destOrd="0" presId="urn:microsoft.com/office/officeart/2005/8/layout/lProcess2"/>
    <dgm:cxn modelId="{5D0474B2-B2A1-40E0-9A4B-4A282F50E159}" type="presOf" srcId="{E3920612-A5C6-487C-BCC3-65013B754085}" destId="{D97F22B7-C718-4E98-99CD-3B9C39751ED9}" srcOrd="0" destOrd="0" presId="urn:microsoft.com/office/officeart/2005/8/layout/lProcess2"/>
    <dgm:cxn modelId="{6F579CC5-27FF-4D6B-8AD6-99CFCF71A07E}" srcId="{65688456-2F20-44AD-8F7E-0B4590FFFC85}" destId="{AB5EF233-4EA7-49B3-BBE6-45959FE3C895}" srcOrd="1" destOrd="0" parTransId="{1D8ECC38-AD9D-4326-86AB-9A189A4DAFCD}" sibTransId="{12F7D8CB-B69A-426A-B7D9-BDC9A898ACE6}"/>
    <dgm:cxn modelId="{64A175CF-B144-4D0E-A990-D33DA69B1858}" type="presOf" srcId="{B7B724C8-BDCC-4CA7-AA7D-138F4006853B}" destId="{B5F3BE50-AC28-4925-A367-973B4219B344}" srcOrd="0" destOrd="0" presId="urn:microsoft.com/office/officeart/2005/8/layout/lProcess2"/>
    <dgm:cxn modelId="{886DE9D9-D590-4D97-BA44-7889E1CDD95D}" srcId="{65688456-2F20-44AD-8F7E-0B4590FFFC85}" destId="{E3920612-A5C6-487C-BCC3-65013B754085}" srcOrd="0" destOrd="0" parTransId="{26F68968-7589-4917-A3C2-BEE63A50C5DA}" sibTransId="{E4BA1D22-95E6-488D-818D-090DC63CC2D4}"/>
    <dgm:cxn modelId="{81A8AEF2-7897-47D5-A545-550F3B7050DD}" type="presOf" srcId="{DAC9205E-1CA9-4314-A43D-D6BB43F44931}" destId="{F5DDEAC5-FBA5-4583-B93E-EDB322FC18E0}" srcOrd="0" destOrd="0" presId="urn:microsoft.com/office/officeart/2005/8/layout/lProcess2"/>
    <dgm:cxn modelId="{D885AB3B-593C-40BF-977E-D972A52F7713}" type="presParOf" srcId="{A67992D4-F9BF-49A1-9D6F-2749396DF5F6}" destId="{EC5E736F-D9C0-4EA2-82A6-3BC0FB2573F3}" srcOrd="0" destOrd="0" presId="urn:microsoft.com/office/officeart/2005/8/layout/lProcess2"/>
    <dgm:cxn modelId="{5CED3D1A-A252-477D-A6C0-CB86B2CCE709}" type="presParOf" srcId="{EC5E736F-D9C0-4EA2-82A6-3BC0FB2573F3}" destId="{0CBA701A-C5E9-48EF-9C64-81CE1D43E233}" srcOrd="0" destOrd="0" presId="urn:microsoft.com/office/officeart/2005/8/layout/lProcess2"/>
    <dgm:cxn modelId="{CD0A9C15-03D1-4A7C-92B5-9166249DD6DF}" type="presParOf" srcId="{EC5E736F-D9C0-4EA2-82A6-3BC0FB2573F3}" destId="{51AEB9E9-2406-4871-94AF-48C0B32B5BDD}" srcOrd="1" destOrd="0" presId="urn:microsoft.com/office/officeart/2005/8/layout/lProcess2"/>
    <dgm:cxn modelId="{F1E0F0B8-04D1-4F7E-A134-7CA9F991ABE5}" type="presParOf" srcId="{EC5E736F-D9C0-4EA2-82A6-3BC0FB2573F3}" destId="{5CBAA57D-39C4-4331-8C1C-5F8A15A46719}" srcOrd="2" destOrd="0" presId="urn:microsoft.com/office/officeart/2005/8/layout/lProcess2"/>
    <dgm:cxn modelId="{224EE37E-3B3C-437E-9567-2E807B57DD64}" type="presParOf" srcId="{5CBAA57D-39C4-4331-8C1C-5F8A15A46719}" destId="{A346B4E0-D5FD-48D4-85ED-5FED02459753}" srcOrd="0" destOrd="0" presId="urn:microsoft.com/office/officeart/2005/8/layout/lProcess2"/>
    <dgm:cxn modelId="{9CF5CA0E-3864-4F1B-AE13-66ECBFFC1703}" type="presParOf" srcId="{A346B4E0-D5FD-48D4-85ED-5FED02459753}" destId="{F5DDEAC5-FBA5-4583-B93E-EDB322FC18E0}" srcOrd="0" destOrd="0" presId="urn:microsoft.com/office/officeart/2005/8/layout/lProcess2"/>
    <dgm:cxn modelId="{C9501723-643B-45E9-AAA5-C0D363D86D67}" type="presParOf" srcId="{A346B4E0-D5FD-48D4-85ED-5FED02459753}" destId="{A96B01F9-8001-40CF-A3C1-D87BA7E2DEDC}" srcOrd="1" destOrd="0" presId="urn:microsoft.com/office/officeart/2005/8/layout/lProcess2"/>
    <dgm:cxn modelId="{EC39E6A4-7C29-4970-B790-805AC98F98E6}" type="presParOf" srcId="{A346B4E0-D5FD-48D4-85ED-5FED02459753}" destId="{B5F3BE50-AC28-4925-A367-973B4219B344}" srcOrd="2" destOrd="0" presId="urn:microsoft.com/office/officeart/2005/8/layout/lProcess2"/>
    <dgm:cxn modelId="{08FA55CE-A110-42E2-AFE0-DA89F9F28557}" type="presParOf" srcId="{A67992D4-F9BF-49A1-9D6F-2749396DF5F6}" destId="{194AA439-9ABE-41E8-830B-9B0175613BD1}" srcOrd="1" destOrd="0" presId="urn:microsoft.com/office/officeart/2005/8/layout/lProcess2"/>
    <dgm:cxn modelId="{23AB09BF-3053-45D3-A8FC-1A4239FFEBFB}" type="presParOf" srcId="{A67992D4-F9BF-49A1-9D6F-2749396DF5F6}" destId="{785DA45F-8F64-4E2B-A7F4-474FC7B95ED7}" srcOrd="2" destOrd="0" presId="urn:microsoft.com/office/officeart/2005/8/layout/lProcess2"/>
    <dgm:cxn modelId="{86673F5B-E08B-4991-8A33-4E8A4A9767B6}" type="presParOf" srcId="{785DA45F-8F64-4E2B-A7F4-474FC7B95ED7}" destId="{16A89752-BABC-41BC-89C8-5DE76A17E329}" srcOrd="0" destOrd="0" presId="urn:microsoft.com/office/officeart/2005/8/layout/lProcess2"/>
    <dgm:cxn modelId="{8023590E-AB78-4F91-B7A4-9C99438AC2A9}" type="presParOf" srcId="{785DA45F-8F64-4E2B-A7F4-474FC7B95ED7}" destId="{C5798568-7309-4D12-BA4A-8C2F45435F91}" srcOrd="1" destOrd="0" presId="urn:microsoft.com/office/officeart/2005/8/layout/lProcess2"/>
    <dgm:cxn modelId="{65659E6A-545C-4367-80CB-1097B5D11FAE}" type="presParOf" srcId="{785DA45F-8F64-4E2B-A7F4-474FC7B95ED7}" destId="{4748523E-36A9-415B-BAD5-A504AA34B66E}" srcOrd="2" destOrd="0" presId="urn:microsoft.com/office/officeart/2005/8/layout/lProcess2"/>
    <dgm:cxn modelId="{8753C465-FD21-4D1A-8415-027ACF2EE362}" type="presParOf" srcId="{4748523E-36A9-415B-BAD5-A504AA34B66E}" destId="{C1A3C471-B6A8-45C5-8283-3D1521BB41B2}" srcOrd="0" destOrd="0" presId="urn:microsoft.com/office/officeart/2005/8/layout/lProcess2"/>
    <dgm:cxn modelId="{647F58E7-FCCC-4E24-AF61-0B2C67339292}" type="presParOf" srcId="{C1A3C471-B6A8-45C5-8283-3D1521BB41B2}" destId="{D97F22B7-C718-4E98-99CD-3B9C39751ED9}" srcOrd="0" destOrd="0" presId="urn:microsoft.com/office/officeart/2005/8/layout/lProcess2"/>
    <dgm:cxn modelId="{0DEBE856-C5E2-4EF8-9B8F-96E38C3060B8}" type="presParOf" srcId="{C1A3C471-B6A8-45C5-8283-3D1521BB41B2}" destId="{2A86C7E3-50EE-4C50-8BEB-DDDDEA113420}" srcOrd="1" destOrd="0" presId="urn:microsoft.com/office/officeart/2005/8/layout/lProcess2"/>
    <dgm:cxn modelId="{7F9060A3-1AC9-4C64-8F4F-8D1917EF38C2}" type="presParOf" srcId="{C1A3C471-B6A8-45C5-8283-3D1521BB41B2}" destId="{140A87F2-F51E-4C74-A65D-F4D60A4E301A}" srcOrd="2" destOrd="0" presId="urn:microsoft.com/office/officeart/2005/8/layout/lProcess2"/>
    <dgm:cxn modelId="{EACF3004-3C5C-4ABF-AA68-DDA4085D184B}" type="presParOf" srcId="{C1A3C471-B6A8-45C5-8283-3D1521BB41B2}" destId="{3D663253-2075-45A8-B496-F13B98740715}" srcOrd="3" destOrd="0" presId="urn:microsoft.com/office/officeart/2005/8/layout/lProcess2"/>
    <dgm:cxn modelId="{4B4C67B7-1793-4CB3-8114-60E5A8BA0F15}" type="presParOf" srcId="{C1A3C471-B6A8-45C5-8283-3D1521BB41B2}" destId="{A5A73DF6-7F60-4985-BBFA-C9D99414AA4D}"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F55B75-03AE-45F7-9088-6E5132825E54}" type="doc">
      <dgm:prSet loTypeId="urn:microsoft.com/office/officeart/2005/8/layout/lProcess2" loCatId="list" qsTypeId="urn:microsoft.com/office/officeart/2005/8/quickstyle/simple1" qsCatId="simple" csTypeId="urn:microsoft.com/office/officeart/2005/8/colors/colorful5" csCatId="colorful" phldr="1"/>
      <dgm:spPr/>
      <dgm:t>
        <a:bodyPr/>
        <a:lstStyle/>
        <a:p>
          <a:endParaRPr lang="hu-HU"/>
        </a:p>
      </dgm:t>
    </dgm:pt>
    <dgm:pt modelId="{618E63D5-613D-4D4F-9BD1-39C0543C7559}">
      <dgm:prSet custT="1"/>
      <dgm:spPr/>
      <dgm:t>
        <a:bodyPr/>
        <a:lstStyle/>
        <a:p>
          <a:pPr rtl="0"/>
          <a:r>
            <a:rPr lang="hu-HU" sz="2800" dirty="0">
              <a:latin typeface="Times New Roman" panose="02020603050405020304" pitchFamily="18" charset="0"/>
              <a:cs typeface="Times New Roman" panose="02020603050405020304" pitchFamily="18" charset="0"/>
            </a:rPr>
            <a:t>adatfeldolgozás</a:t>
          </a:r>
        </a:p>
      </dgm:t>
    </dgm:pt>
    <dgm:pt modelId="{D7C7FAE5-F350-40D2-8CDF-58B7764210C1}" type="parTrans" cxnId="{C49644A0-E37C-4497-8C88-4A22B702B027}">
      <dgm:prSet/>
      <dgm:spPr/>
      <dgm:t>
        <a:bodyPr/>
        <a:lstStyle/>
        <a:p>
          <a:endParaRPr lang="hu-HU">
            <a:latin typeface="Times New Roman" panose="02020603050405020304" pitchFamily="18" charset="0"/>
            <a:cs typeface="Times New Roman" panose="02020603050405020304" pitchFamily="18" charset="0"/>
          </a:endParaRPr>
        </a:p>
      </dgm:t>
    </dgm:pt>
    <dgm:pt modelId="{48BB0729-3B9C-4791-AD8E-479ED52CF79B}" type="sibTrans" cxnId="{C49644A0-E37C-4497-8C88-4A22B702B027}">
      <dgm:prSet/>
      <dgm:spPr/>
      <dgm:t>
        <a:bodyPr/>
        <a:lstStyle/>
        <a:p>
          <a:endParaRPr lang="hu-HU">
            <a:latin typeface="Times New Roman" panose="02020603050405020304" pitchFamily="18" charset="0"/>
            <a:cs typeface="Times New Roman" panose="02020603050405020304" pitchFamily="18" charset="0"/>
          </a:endParaRPr>
        </a:p>
      </dgm:t>
    </dgm:pt>
    <dgm:pt modelId="{61218A16-E5B9-4EB6-BED3-6B4BCAA7AF78}">
      <dgm:prSet custT="1"/>
      <dgm:spPr/>
      <dgm:t>
        <a:bodyPr/>
        <a:lstStyle/>
        <a:p>
          <a:pPr rtl="0"/>
          <a:r>
            <a:rPr lang="hu-HU" sz="2000" dirty="0">
              <a:latin typeface="Times New Roman" panose="02020603050405020304" pitchFamily="18" charset="0"/>
              <a:cs typeface="Times New Roman" panose="02020603050405020304" pitchFamily="18" charset="0"/>
            </a:rPr>
            <a:t>az adatkezelési műveletekhez kapcsolódó technikai feladatok elvégzése, függetlenül a műveletek végrehajtásához alkalmazott módszertől és eszköztől, valamint az alkalmazás helyétől, feltéve hogy a technikai feladatot az adatokon végzik</a:t>
          </a:r>
        </a:p>
      </dgm:t>
    </dgm:pt>
    <dgm:pt modelId="{47FE3F50-C23A-4CE5-B4BB-617B1F98E9D0}" type="parTrans" cxnId="{073AA322-6A6F-4918-9248-FD7A0DB54C11}">
      <dgm:prSet/>
      <dgm:spPr/>
      <dgm:t>
        <a:bodyPr/>
        <a:lstStyle/>
        <a:p>
          <a:endParaRPr lang="hu-HU">
            <a:latin typeface="Times New Roman" panose="02020603050405020304" pitchFamily="18" charset="0"/>
            <a:cs typeface="Times New Roman" panose="02020603050405020304" pitchFamily="18" charset="0"/>
          </a:endParaRPr>
        </a:p>
      </dgm:t>
    </dgm:pt>
    <dgm:pt modelId="{B4832772-F6E8-4FB1-A2D4-0DA3666415B5}" type="sibTrans" cxnId="{073AA322-6A6F-4918-9248-FD7A0DB54C11}">
      <dgm:prSet/>
      <dgm:spPr/>
      <dgm:t>
        <a:bodyPr/>
        <a:lstStyle/>
        <a:p>
          <a:endParaRPr lang="hu-HU">
            <a:latin typeface="Times New Roman" panose="02020603050405020304" pitchFamily="18" charset="0"/>
            <a:cs typeface="Times New Roman" panose="02020603050405020304" pitchFamily="18" charset="0"/>
          </a:endParaRPr>
        </a:p>
      </dgm:t>
    </dgm:pt>
    <dgm:pt modelId="{5414DAF5-8D7C-4548-BA7B-67CFF5ADD28F}">
      <dgm:prSet custT="1"/>
      <dgm:spPr/>
      <dgm:t>
        <a:bodyPr/>
        <a:lstStyle/>
        <a:p>
          <a:pPr rtl="0"/>
          <a:r>
            <a:rPr lang="hu-HU" sz="2800" dirty="0">
              <a:latin typeface="Times New Roman" panose="02020603050405020304" pitchFamily="18" charset="0"/>
              <a:cs typeface="Times New Roman" panose="02020603050405020304" pitchFamily="18" charset="0"/>
            </a:rPr>
            <a:t>adatfeldolgozó</a:t>
          </a:r>
        </a:p>
      </dgm:t>
    </dgm:pt>
    <dgm:pt modelId="{2AF43921-5E5A-4CFC-BBC4-3CEDCB84167B}" type="parTrans" cxnId="{AE159F91-D110-414D-B6CE-FD5FEEA91E95}">
      <dgm:prSet/>
      <dgm:spPr/>
      <dgm:t>
        <a:bodyPr/>
        <a:lstStyle/>
        <a:p>
          <a:endParaRPr lang="hu-HU">
            <a:latin typeface="Times New Roman" panose="02020603050405020304" pitchFamily="18" charset="0"/>
            <a:cs typeface="Times New Roman" panose="02020603050405020304" pitchFamily="18" charset="0"/>
          </a:endParaRPr>
        </a:p>
      </dgm:t>
    </dgm:pt>
    <dgm:pt modelId="{23F5A05E-3F29-4BB4-8C89-EA76E03EC1AF}" type="sibTrans" cxnId="{AE159F91-D110-414D-B6CE-FD5FEEA91E95}">
      <dgm:prSet/>
      <dgm:spPr/>
      <dgm:t>
        <a:bodyPr/>
        <a:lstStyle/>
        <a:p>
          <a:endParaRPr lang="hu-HU">
            <a:latin typeface="Times New Roman" panose="02020603050405020304" pitchFamily="18" charset="0"/>
            <a:cs typeface="Times New Roman" panose="02020603050405020304" pitchFamily="18" charset="0"/>
          </a:endParaRPr>
        </a:p>
      </dgm:t>
    </dgm:pt>
    <dgm:pt modelId="{1EBC3FB2-4769-49E2-9A80-E519AD4024BC}">
      <dgm:prSet custT="1"/>
      <dgm:spPr/>
      <dgm:t>
        <a:bodyPr/>
        <a:lstStyle/>
        <a:p>
          <a:pPr rtl="0"/>
          <a:r>
            <a:rPr lang="hu-HU" sz="2000" dirty="0">
              <a:latin typeface="Times New Roman" panose="02020603050405020304" pitchFamily="18" charset="0"/>
              <a:cs typeface="Times New Roman" panose="02020603050405020304" pitchFamily="18" charset="0"/>
            </a:rPr>
            <a:t>az adatkezelő nevében személyes adatot kezel</a:t>
          </a:r>
        </a:p>
      </dgm:t>
    </dgm:pt>
    <dgm:pt modelId="{529071A4-B50D-4B3A-A9AE-A85CFA066008}" type="parTrans" cxnId="{9A136A68-E9B3-4826-9ACC-A88F87291B65}">
      <dgm:prSet/>
      <dgm:spPr/>
      <dgm:t>
        <a:bodyPr/>
        <a:lstStyle/>
        <a:p>
          <a:endParaRPr lang="hu-HU">
            <a:latin typeface="Times New Roman" panose="02020603050405020304" pitchFamily="18" charset="0"/>
            <a:cs typeface="Times New Roman" panose="02020603050405020304" pitchFamily="18" charset="0"/>
          </a:endParaRPr>
        </a:p>
      </dgm:t>
    </dgm:pt>
    <dgm:pt modelId="{DAB31FF8-FD77-46DE-BF28-29ECE9D6E3BE}" type="sibTrans" cxnId="{9A136A68-E9B3-4826-9ACC-A88F87291B65}">
      <dgm:prSet/>
      <dgm:spPr/>
      <dgm:t>
        <a:bodyPr/>
        <a:lstStyle/>
        <a:p>
          <a:endParaRPr lang="hu-HU">
            <a:latin typeface="Times New Roman" panose="02020603050405020304" pitchFamily="18" charset="0"/>
            <a:cs typeface="Times New Roman" panose="02020603050405020304" pitchFamily="18" charset="0"/>
          </a:endParaRPr>
        </a:p>
      </dgm:t>
    </dgm:pt>
    <dgm:pt modelId="{23D97012-30BD-4C73-9683-A40AA10C8936}">
      <dgm:prSet custT="1"/>
      <dgm:spPr/>
      <dgm:t>
        <a:bodyPr/>
        <a:lstStyle/>
        <a:p>
          <a:pPr rtl="0"/>
          <a:r>
            <a:rPr lang="hu-HU" sz="2000" dirty="0">
              <a:latin typeface="Times New Roman" panose="02020603050405020304" pitchFamily="18" charset="0"/>
              <a:cs typeface="Times New Roman" panose="02020603050405020304" pitchFamily="18" charset="0"/>
            </a:rPr>
            <a:t>az adatkezelést érintő érdemi döntést nem hozhat, a személyes adatokat kizárólag az adatkezelő rendelkezései szerint dolgozhatja fel, saját céljára adatfeldolgozást nem végezhet,</a:t>
          </a:r>
        </a:p>
      </dgm:t>
    </dgm:pt>
    <dgm:pt modelId="{BF32C7E5-E6DD-4B04-9F4B-4680D534B059}" type="parTrans" cxnId="{5149BA4D-CC12-4C5D-889E-2C11A3FB280B}">
      <dgm:prSet/>
      <dgm:spPr/>
      <dgm:t>
        <a:bodyPr/>
        <a:lstStyle/>
        <a:p>
          <a:endParaRPr lang="hu-HU">
            <a:latin typeface="Times New Roman" panose="02020603050405020304" pitchFamily="18" charset="0"/>
            <a:cs typeface="Times New Roman" panose="02020603050405020304" pitchFamily="18" charset="0"/>
          </a:endParaRPr>
        </a:p>
      </dgm:t>
    </dgm:pt>
    <dgm:pt modelId="{C1F530E4-B492-4723-AA8F-3E036ECE5110}" type="sibTrans" cxnId="{5149BA4D-CC12-4C5D-889E-2C11A3FB280B}">
      <dgm:prSet/>
      <dgm:spPr/>
      <dgm:t>
        <a:bodyPr/>
        <a:lstStyle/>
        <a:p>
          <a:endParaRPr lang="hu-HU">
            <a:latin typeface="Times New Roman" panose="02020603050405020304" pitchFamily="18" charset="0"/>
            <a:cs typeface="Times New Roman" panose="02020603050405020304" pitchFamily="18" charset="0"/>
          </a:endParaRPr>
        </a:p>
      </dgm:t>
    </dgm:pt>
    <dgm:pt modelId="{12E84733-6CCD-4FA5-9F0E-4957683F6A03}">
      <dgm:prSet custT="1"/>
      <dgm:spPr/>
      <dgm:t>
        <a:bodyPr/>
        <a:lstStyle/>
        <a:p>
          <a:r>
            <a:rPr lang="hu-HU" sz="2000" dirty="0">
              <a:latin typeface="Times New Roman" panose="02020603050405020304" pitchFamily="18" charset="0"/>
              <a:cs typeface="Times New Roman" panose="02020603050405020304" pitchFamily="18" charset="0"/>
            </a:rPr>
            <a:t>természetes vagy jogi személy, közhatalmi szerv, ügynökség vagy bármely egyéb szerv</a:t>
          </a:r>
        </a:p>
      </dgm:t>
    </dgm:pt>
    <dgm:pt modelId="{4B85E42E-BC23-4C1A-A46C-C585398FC226}" type="parTrans" cxnId="{FBC6803A-F78C-49DE-A7C9-E1664B397766}">
      <dgm:prSet/>
      <dgm:spPr/>
      <dgm:t>
        <a:bodyPr/>
        <a:lstStyle/>
        <a:p>
          <a:endParaRPr lang="hu-HU">
            <a:latin typeface="Times New Roman" panose="02020603050405020304" pitchFamily="18" charset="0"/>
            <a:cs typeface="Times New Roman" panose="02020603050405020304" pitchFamily="18" charset="0"/>
          </a:endParaRPr>
        </a:p>
      </dgm:t>
    </dgm:pt>
    <dgm:pt modelId="{771858F0-EBE7-4359-ADD9-8156F8F3C3C3}" type="sibTrans" cxnId="{FBC6803A-F78C-49DE-A7C9-E1664B397766}">
      <dgm:prSet/>
      <dgm:spPr/>
      <dgm:t>
        <a:bodyPr/>
        <a:lstStyle/>
        <a:p>
          <a:endParaRPr lang="hu-HU">
            <a:latin typeface="Times New Roman" panose="02020603050405020304" pitchFamily="18" charset="0"/>
            <a:cs typeface="Times New Roman" panose="02020603050405020304" pitchFamily="18" charset="0"/>
          </a:endParaRPr>
        </a:p>
      </dgm:t>
    </dgm:pt>
    <dgm:pt modelId="{5F3F8E56-DB3C-42FB-AEB7-19F45EE75B50}" type="pres">
      <dgm:prSet presAssocID="{16F55B75-03AE-45F7-9088-6E5132825E54}" presName="theList" presStyleCnt="0">
        <dgm:presLayoutVars>
          <dgm:dir/>
          <dgm:animLvl val="lvl"/>
          <dgm:resizeHandles val="exact"/>
        </dgm:presLayoutVars>
      </dgm:prSet>
      <dgm:spPr/>
    </dgm:pt>
    <dgm:pt modelId="{59A3F451-77FF-4972-A3AD-32D2CB87EF4A}" type="pres">
      <dgm:prSet presAssocID="{618E63D5-613D-4D4F-9BD1-39C0543C7559}" presName="compNode" presStyleCnt="0"/>
      <dgm:spPr/>
    </dgm:pt>
    <dgm:pt modelId="{DFC14850-8C16-44B6-8812-084022923D77}" type="pres">
      <dgm:prSet presAssocID="{618E63D5-613D-4D4F-9BD1-39C0543C7559}" presName="aNode" presStyleLbl="bgShp" presStyleIdx="0" presStyleCnt="2" custLinFactNeighborX="430" custLinFactNeighborY="-4424"/>
      <dgm:spPr/>
    </dgm:pt>
    <dgm:pt modelId="{8B49155D-CC7E-453E-A5DD-19DEFDC05FF4}" type="pres">
      <dgm:prSet presAssocID="{618E63D5-613D-4D4F-9BD1-39C0543C7559}" presName="textNode" presStyleLbl="bgShp" presStyleIdx="0" presStyleCnt="2"/>
      <dgm:spPr/>
    </dgm:pt>
    <dgm:pt modelId="{F56CA041-3E36-402B-9362-EA5322A63A01}" type="pres">
      <dgm:prSet presAssocID="{618E63D5-613D-4D4F-9BD1-39C0543C7559}" presName="compChildNode" presStyleCnt="0"/>
      <dgm:spPr/>
    </dgm:pt>
    <dgm:pt modelId="{1ECE1414-1F70-4849-88C1-AE519D3ADEEB}" type="pres">
      <dgm:prSet presAssocID="{618E63D5-613D-4D4F-9BD1-39C0543C7559}" presName="theInnerList" presStyleCnt="0"/>
      <dgm:spPr/>
    </dgm:pt>
    <dgm:pt modelId="{37443745-7D3D-40D0-A53A-77A2F8240398}" type="pres">
      <dgm:prSet presAssocID="{61218A16-E5B9-4EB6-BED3-6B4BCAA7AF78}" presName="childNode" presStyleLbl="node1" presStyleIdx="0" presStyleCnt="4">
        <dgm:presLayoutVars>
          <dgm:bulletEnabled val="1"/>
        </dgm:presLayoutVars>
      </dgm:prSet>
      <dgm:spPr/>
    </dgm:pt>
    <dgm:pt modelId="{E211121E-CE7A-42CE-BDD0-7BECC6DB0896}" type="pres">
      <dgm:prSet presAssocID="{618E63D5-613D-4D4F-9BD1-39C0543C7559}" presName="aSpace" presStyleCnt="0"/>
      <dgm:spPr/>
    </dgm:pt>
    <dgm:pt modelId="{EDB32FCA-2236-4BB0-8570-32D2A8E34E06}" type="pres">
      <dgm:prSet presAssocID="{5414DAF5-8D7C-4548-BA7B-67CFF5ADD28F}" presName="compNode" presStyleCnt="0"/>
      <dgm:spPr/>
    </dgm:pt>
    <dgm:pt modelId="{0440FB98-028F-4951-9BEC-E36AC065C9CF}" type="pres">
      <dgm:prSet presAssocID="{5414DAF5-8D7C-4548-BA7B-67CFF5ADD28F}" presName="aNode" presStyleLbl="bgShp" presStyleIdx="1" presStyleCnt="2"/>
      <dgm:spPr/>
    </dgm:pt>
    <dgm:pt modelId="{2D7684F8-CB53-4194-80A9-DCB36BE0B83A}" type="pres">
      <dgm:prSet presAssocID="{5414DAF5-8D7C-4548-BA7B-67CFF5ADD28F}" presName="textNode" presStyleLbl="bgShp" presStyleIdx="1" presStyleCnt="2"/>
      <dgm:spPr/>
    </dgm:pt>
    <dgm:pt modelId="{336F751C-D216-4255-BF9C-4DF6F65E4858}" type="pres">
      <dgm:prSet presAssocID="{5414DAF5-8D7C-4548-BA7B-67CFF5ADD28F}" presName="compChildNode" presStyleCnt="0"/>
      <dgm:spPr/>
    </dgm:pt>
    <dgm:pt modelId="{16B637CA-DE58-45F5-AF9A-82EBCB4D32EF}" type="pres">
      <dgm:prSet presAssocID="{5414DAF5-8D7C-4548-BA7B-67CFF5ADD28F}" presName="theInnerList" presStyleCnt="0"/>
      <dgm:spPr/>
    </dgm:pt>
    <dgm:pt modelId="{C31D0320-0682-4FDB-9E33-400A9FA51D2D}" type="pres">
      <dgm:prSet presAssocID="{12E84733-6CCD-4FA5-9F0E-4957683F6A03}" presName="childNode" presStyleLbl="node1" presStyleIdx="1" presStyleCnt="4" custScaleY="227920" custLinFactY="-21963" custLinFactNeighborX="-1575" custLinFactNeighborY="-100000">
        <dgm:presLayoutVars>
          <dgm:bulletEnabled val="1"/>
        </dgm:presLayoutVars>
      </dgm:prSet>
      <dgm:spPr/>
    </dgm:pt>
    <dgm:pt modelId="{5B431D11-189E-422E-BAD9-1C165EE42ABE}" type="pres">
      <dgm:prSet presAssocID="{12E84733-6CCD-4FA5-9F0E-4957683F6A03}" presName="aSpace2" presStyleCnt="0"/>
      <dgm:spPr/>
    </dgm:pt>
    <dgm:pt modelId="{0448BAE2-35EB-4D27-93EB-18BFD031DC76}" type="pres">
      <dgm:prSet presAssocID="{1EBC3FB2-4769-49E2-9A80-E519AD4024BC}" presName="childNode" presStyleLbl="node1" presStyleIdx="2" presStyleCnt="4" custScaleY="128897" custLinFactY="-11053" custLinFactNeighborX="-1890" custLinFactNeighborY="-100000">
        <dgm:presLayoutVars>
          <dgm:bulletEnabled val="1"/>
        </dgm:presLayoutVars>
      </dgm:prSet>
      <dgm:spPr/>
    </dgm:pt>
    <dgm:pt modelId="{6F079561-00D4-488B-A355-A6C7BB0C0F92}" type="pres">
      <dgm:prSet presAssocID="{1EBC3FB2-4769-49E2-9A80-E519AD4024BC}" presName="aSpace2" presStyleCnt="0"/>
      <dgm:spPr/>
    </dgm:pt>
    <dgm:pt modelId="{0B58E774-8141-445E-8570-951A9458EC5F}" type="pres">
      <dgm:prSet presAssocID="{23D97012-30BD-4C73-9683-A40AA10C8936}" presName="childNode" presStyleLbl="node1" presStyleIdx="3" presStyleCnt="4" custScaleY="393969">
        <dgm:presLayoutVars>
          <dgm:bulletEnabled val="1"/>
        </dgm:presLayoutVars>
      </dgm:prSet>
      <dgm:spPr/>
    </dgm:pt>
  </dgm:ptLst>
  <dgm:cxnLst>
    <dgm:cxn modelId="{F9E93406-A138-478A-AC5B-28807DCE08F7}" type="presOf" srcId="{618E63D5-613D-4D4F-9BD1-39C0543C7559}" destId="{DFC14850-8C16-44B6-8812-084022923D77}" srcOrd="0" destOrd="0" presId="urn:microsoft.com/office/officeart/2005/8/layout/lProcess2"/>
    <dgm:cxn modelId="{318A1120-2F9E-4255-8F07-EACB33772B9C}" type="presOf" srcId="{16F55B75-03AE-45F7-9088-6E5132825E54}" destId="{5F3F8E56-DB3C-42FB-AEB7-19F45EE75B50}" srcOrd="0" destOrd="0" presId="urn:microsoft.com/office/officeart/2005/8/layout/lProcess2"/>
    <dgm:cxn modelId="{073AA322-6A6F-4918-9248-FD7A0DB54C11}" srcId="{618E63D5-613D-4D4F-9BD1-39C0543C7559}" destId="{61218A16-E5B9-4EB6-BED3-6B4BCAA7AF78}" srcOrd="0" destOrd="0" parTransId="{47FE3F50-C23A-4CE5-B4BB-617B1F98E9D0}" sibTransId="{B4832772-F6E8-4FB1-A2D4-0DA3666415B5}"/>
    <dgm:cxn modelId="{FBC6803A-F78C-49DE-A7C9-E1664B397766}" srcId="{5414DAF5-8D7C-4548-BA7B-67CFF5ADD28F}" destId="{12E84733-6CCD-4FA5-9F0E-4957683F6A03}" srcOrd="0" destOrd="0" parTransId="{4B85E42E-BC23-4C1A-A46C-C585398FC226}" sibTransId="{771858F0-EBE7-4359-ADD9-8156F8F3C3C3}"/>
    <dgm:cxn modelId="{226C115C-D51F-4B83-8C13-E1E730EB31D3}" type="presOf" srcId="{5414DAF5-8D7C-4548-BA7B-67CFF5ADD28F}" destId="{0440FB98-028F-4951-9BEC-E36AC065C9CF}" srcOrd="0" destOrd="0" presId="urn:microsoft.com/office/officeart/2005/8/layout/lProcess2"/>
    <dgm:cxn modelId="{9A136A68-E9B3-4826-9ACC-A88F87291B65}" srcId="{5414DAF5-8D7C-4548-BA7B-67CFF5ADD28F}" destId="{1EBC3FB2-4769-49E2-9A80-E519AD4024BC}" srcOrd="1" destOrd="0" parTransId="{529071A4-B50D-4B3A-A9AE-A85CFA066008}" sibTransId="{DAB31FF8-FD77-46DE-BF28-29ECE9D6E3BE}"/>
    <dgm:cxn modelId="{5149BA4D-CC12-4C5D-889E-2C11A3FB280B}" srcId="{5414DAF5-8D7C-4548-BA7B-67CFF5ADD28F}" destId="{23D97012-30BD-4C73-9683-A40AA10C8936}" srcOrd="2" destOrd="0" parTransId="{BF32C7E5-E6DD-4B04-9F4B-4680D534B059}" sibTransId="{C1F530E4-B492-4723-AA8F-3E036ECE5110}"/>
    <dgm:cxn modelId="{8946A172-844B-4978-955F-3B7170158231}" type="presOf" srcId="{618E63D5-613D-4D4F-9BD1-39C0543C7559}" destId="{8B49155D-CC7E-453E-A5DD-19DEFDC05FF4}" srcOrd="1" destOrd="0" presId="urn:microsoft.com/office/officeart/2005/8/layout/lProcess2"/>
    <dgm:cxn modelId="{E4D09F86-F97B-4064-A94C-BFD82003F157}" type="presOf" srcId="{23D97012-30BD-4C73-9683-A40AA10C8936}" destId="{0B58E774-8141-445E-8570-951A9458EC5F}" srcOrd="0" destOrd="0" presId="urn:microsoft.com/office/officeart/2005/8/layout/lProcess2"/>
    <dgm:cxn modelId="{AE159F91-D110-414D-B6CE-FD5FEEA91E95}" srcId="{16F55B75-03AE-45F7-9088-6E5132825E54}" destId="{5414DAF5-8D7C-4548-BA7B-67CFF5ADD28F}" srcOrd="1" destOrd="0" parTransId="{2AF43921-5E5A-4CFC-BBC4-3CEDCB84167B}" sibTransId="{23F5A05E-3F29-4BB4-8C89-EA76E03EC1AF}"/>
    <dgm:cxn modelId="{C49644A0-E37C-4497-8C88-4A22B702B027}" srcId="{16F55B75-03AE-45F7-9088-6E5132825E54}" destId="{618E63D5-613D-4D4F-9BD1-39C0543C7559}" srcOrd="0" destOrd="0" parTransId="{D7C7FAE5-F350-40D2-8CDF-58B7764210C1}" sibTransId="{48BB0729-3B9C-4791-AD8E-479ED52CF79B}"/>
    <dgm:cxn modelId="{C24B15C1-FD4E-4179-B813-719C36686B67}" type="presOf" srcId="{5414DAF5-8D7C-4548-BA7B-67CFF5ADD28F}" destId="{2D7684F8-CB53-4194-80A9-DCB36BE0B83A}" srcOrd="1" destOrd="0" presId="urn:microsoft.com/office/officeart/2005/8/layout/lProcess2"/>
    <dgm:cxn modelId="{1F0C18C7-889D-4779-9281-71BA4864C09C}" type="presOf" srcId="{61218A16-E5B9-4EB6-BED3-6B4BCAA7AF78}" destId="{37443745-7D3D-40D0-A53A-77A2F8240398}" srcOrd="0" destOrd="0" presId="urn:microsoft.com/office/officeart/2005/8/layout/lProcess2"/>
    <dgm:cxn modelId="{6868AECD-B095-445A-8810-79BA8F072A7D}" type="presOf" srcId="{12E84733-6CCD-4FA5-9F0E-4957683F6A03}" destId="{C31D0320-0682-4FDB-9E33-400A9FA51D2D}" srcOrd="0" destOrd="0" presId="urn:microsoft.com/office/officeart/2005/8/layout/lProcess2"/>
    <dgm:cxn modelId="{BAF78CEA-9FCB-49B7-91E6-2D374288426C}" type="presOf" srcId="{1EBC3FB2-4769-49E2-9A80-E519AD4024BC}" destId="{0448BAE2-35EB-4D27-93EB-18BFD031DC76}" srcOrd="0" destOrd="0" presId="urn:microsoft.com/office/officeart/2005/8/layout/lProcess2"/>
    <dgm:cxn modelId="{0C90EDC2-DAC8-42E1-ACD0-B2FF0283E1D7}" type="presParOf" srcId="{5F3F8E56-DB3C-42FB-AEB7-19F45EE75B50}" destId="{59A3F451-77FF-4972-A3AD-32D2CB87EF4A}" srcOrd="0" destOrd="0" presId="urn:microsoft.com/office/officeart/2005/8/layout/lProcess2"/>
    <dgm:cxn modelId="{E5BA044C-7443-4338-B9AC-429B329D1C41}" type="presParOf" srcId="{59A3F451-77FF-4972-A3AD-32D2CB87EF4A}" destId="{DFC14850-8C16-44B6-8812-084022923D77}" srcOrd="0" destOrd="0" presId="urn:microsoft.com/office/officeart/2005/8/layout/lProcess2"/>
    <dgm:cxn modelId="{5EAADA3F-D995-4960-966B-251F1D57E10E}" type="presParOf" srcId="{59A3F451-77FF-4972-A3AD-32D2CB87EF4A}" destId="{8B49155D-CC7E-453E-A5DD-19DEFDC05FF4}" srcOrd="1" destOrd="0" presId="urn:microsoft.com/office/officeart/2005/8/layout/lProcess2"/>
    <dgm:cxn modelId="{916F6863-9259-450A-B245-2E024351AE3B}" type="presParOf" srcId="{59A3F451-77FF-4972-A3AD-32D2CB87EF4A}" destId="{F56CA041-3E36-402B-9362-EA5322A63A01}" srcOrd="2" destOrd="0" presId="urn:microsoft.com/office/officeart/2005/8/layout/lProcess2"/>
    <dgm:cxn modelId="{1680FECE-C18A-402A-A835-E89EC7A63196}" type="presParOf" srcId="{F56CA041-3E36-402B-9362-EA5322A63A01}" destId="{1ECE1414-1F70-4849-88C1-AE519D3ADEEB}" srcOrd="0" destOrd="0" presId="urn:microsoft.com/office/officeart/2005/8/layout/lProcess2"/>
    <dgm:cxn modelId="{85305E46-756D-4CCF-929B-806B56820F7A}" type="presParOf" srcId="{1ECE1414-1F70-4849-88C1-AE519D3ADEEB}" destId="{37443745-7D3D-40D0-A53A-77A2F8240398}" srcOrd="0" destOrd="0" presId="urn:microsoft.com/office/officeart/2005/8/layout/lProcess2"/>
    <dgm:cxn modelId="{613B6821-631B-4581-87B4-385F330BE5DD}" type="presParOf" srcId="{5F3F8E56-DB3C-42FB-AEB7-19F45EE75B50}" destId="{E211121E-CE7A-42CE-BDD0-7BECC6DB0896}" srcOrd="1" destOrd="0" presId="urn:microsoft.com/office/officeart/2005/8/layout/lProcess2"/>
    <dgm:cxn modelId="{47C208F5-273D-4242-B90F-2BD63AEB67C4}" type="presParOf" srcId="{5F3F8E56-DB3C-42FB-AEB7-19F45EE75B50}" destId="{EDB32FCA-2236-4BB0-8570-32D2A8E34E06}" srcOrd="2" destOrd="0" presId="urn:microsoft.com/office/officeart/2005/8/layout/lProcess2"/>
    <dgm:cxn modelId="{19AE03AD-8073-4ED4-B58C-2AB5F461534E}" type="presParOf" srcId="{EDB32FCA-2236-4BB0-8570-32D2A8E34E06}" destId="{0440FB98-028F-4951-9BEC-E36AC065C9CF}" srcOrd="0" destOrd="0" presId="urn:microsoft.com/office/officeart/2005/8/layout/lProcess2"/>
    <dgm:cxn modelId="{8E4E04E1-5495-4D77-854D-AB614FE42E95}" type="presParOf" srcId="{EDB32FCA-2236-4BB0-8570-32D2A8E34E06}" destId="{2D7684F8-CB53-4194-80A9-DCB36BE0B83A}" srcOrd="1" destOrd="0" presId="urn:microsoft.com/office/officeart/2005/8/layout/lProcess2"/>
    <dgm:cxn modelId="{BC447945-4D0C-4993-86C2-2A43C4F1AF46}" type="presParOf" srcId="{EDB32FCA-2236-4BB0-8570-32D2A8E34E06}" destId="{336F751C-D216-4255-BF9C-4DF6F65E4858}" srcOrd="2" destOrd="0" presId="urn:microsoft.com/office/officeart/2005/8/layout/lProcess2"/>
    <dgm:cxn modelId="{E9205F36-2A1C-41B8-9209-7B32F02D0220}" type="presParOf" srcId="{336F751C-D216-4255-BF9C-4DF6F65E4858}" destId="{16B637CA-DE58-45F5-AF9A-82EBCB4D32EF}" srcOrd="0" destOrd="0" presId="urn:microsoft.com/office/officeart/2005/8/layout/lProcess2"/>
    <dgm:cxn modelId="{44920D3D-B34F-42F2-BE34-A3979E425FE8}" type="presParOf" srcId="{16B637CA-DE58-45F5-AF9A-82EBCB4D32EF}" destId="{C31D0320-0682-4FDB-9E33-400A9FA51D2D}" srcOrd="0" destOrd="0" presId="urn:microsoft.com/office/officeart/2005/8/layout/lProcess2"/>
    <dgm:cxn modelId="{075B4D22-1EED-4810-B19A-9D6667B01585}" type="presParOf" srcId="{16B637CA-DE58-45F5-AF9A-82EBCB4D32EF}" destId="{5B431D11-189E-422E-BAD9-1C165EE42ABE}" srcOrd="1" destOrd="0" presId="urn:microsoft.com/office/officeart/2005/8/layout/lProcess2"/>
    <dgm:cxn modelId="{31549802-343E-42AF-AFCE-1365C9E4E60C}" type="presParOf" srcId="{16B637CA-DE58-45F5-AF9A-82EBCB4D32EF}" destId="{0448BAE2-35EB-4D27-93EB-18BFD031DC76}" srcOrd="2" destOrd="0" presId="urn:microsoft.com/office/officeart/2005/8/layout/lProcess2"/>
    <dgm:cxn modelId="{51327B2F-B200-4616-B42E-7EC9A61350C0}" type="presParOf" srcId="{16B637CA-DE58-45F5-AF9A-82EBCB4D32EF}" destId="{6F079561-00D4-488B-A355-A6C7BB0C0F92}" srcOrd="3" destOrd="0" presId="urn:microsoft.com/office/officeart/2005/8/layout/lProcess2"/>
    <dgm:cxn modelId="{67FFB5F9-A0A2-4C9B-A455-D2F1AC6F2884}" type="presParOf" srcId="{16B637CA-DE58-45F5-AF9A-82EBCB4D32EF}" destId="{0B58E774-8141-445E-8570-951A9458EC5F}"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D56B0CB-E1E5-43E7-9212-CBAA82DF631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hu-HU"/>
        </a:p>
      </dgm:t>
    </dgm:pt>
    <dgm:pt modelId="{3F026ACD-D508-454C-9C88-92FD28965F9B}">
      <dgm:prSet phldrT="[Szöveg]"/>
      <dgm:spPr/>
      <dgm:t>
        <a:bodyPr/>
        <a:lstStyle/>
        <a:p>
          <a:r>
            <a:rPr lang="hu-HU" dirty="0">
              <a:latin typeface="Times New Roman" panose="02020603050405020304" pitchFamily="18" charset="0"/>
              <a:cs typeface="Times New Roman" panose="02020603050405020304" pitchFamily="18" charset="0"/>
            </a:rPr>
            <a:t>Adatkezelő vagy egy harmadik fél  </a:t>
          </a:r>
        </a:p>
      </dgm:t>
    </dgm:pt>
    <dgm:pt modelId="{41479E8B-EBAE-4DFC-B9D1-C30FD7432FD1}" type="parTrans" cxnId="{2E374032-1309-413F-81CF-07B4A3BF4C7F}">
      <dgm:prSet/>
      <dgm:spPr/>
      <dgm:t>
        <a:bodyPr/>
        <a:lstStyle/>
        <a:p>
          <a:endParaRPr lang="hu-HU">
            <a:latin typeface="Times New Roman" panose="02020603050405020304" pitchFamily="18" charset="0"/>
            <a:cs typeface="Times New Roman" panose="02020603050405020304" pitchFamily="18" charset="0"/>
          </a:endParaRPr>
        </a:p>
      </dgm:t>
    </dgm:pt>
    <dgm:pt modelId="{DF8B264C-E7AD-47FA-8B15-3F6EB0FCE43E}" type="sibTrans" cxnId="{2E374032-1309-413F-81CF-07B4A3BF4C7F}">
      <dgm:prSet/>
      <dgm:spPr/>
      <dgm:t>
        <a:bodyPr/>
        <a:lstStyle/>
        <a:p>
          <a:endParaRPr lang="hu-HU">
            <a:latin typeface="Times New Roman" panose="02020603050405020304" pitchFamily="18" charset="0"/>
            <a:cs typeface="Times New Roman" panose="02020603050405020304" pitchFamily="18" charset="0"/>
          </a:endParaRPr>
        </a:p>
      </dgm:t>
    </dgm:pt>
    <dgm:pt modelId="{03B3DBA3-467B-45C5-A8B9-CEEABBA25D8C}">
      <dgm:prSet phldrT="[Szöveg]"/>
      <dgm:spPr/>
      <dgm:t>
        <a:bodyPr/>
        <a:lstStyle/>
        <a:p>
          <a:r>
            <a:rPr lang="hu-HU" dirty="0">
              <a:latin typeface="Times New Roman" panose="02020603050405020304" pitchFamily="18" charset="0"/>
              <a:cs typeface="Times New Roman" panose="02020603050405020304" pitchFamily="18" charset="0"/>
            </a:rPr>
            <a:t>A bírói gyakorlat szerint: a jogszabályon alapuló, jog által védett érdek. </a:t>
          </a:r>
        </a:p>
      </dgm:t>
    </dgm:pt>
    <dgm:pt modelId="{58E5FDE3-4434-4193-92FF-1506DC3A7414}" type="parTrans" cxnId="{D533ED17-37D8-4F04-B4AF-3C8D89F6C40C}">
      <dgm:prSet/>
      <dgm:spPr/>
      <dgm:t>
        <a:bodyPr/>
        <a:lstStyle/>
        <a:p>
          <a:endParaRPr lang="hu-HU">
            <a:latin typeface="Times New Roman" panose="02020603050405020304" pitchFamily="18" charset="0"/>
            <a:cs typeface="Times New Roman" panose="02020603050405020304" pitchFamily="18" charset="0"/>
          </a:endParaRPr>
        </a:p>
      </dgm:t>
    </dgm:pt>
    <dgm:pt modelId="{B47B4CA5-0C1B-4FF0-ACF5-9EFBA9A8C01B}" type="sibTrans" cxnId="{D533ED17-37D8-4F04-B4AF-3C8D89F6C40C}">
      <dgm:prSet/>
      <dgm:spPr/>
      <dgm:t>
        <a:bodyPr/>
        <a:lstStyle/>
        <a:p>
          <a:endParaRPr lang="hu-HU">
            <a:latin typeface="Times New Roman" panose="02020603050405020304" pitchFamily="18" charset="0"/>
            <a:cs typeface="Times New Roman" panose="02020603050405020304" pitchFamily="18" charset="0"/>
          </a:endParaRPr>
        </a:p>
      </dgm:t>
    </dgm:pt>
    <dgm:pt modelId="{D7A6C733-E58D-476B-91AC-1F673A3A2FE3}">
      <dgm:prSet phldrT="[Szöveg]"/>
      <dgm:spPr/>
      <dgm:t>
        <a:bodyPr/>
        <a:lstStyle/>
        <a:p>
          <a:r>
            <a:rPr lang="hu-HU" dirty="0">
              <a:latin typeface="Times New Roman" panose="02020603050405020304" pitchFamily="18" charset="0"/>
              <a:cs typeface="Times New Roman" panose="02020603050405020304" pitchFamily="18" charset="0"/>
            </a:rPr>
            <a:t>Példák</a:t>
          </a:r>
        </a:p>
      </dgm:t>
    </dgm:pt>
    <dgm:pt modelId="{7674F419-7727-47BE-B40D-FCB831DADFDD}" type="parTrans" cxnId="{59C8B5D1-3700-4A31-AF63-B6539280A2DF}">
      <dgm:prSet/>
      <dgm:spPr/>
      <dgm:t>
        <a:bodyPr/>
        <a:lstStyle/>
        <a:p>
          <a:endParaRPr lang="hu-HU">
            <a:latin typeface="Times New Roman" panose="02020603050405020304" pitchFamily="18" charset="0"/>
            <a:cs typeface="Times New Roman" panose="02020603050405020304" pitchFamily="18" charset="0"/>
          </a:endParaRPr>
        </a:p>
      </dgm:t>
    </dgm:pt>
    <dgm:pt modelId="{6C090363-B294-4A1E-AE4B-7F18A3DE866C}" type="sibTrans" cxnId="{59C8B5D1-3700-4A31-AF63-B6539280A2DF}">
      <dgm:prSet/>
      <dgm:spPr/>
      <dgm:t>
        <a:bodyPr/>
        <a:lstStyle/>
        <a:p>
          <a:endParaRPr lang="hu-HU">
            <a:latin typeface="Times New Roman" panose="02020603050405020304" pitchFamily="18" charset="0"/>
            <a:cs typeface="Times New Roman" panose="02020603050405020304" pitchFamily="18" charset="0"/>
          </a:endParaRPr>
        </a:p>
      </dgm:t>
    </dgm:pt>
    <dgm:pt modelId="{44E3F34B-3066-4EC5-B019-4F491A0DA9EB}">
      <dgm:prSet phldrT="[Szöveg]"/>
      <dgm:spPr/>
      <dgm:t>
        <a:bodyPr/>
        <a:lstStyle/>
        <a:p>
          <a:r>
            <a:rPr lang="hu-HU" dirty="0">
              <a:latin typeface="Times New Roman" panose="02020603050405020304" pitchFamily="18" charset="0"/>
              <a:cs typeface="Times New Roman" panose="02020603050405020304" pitchFamily="18" charset="0"/>
            </a:rPr>
            <a:t>szólásszabadság gyakorlása a médiában</a:t>
          </a:r>
        </a:p>
      </dgm:t>
    </dgm:pt>
    <dgm:pt modelId="{58FCA2DF-4675-43C7-B272-8207E65BFBFC}" type="parTrans" cxnId="{2A55DD3B-4924-4D6E-AC3A-40370D2FDE26}">
      <dgm:prSet/>
      <dgm:spPr/>
      <dgm:t>
        <a:bodyPr/>
        <a:lstStyle/>
        <a:p>
          <a:endParaRPr lang="hu-HU">
            <a:latin typeface="Times New Roman" panose="02020603050405020304" pitchFamily="18" charset="0"/>
            <a:cs typeface="Times New Roman" panose="02020603050405020304" pitchFamily="18" charset="0"/>
          </a:endParaRPr>
        </a:p>
      </dgm:t>
    </dgm:pt>
    <dgm:pt modelId="{3D5E7FF8-7846-48B3-8EB2-542371B4A61E}" type="sibTrans" cxnId="{2A55DD3B-4924-4D6E-AC3A-40370D2FDE26}">
      <dgm:prSet/>
      <dgm:spPr/>
      <dgm:t>
        <a:bodyPr/>
        <a:lstStyle/>
        <a:p>
          <a:endParaRPr lang="hu-HU">
            <a:latin typeface="Times New Roman" panose="02020603050405020304" pitchFamily="18" charset="0"/>
            <a:cs typeface="Times New Roman" panose="02020603050405020304" pitchFamily="18" charset="0"/>
          </a:endParaRPr>
        </a:p>
      </dgm:t>
    </dgm:pt>
    <dgm:pt modelId="{58CE9417-2D9C-4387-B65C-73A32D6E320C}">
      <dgm:prSet phldrT="[Szöveg]"/>
      <dgm:spPr/>
      <dgm:t>
        <a:bodyPr/>
        <a:lstStyle/>
        <a:p>
          <a:r>
            <a:rPr lang="hu-HU" dirty="0">
              <a:latin typeface="Times New Roman" panose="02020603050405020304" pitchFamily="18" charset="0"/>
              <a:cs typeface="Times New Roman" panose="02020603050405020304" pitchFamily="18" charset="0"/>
            </a:rPr>
            <a:t>Érdekmérlegelési teszt</a:t>
          </a:r>
        </a:p>
      </dgm:t>
    </dgm:pt>
    <dgm:pt modelId="{42A1A4AA-67C5-44FA-901A-C402FF8117FB}" type="parTrans" cxnId="{43FA3F44-D6BB-4997-B242-5CE18DE51672}">
      <dgm:prSet/>
      <dgm:spPr/>
      <dgm:t>
        <a:bodyPr/>
        <a:lstStyle/>
        <a:p>
          <a:endParaRPr lang="hu-HU">
            <a:latin typeface="Times New Roman" panose="02020603050405020304" pitchFamily="18" charset="0"/>
            <a:cs typeface="Times New Roman" panose="02020603050405020304" pitchFamily="18" charset="0"/>
          </a:endParaRPr>
        </a:p>
      </dgm:t>
    </dgm:pt>
    <dgm:pt modelId="{901E96BC-CB1F-4149-B395-A29ECF1DA231}" type="sibTrans" cxnId="{43FA3F44-D6BB-4997-B242-5CE18DE51672}">
      <dgm:prSet/>
      <dgm:spPr/>
      <dgm:t>
        <a:bodyPr/>
        <a:lstStyle/>
        <a:p>
          <a:endParaRPr lang="hu-HU">
            <a:latin typeface="Times New Roman" panose="02020603050405020304" pitchFamily="18" charset="0"/>
            <a:cs typeface="Times New Roman" panose="02020603050405020304" pitchFamily="18" charset="0"/>
          </a:endParaRPr>
        </a:p>
      </dgm:t>
    </dgm:pt>
    <dgm:pt modelId="{96B2E900-6569-4EC8-A2D8-01F994444B4D}">
      <dgm:prSet phldrT="[Szöveg]"/>
      <dgm:spPr/>
      <dgm:t>
        <a:bodyPr/>
        <a:lstStyle/>
        <a:p>
          <a:r>
            <a:rPr lang="hu-HU" dirty="0">
              <a:latin typeface="Times New Roman" panose="02020603050405020304" pitchFamily="18" charset="0"/>
              <a:cs typeface="Times New Roman" panose="02020603050405020304" pitchFamily="18" charset="0"/>
            </a:rPr>
            <a:t>Előzetesen, a teszt megfelelő dokumentálása</a:t>
          </a:r>
        </a:p>
      </dgm:t>
    </dgm:pt>
    <dgm:pt modelId="{EDAAF17A-841A-4F19-8D8F-02FA2AB0A6D0}" type="parTrans" cxnId="{76958E90-29B0-46E1-AE6D-AA8C787B244E}">
      <dgm:prSet/>
      <dgm:spPr/>
      <dgm:t>
        <a:bodyPr/>
        <a:lstStyle/>
        <a:p>
          <a:endParaRPr lang="hu-HU">
            <a:latin typeface="Times New Roman" panose="02020603050405020304" pitchFamily="18" charset="0"/>
            <a:cs typeface="Times New Roman" panose="02020603050405020304" pitchFamily="18" charset="0"/>
          </a:endParaRPr>
        </a:p>
      </dgm:t>
    </dgm:pt>
    <dgm:pt modelId="{5F34D1D3-1B0D-4B93-B29E-61B6379BCC1E}" type="sibTrans" cxnId="{76958E90-29B0-46E1-AE6D-AA8C787B244E}">
      <dgm:prSet/>
      <dgm:spPr/>
      <dgm:t>
        <a:bodyPr/>
        <a:lstStyle/>
        <a:p>
          <a:endParaRPr lang="hu-HU">
            <a:latin typeface="Times New Roman" panose="02020603050405020304" pitchFamily="18" charset="0"/>
            <a:cs typeface="Times New Roman" panose="02020603050405020304" pitchFamily="18" charset="0"/>
          </a:endParaRPr>
        </a:p>
      </dgm:t>
    </dgm:pt>
    <dgm:pt modelId="{65B933DC-27B2-4AAA-92EF-4C5C9685B2B4}">
      <dgm:prSet/>
      <dgm:spPr/>
      <dgm:t>
        <a:bodyPr/>
        <a:lstStyle/>
        <a:p>
          <a:r>
            <a:rPr lang="hu-HU" dirty="0">
              <a:latin typeface="Times New Roman" panose="02020603050405020304" pitchFamily="18" charset="0"/>
              <a:cs typeface="Times New Roman" panose="02020603050405020304" pitchFamily="18" charset="0"/>
            </a:rPr>
            <a:t>NAIH joggyakorlat ennél tágabb: Google Street </a:t>
          </a:r>
          <a:r>
            <a:rPr lang="hu-HU" dirty="0" err="1">
              <a:latin typeface="Times New Roman" panose="02020603050405020304" pitchFamily="18" charset="0"/>
              <a:cs typeface="Times New Roman" panose="02020603050405020304" pitchFamily="18" charset="0"/>
            </a:rPr>
            <a:t>View</a:t>
          </a:r>
          <a:r>
            <a:rPr lang="hu-HU" dirty="0">
              <a:latin typeface="Times New Roman" panose="02020603050405020304" pitchFamily="18" charset="0"/>
              <a:cs typeface="Times New Roman" panose="02020603050405020304" pitchFamily="18" charset="0"/>
            </a:rPr>
            <a:t> ügy – gazdasági érdek</a:t>
          </a:r>
        </a:p>
      </dgm:t>
    </dgm:pt>
    <dgm:pt modelId="{6158EC93-AEB5-4669-82D7-B64560059A61}" type="parTrans" cxnId="{B92D63B5-93A7-4F24-BF57-3CE6D0A08E79}">
      <dgm:prSet/>
      <dgm:spPr/>
      <dgm:t>
        <a:bodyPr/>
        <a:lstStyle/>
        <a:p>
          <a:endParaRPr lang="hu-HU">
            <a:latin typeface="Times New Roman" panose="02020603050405020304" pitchFamily="18" charset="0"/>
            <a:cs typeface="Times New Roman" panose="02020603050405020304" pitchFamily="18" charset="0"/>
          </a:endParaRPr>
        </a:p>
      </dgm:t>
    </dgm:pt>
    <dgm:pt modelId="{9D3B26F3-BC45-4F6F-8E3F-66E104F713F4}" type="sibTrans" cxnId="{B92D63B5-93A7-4F24-BF57-3CE6D0A08E79}">
      <dgm:prSet/>
      <dgm:spPr/>
      <dgm:t>
        <a:bodyPr/>
        <a:lstStyle/>
        <a:p>
          <a:endParaRPr lang="hu-HU">
            <a:latin typeface="Times New Roman" panose="02020603050405020304" pitchFamily="18" charset="0"/>
            <a:cs typeface="Times New Roman" panose="02020603050405020304" pitchFamily="18" charset="0"/>
          </a:endParaRPr>
        </a:p>
      </dgm:t>
    </dgm:pt>
    <dgm:pt modelId="{A356B3BB-2C87-49E5-8F72-FE5BCA258496}">
      <dgm:prSet/>
      <dgm:spPr/>
      <dgm:t>
        <a:bodyPr/>
        <a:lstStyle/>
        <a:p>
          <a:r>
            <a:rPr lang="hu-HU">
              <a:latin typeface="Times New Roman" panose="02020603050405020304" pitchFamily="18" charset="0"/>
              <a:cs typeface="Times New Roman" panose="02020603050405020304" pitchFamily="18" charset="0"/>
            </a:rPr>
            <a:t>politikai kampányokhoz vagy jótékonysági adománygyűjtés</a:t>
          </a:r>
          <a:endParaRPr lang="hu-HU" dirty="0">
            <a:latin typeface="Times New Roman" panose="02020603050405020304" pitchFamily="18" charset="0"/>
            <a:cs typeface="Times New Roman" panose="02020603050405020304" pitchFamily="18" charset="0"/>
          </a:endParaRPr>
        </a:p>
      </dgm:t>
    </dgm:pt>
    <dgm:pt modelId="{72DABB62-37E1-45C2-A8F4-7D314D0ACAEF}" type="parTrans" cxnId="{C339B852-35FF-436B-9E1F-8AF8C493BDC2}">
      <dgm:prSet/>
      <dgm:spPr/>
      <dgm:t>
        <a:bodyPr/>
        <a:lstStyle/>
        <a:p>
          <a:endParaRPr lang="hu-HU">
            <a:latin typeface="Times New Roman" panose="02020603050405020304" pitchFamily="18" charset="0"/>
            <a:cs typeface="Times New Roman" panose="02020603050405020304" pitchFamily="18" charset="0"/>
          </a:endParaRPr>
        </a:p>
      </dgm:t>
    </dgm:pt>
    <dgm:pt modelId="{DA03B474-5993-453B-B396-569B7F7CBFE1}" type="sibTrans" cxnId="{C339B852-35FF-436B-9E1F-8AF8C493BDC2}">
      <dgm:prSet/>
      <dgm:spPr/>
      <dgm:t>
        <a:bodyPr/>
        <a:lstStyle/>
        <a:p>
          <a:endParaRPr lang="hu-HU">
            <a:latin typeface="Times New Roman" panose="02020603050405020304" pitchFamily="18" charset="0"/>
            <a:cs typeface="Times New Roman" panose="02020603050405020304" pitchFamily="18" charset="0"/>
          </a:endParaRPr>
        </a:p>
      </dgm:t>
    </dgm:pt>
    <dgm:pt modelId="{3BB5379B-8DC4-47BE-BD4E-2E96B1DAC9DA}">
      <dgm:prSet/>
      <dgm:spPr/>
      <dgm:t>
        <a:bodyPr/>
        <a:lstStyle/>
        <a:p>
          <a:r>
            <a:rPr lang="hu-HU">
              <a:latin typeface="Times New Roman" panose="02020603050405020304" pitchFamily="18" charset="0"/>
              <a:cs typeface="Times New Roman" panose="02020603050405020304" pitchFamily="18" charset="0"/>
            </a:rPr>
            <a:t>csalásmegelőzés érdekében végzett adatkezelés</a:t>
          </a:r>
          <a:endParaRPr lang="hu-HU" dirty="0">
            <a:latin typeface="Times New Roman" panose="02020603050405020304" pitchFamily="18" charset="0"/>
            <a:cs typeface="Times New Roman" panose="02020603050405020304" pitchFamily="18" charset="0"/>
          </a:endParaRPr>
        </a:p>
      </dgm:t>
    </dgm:pt>
    <dgm:pt modelId="{33265E40-2BE2-42C7-B05A-45E9A6AE8084}" type="parTrans" cxnId="{8C4E9544-2905-43E2-909A-A47FEC6D76A3}">
      <dgm:prSet/>
      <dgm:spPr/>
      <dgm:t>
        <a:bodyPr/>
        <a:lstStyle/>
        <a:p>
          <a:endParaRPr lang="hu-HU">
            <a:latin typeface="Times New Roman" panose="02020603050405020304" pitchFamily="18" charset="0"/>
            <a:cs typeface="Times New Roman" panose="02020603050405020304" pitchFamily="18" charset="0"/>
          </a:endParaRPr>
        </a:p>
      </dgm:t>
    </dgm:pt>
    <dgm:pt modelId="{AEA6CAF3-2D34-4A89-895F-91DF454B6731}" type="sibTrans" cxnId="{8C4E9544-2905-43E2-909A-A47FEC6D76A3}">
      <dgm:prSet/>
      <dgm:spPr/>
      <dgm:t>
        <a:bodyPr/>
        <a:lstStyle/>
        <a:p>
          <a:endParaRPr lang="hu-HU">
            <a:latin typeface="Times New Roman" panose="02020603050405020304" pitchFamily="18" charset="0"/>
            <a:cs typeface="Times New Roman" panose="02020603050405020304" pitchFamily="18" charset="0"/>
          </a:endParaRPr>
        </a:p>
      </dgm:t>
    </dgm:pt>
    <dgm:pt modelId="{FA89F7C0-D444-4951-99F3-E8551D1081CC}">
      <dgm:prSet/>
      <dgm:spPr/>
      <dgm:t>
        <a:bodyPr/>
        <a:lstStyle/>
        <a:p>
          <a:r>
            <a:rPr lang="hu-HU">
              <a:latin typeface="Times New Roman" panose="02020603050405020304" pitchFamily="18" charset="0"/>
              <a:cs typeface="Times New Roman" panose="02020603050405020304" pitchFamily="18" charset="0"/>
            </a:rPr>
            <a:t>történelmi, tudományos vagy statisztikai célú kutatás </a:t>
          </a:r>
          <a:endParaRPr lang="hu-HU" dirty="0">
            <a:latin typeface="Times New Roman" panose="02020603050405020304" pitchFamily="18" charset="0"/>
            <a:cs typeface="Times New Roman" panose="02020603050405020304" pitchFamily="18" charset="0"/>
          </a:endParaRPr>
        </a:p>
      </dgm:t>
    </dgm:pt>
    <dgm:pt modelId="{8E6F3845-531A-428E-B242-FF25688B45D1}" type="parTrans" cxnId="{CAC95F5E-201C-4ED0-8737-DCE012E789C3}">
      <dgm:prSet/>
      <dgm:spPr/>
      <dgm:t>
        <a:bodyPr/>
        <a:lstStyle/>
        <a:p>
          <a:endParaRPr lang="hu-HU">
            <a:latin typeface="Times New Roman" panose="02020603050405020304" pitchFamily="18" charset="0"/>
            <a:cs typeface="Times New Roman" panose="02020603050405020304" pitchFamily="18" charset="0"/>
          </a:endParaRPr>
        </a:p>
      </dgm:t>
    </dgm:pt>
    <dgm:pt modelId="{CCF99F33-9D6A-4D28-A9B5-93809DC09BDD}" type="sibTrans" cxnId="{CAC95F5E-201C-4ED0-8737-DCE012E789C3}">
      <dgm:prSet/>
      <dgm:spPr/>
      <dgm:t>
        <a:bodyPr/>
        <a:lstStyle/>
        <a:p>
          <a:endParaRPr lang="hu-HU">
            <a:latin typeface="Times New Roman" panose="02020603050405020304" pitchFamily="18" charset="0"/>
            <a:cs typeface="Times New Roman" panose="02020603050405020304" pitchFamily="18" charset="0"/>
          </a:endParaRPr>
        </a:p>
      </dgm:t>
    </dgm:pt>
    <dgm:pt modelId="{CA7915C9-9F4F-4D2D-80AF-21FBB46486F1}">
      <dgm:prSet/>
      <dgm:spPr/>
      <dgm:t>
        <a:bodyPr/>
        <a:lstStyle/>
        <a:p>
          <a:r>
            <a:rPr lang="hu-HU" dirty="0">
              <a:latin typeface="Times New Roman" panose="02020603050405020304" pitchFamily="18" charset="0"/>
              <a:cs typeface="Times New Roman" panose="02020603050405020304" pitchFamily="18" charset="0"/>
            </a:rPr>
            <a:t>fizikai biztonság, hálózati biztonság </a:t>
          </a:r>
        </a:p>
      </dgm:t>
    </dgm:pt>
    <dgm:pt modelId="{D3195A94-5E3E-4E84-855D-B9687CEA499F}" type="parTrans" cxnId="{6AFA5324-90A2-4FA8-A0C7-AB6C176EAC7E}">
      <dgm:prSet/>
      <dgm:spPr/>
      <dgm:t>
        <a:bodyPr/>
        <a:lstStyle/>
        <a:p>
          <a:endParaRPr lang="hu-HU">
            <a:latin typeface="Times New Roman" panose="02020603050405020304" pitchFamily="18" charset="0"/>
            <a:cs typeface="Times New Roman" panose="02020603050405020304" pitchFamily="18" charset="0"/>
          </a:endParaRPr>
        </a:p>
      </dgm:t>
    </dgm:pt>
    <dgm:pt modelId="{1D5A2E9A-BCD0-44C0-9159-65299F487C1D}" type="sibTrans" cxnId="{6AFA5324-90A2-4FA8-A0C7-AB6C176EAC7E}">
      <dgm:prSet/>
      <dgm:spPr/>
      <dgm:t>
        <a:bodyPr/>
        <a:lstStyle/>
        <a:p>
          <a:endParaRPr lang="hu-HU">
            <a:latin typeface="Times New Roman" panose="02020603050405020304" pitchFamily="18" charset="0"/>
            <a:cs typeface="Times New Roman" panose="02020603050405020304" pitchFamily="18" charset="0"/>
          </a:endParaRPr>
        </a:p>
      </dgm:t>
    </dgm:pt>
    <dgm:pt modelId="{934FAD09-0CAE-4110-8F94-258481799372}">
      <dgm:prSet/>
      <dgm:spPr/>
      <dgm:t>
        <a:bodyPr/>
        <a:lstStyle/>
        <a:p>
          <a:r>
            <a:rPr lang="hu-HU" dirty="0">
              <a:latin typeface="Times New Roman" panose="02020603050405020304" pitchFamily="18" charset="0"/>
              <a:cs typeface="Times New Roman" panose="02020603050405020304" pitchFamily="18" charset="0"/>
            </a:rPr>
            <a:t>piackutatás </a:t>
          </a:r>
        </a:p>
      </dgm:t>
    </dgm:pt>
    <dgm:pt modelId="{2EDDF2B1-6D7C-42E0-9EAB-9E9FD432454F}" type="parTrans" cxnId="{8DB3A3E2-666F-4EE7-A535-1910B81C57E6}">
      <dgm:prSet/>
      <dgm:spPr/>
      <dgm:t>
        <a:bodyPr/>
        <a:lstStyle/>
        <a:p>
          <a:endParaRPr lang="hu-HU">
            <a:latin typeface="Times New Roman" panose="02020603050405020304" pitchFamily="18" charset="0"/>
            <a:cs typeface="Times New Roman" panose="02020603050405020304" pitchFamily="18" charset="0"/>
          </a:endParaRPr>
        </a:p>
      </dgm:t>
    </dgm:pt>
    <dgm:pt modelId="{320FBDB5-9F4B-48E7-BA63-8DC4DD5288DA}" type="sibTrans" cxnId="{8DB3A3E2-666F-4EE7-A535-1910B81C57E6}">
      <dgm:prSet/>
      <dgm:spPr/>
      <dgm:t>
        <a:bodyPr/>
        <a:lstStyle/>
        <a:p>
          <a:endParaRPr lang="hu-HU">
            <a:latin typeface="Times New Roman" panose="02020603050405020304" pitchFamily="18" charset="0"/>
            <a:cs typeface="Times New Roman" panose="02020603050405020304" pitchFamily="18" charset="0"/>
          </a:endParaRPr>
        </a:p>
      </dgm:t>
    </dgm:pt>
    <dgm:pt modelId="{6419B5D2-E990-4407-8FB8-365400ED47FE}">
      <dgm:prSet/>
      <dgm:spPr/>
      <dgm:t>
        <a:bodyPr/>
        <a:lstStyle/>
        <a:p>
          <a:r>
            <a:rPr lang="hu-HU">
              <a:latin typeface="Times New Roman" panose="02020603050405020304" pitchFamily="18" charset="0"/>
              <a:cs typeface="Times New Roman" panose="02020603050405020304" pitchFamily="18" charset="0"/>
            </a:rPr>
            <a:t>Célja: annak igazolása, hogy arányos korlátozás az a helyzet, hogy az adatkezelő az érintettek beleegyezése nélkül kezel személyes adatot. </a:t>
          </a:r>
          <a:endParaRPr lang="hu-HU" dirty="0">
            <a:latin typeface="Times New Roman" panose="02020603050405020304" pitchFamily="18" charset="0"/>
            <a:cs typeface="Times New Roman" panose="02020603050405020304" pitchFamily="18" charset="0"/>
          </a:endParaRPr>
        </a:p>
      </dgm:t>
    </dgm:pt>
    <dgm:pt modelId="{F1AB977D-8ABD-4993-BEA3-808A24CA9134}" type="parTrans" cxnId="{456284FF-6454-4BDA-83D5-E7F9651F5D4B}">
      <dgm:prSet/>
      <dgm:spPr/>
      <dgm:t>
        <a:bodyPr/>
        <a:lstStyle/>
        <a:p>
          <a:endParaRPr lang="hu-HU">
            <a:latin typeface="Times New Roman" panose="02020603050405020304" pitchFamily="18" charset="0"/>
            <a:cs typeface="Times New Roman" panose="02020603050405020304" pitchFamily="18" charset="0"/>
          </a:endParaRPr>
        </a:p>
      </dgm:t>
    </dgm:pt>
    <dgm:pt modelId="{E39DE23D-3809-4ECF-A2CD-3156D640483C}" type="sibTrans" cxnId="{456284FF-6454-4BDA-83D5-E7F9651F5D4B}">
      <dgm:prSet/>
      <dgm:spPr/>
      <dgm:t>
        <a:bodyPr/>
        <a:lstStyle/>
        <a:p>
          <a:endParaRPr lang="hu-HU">
            <a:latin typeface="Times New Roman" panose="02020603050405020304" pitchFamily="18" charset="0"/>
            <a:cs typeface="Times New Roman" panose="02020603050405020304" pitchFamily="18" charset="0"/>
          </a:endParaRPr>
        </a:p>
      </dgm:t>
    </dgm:pt>
    <dgm:pt modelId="{40E3C30A-7615-49B3-B80F-432F74E8F3F9}">
      <dgm:prSet/>
      <dgm:spPr/>
      <dgm:t>
        <a:bodyPr/>
        <a:lstStyle/>
        <a:p>
          <a:r>
            <a:rPr lang="hu-HU" dirty="0">
              <a:latin typeface="Times New Roman" panose="02020603050405020304" pitchFamily="18" charset="0"/>
              <a:cs typeface="Times New Roman" panose="02020603050405020304" pitchFamily="18" charset="0"/>
            </a:rPr>
            <a:t>Ha nincs érdekmérlegelési teszt az adatkezelő nem hivatkozhat a jogos érdek jogalapra. </a:t>
          </a:r>
        </a:p>
      </dgm:t>
    </dgm:pt>
    <dgm:pt modelId="{479440A7-9452-4CCF-9C43-C813CC82EA5C}" type="parTrans" cxnId="{E6867C70-663D-48CD-B19B-4AFD65624D88}">
      <dgm:prSet/>
      <dgm:spPr/>
      <dgm:t>
        <a:bodyPr/>
        <a:lstStyle/>
        <a:p>
          <a:endParaRPr lang="hu-HU">
            <a:latin typeface="Times New Roman" panose="02020603050405020304" pitchFamily="18" charset="0"/>
            <a:cs typeface="Times New Roman" panose="02020603050405020304" pitchFamily="18" charset="0"/>
          </a:endParaRPr>
        </a:p>
      </dgm:t>
    </dgm:pt>
    <dgm:pt modelId="{35645404-19D1-4D53-B062-692A4E9D10CF}" type="sibTrans" cxnId="{E6867C70-663D-48CD-B19B-4AFD65624D88}">
      <dgm:prSet/>
      <dgm:spPr/>
      <dgm:t>
        <a:bodyPr/>
        <a:lstStyle/>
        <a:p>
          <a:endParaRPr lang="hu-HU">
            <a:latin typeface="Times New Roman" panose="02020603050405020304" pitchFamily="18" charset="0"/>
            <a:cs typeface="Times New Roman" panose="02020603050405020304" pitchFamily="18" charset="0"/>
          </a:endParaRPr>
        </a:p>
      </dgm:t>
    </dgm:pt>
    <dgm:pt modelId="{4BA26E24-EB19-44C5-B604-E14FC0880243}" type="pres">
      <dgm:prSet presAssocID="{6D56B0CB-E1E5-43E7-9212-CBAA82DF631A}" presName="Name0" presStyleCnt="0">
        <dgm:presLayoutVars>
          <dgm:dir/>
          <dgm:animLvl val="lvl"/>
          <dgm:resizeHandles val="exact"/>
        </dgm:presLayoutVars>
      </dgm:prSet>
      <dgm:spPr/>
    </dgm:pt>
    <dgm:pt modelId="{68093255-6412-47B1-A6ED-38B27DD7E5A9}" type="pres">
      <dgm:prSet presAssocID="{3F026ACD-D508-454C-9C88-92FD28965F9B}" presName="composite" presStyleCnt="0"/>
      <dgm:spPr/>
    </dgm:pt>
    <dgm:pt modelId="{E99D5929-3721-4492-972E-45FA159BE8D4}" type="pres">
      <dgm:prSet presAssocID="{3F026ACD-D508-454C-9C88-92FD28965F9B}" presName="parTx" presStyleLbl="alignNode1" presStyleIdx="0" presStyleCnt="3">
        <dgm:presLayoutVars>
          <dgm:chMax val="0"/>
          <dgm:chPref val="0"/>
          <dgm:bulletEnabled val="1"/>
        </dgm:presLayoutVars>
      </dgm:prSet>
      <dgm:spPr/>
    </dgm:pt>
    <dgm:pt modelId="{697B73F9-F2CA-40F8-B613-B00C89F2FBB6}" type="pres">
      <dgm:prSet presAssocID="{3F026ACD-D508-454C-9C88-92FD28965F9B}" presName="desTx" presStyleLbl="alignAccFollowNode1" presStyleIdx="0" presStyleCnt="3">
        <dgm:presLayoutVars>
          <dgm:bulletEnabled val="1"/>
        </dgm:presLayoutVars>
      </dgm:prSet>
      <dgm:spPr/>
    </dgm:pt>
    <dgm:pt modelId="{36E4A324-EA42-4DFB-A9A9-79BDC962F600}" type="pres">
      <dgm:prSet presAssocID="{DF8B264C-E7AD-47FA-8B15-3F6EB0FCE43E}" presName="space" presStyleCnt="0"/>
      <dgm:spPr/>
    </dgm:pt>
    <dgm:pt modelId="{893C92BF-3797-4754-BE5F-01B6D3051EEF}" type="pres">
      <dgm:prSet presAssocID="{D7A6C733-E58D-476B-91AC-1F673A3A2FE3}" presName="composite" presStyleCnt="0"/>
      <dgm:spPr/>
    </dgm:pt>
    <dgm:pt modelId="{1D025D47-B594-4187-B71A-29C1F38A517A}" type="pres">
      <dgm:prSet presAssocID="{D7A6C733-E58D-476B-91AC-1F673A3A2FE3}" presName="parTx" presStyleLbl="alignNode1" presStyleIdx="1" presStyleCnt="3">
        <dgm:presLayoutVars>
          <dgm:chMax val="0"/>
          <dgm:chPref val="0"/>
          <dgm:bulletEnabled val="1"/>
        </dgm:presLayoutVars>
      </dgm:prSet>
      <dgm:spPr/>
    </dgm:pt>
    <dgm:pt modelId="{D87EDA3E-F957-4473-BB9D-E019E5A1D0C2}" type="pres">
      <dgm:prSet presAssocID="{D7A6C733-E58D-476B-91AC-1F673A3A2FE3}" presName="desTx" presStyleLbl="alignAccFollowNode1" presStyleIdx="1" presStyleCnt="3">
        <dgm:presLayoutVars>
          <dgm:bulletEnabled val="1"/>
        </dgm:presLayoutVars>
      </dgm:prSet>
      <dgm:spPr/>
    </dgm:pt>
    <dgm:pt modelId="{35BA4924-9398-47A2-AC2C-300273127268}" type="pres">
      <dgm:prSet presAssocID="{6C090363-B294-4A1E-AE4B-7F18A3DE866C}" presName="space" presStyleCnt="0"/>
      <dgm:spPr/>
    </dgm:pt>
    <dgm:pt modelId="{AC79BD17-A49D-440B-85A4-028F804935DD}" type="pres">
      <dgm:prSet presAssocID="{58CE9417-2D9C-4387-B65C-73A32D6E320C}" presName="composite" presStyleCnt="0"/>
      <dgm:spPr/>
    </dgm:pt>
    <dgm:pt modelId="{8BD34743-864D-4287-861F-C68EE46086A8}" type="pres">
      <dgm:prSet presAssocID="{58CE9417-2D9C-4387-B65C-73A32D6E320C}" presName="parTx" presStyleLbl="alignNode1" presStyleIdx="2" presStyleCnt="3">
        <dgm:presLayoutVars>
          <dgm:chMax val="0"/>
          <dgm:chPref val="0"/>
          <dgm:bulletEnabled val="1"/>
        </dgm:presLayoutVars>
      </dgm:prSet>
      <dgm:spPr/>
    </dgm:pt>
    <dgm:pt modelId="{14A414A4-F03E-474E-809D-E44B894F297D}" type="pres">
      <dgm:prSet presAssocID="{58CE9417-2D9C-4387-B65C-73A32D6E320C}" presName="desTx" presStyleLbl="alignAccFollowNode1" presStyleIdx="2" presStyleCnt="3">
        <dgm:presLayoutVars>
          <dgm:bulletEnabled val="1"/>
        </dgm:presLayoutVars>
      </dgm:prSet>
      <dgm:spPr/>
    </dgm:pt>
  </dgm:ptLst>
  <dgm:cxnLst>
    <dgm:cxn modelId="{50F91A02-8032-47DF-894A-584D2B5D5481}" type="presOf" srcId="{65B933DC-27B2-4AAA-92EF-4C5C9685B2B4}" destId="{697B73F9-F2CA-40F8-B613-B00C89F2FBB6}" srcOrd="0" destOrd="1" presId="urn:microsoft.com/office/officeart/2005/8/layout/hList1"/>
    <dgm:cxn modelId="{D533ED17-37D8-4F04-B4AF-3C8D89F6C40C}" srcId="{3F026ACD-D508-454C-9C88-92FD28965F9B}" destId="{03B3DBA3-467B-45C5-A8B9-CEEABBA25D8C}" srcOrd="0" destOrd="0" parTransId="{58E5FDE3-4434-4193-92FF-1506DC3A7414}" sibTransId="{B47B4CA5-0C1B-4FF0-ACF5-9EFBA9A8C01B}"/>
    <dgm:cxn modelId="{6AFA5324-90A2-4FA8-A0C7-AB6C176EAC7E}" srcId="{D7A6C733-E58D-476B-91AC-1F673A3A2FE3}" destId="{CA7915C9-9F4F-4D2D-80AF-21FBB46486F1}" srcOrd="4" destOrd="0" parTransId="{D3195A94-5E3E-4E84-855D-B9687CEA499F}" sibTransId="{1D5A2E9A-BCD0-44C0-9159-65299F487C1D}"/>
    <dgm:cxn modelId="{2E374032-1309-413F-81CF-07B4A3BF4C7F}" srcId="{6D56B0CB-E1E5-43E7-9212-CBAA82DF631A}" destId="{3F026ACD-D508-454C-9C88-92FD28965F9B}" srcOrd="0" destOrd="0" parTransId="{41479E8B-EBAE-4DFC-B9D1-C30FD7432FD1}" sibTransId="{DF8B264C-E7AD-47FA-8B15-3F6EB0FCE43E}"/>
    <dgm:cxn modelId="{2A55DD3B-4924-4D6E-AC3A-40370D2FDE26}" srcId="{D7A6C733-E58D-476B-91AC-1F673A3A2FE3}" destId="{44E3F34B-3066-4EC5-B019-4F491A0DA9EB}" srcOrd="0" destOrd="0" parTransId="{58FCA2DF-4675-43C7-B272-8207E65BFBFC}" sibTransId="{3D5E7FF8-7846-48B3-8EB2-542371B4A61E}"/>
    <dgm:cxn modelId="{CAC95F5E-201C-4ED0-8737-DCE012E789C3}" srcId="{D7A6C733-E58D-476B-91AC-1F673A3A2FE3}" destId="{FA89F7C0-D444-4951-99F3-E8551D1081CC}" srcOrd="3" destOrd="0" parTransId="{8E6F3845-531A-428E-B242-FF25688B45D1}" sibTransId="{CCF99F33-9D6A-4D28-A9B5-93809DC09BDD}"/>
    <dgm:cxn modelId="{C9595741-AADC-421A-81ED-FDB4C40F3C82}" type="presOf" srcId="{3BB5379B-8DC4-47BE-BD4E-2E96B1DAC9DA}" destId="{D87EDA3E-F957-4473-BB9D-E019E5A1D0C2}" srcOrd="0" destOrd="2" presId="urn:microsoft.com/office/officeart/2005/8/layout/hList1"/>
    <dgm:cxn modelId="{43FA3F44-D6BB-4997-B242-5CE18DE51672}" srcId="{6D56B0CB-E1E5-43E7-9212-CBAA82DF631A}" destId="{58CE9417-2D9C-4387-B65C-73A32D6E320C}" srcOrd="2" destOrd="0" parTransId="{42A1A4AA-67C5-44FA-901A-C402FF8117FB}" sibTransId="{901E96BC-CB1F-4149-B395-A29ECF1DA231}"/>
    <dgm:cxn modelId="{8C4E9544-2905-43E2-909A-A47FEC6D76A3}" srcId="{D7A6C733-E58D-476B-91AC-1F673A3A2FE3}" destId="{3BB5379B-8DC4-47BE-BD4E-2E96B1DAC9DA}" srcOrd="2" destOrd="0" parTransId="{33265E40-2BE2-42C7-B05A-45E9A6AE8084}" sibTransId="{AEA6CAF3-2D34-4A89-895F-91DF454B6731}"/>
    <dgm:cxn modelId="{A36DC64B-F9CE-44D4-8879-CE5A48EEBD16}" type="presOf" srcId="{6D56B0CB-E1E5-43E7-9212-CBAA82DF631A}" destId="{4BA26E24-EB19-44C5-B604-E14FC0880243}" srcOrd="0" destOrd="0" presId="urn:microsoft.com/office/officeart/2005/8/layout/hList1"/>
    <dgm:cxn modelId="{8C8A964F-AD2F-40BC-A7C6-68064DF5E37C}" type="presOf" srcId="{A356B3BB-2C87-49E5-8F72-FE5BCA258496}" destId="{D87EDA3E-F957-4473-BB9D-E019E5A1D0C2}" srcOrd="0" destOrd="1" presId="urn:microsoft.com/office/officeart/2005/8/layout/hList1"/>
    <dgm:cxn modelId="{E6867C70-663D-48CD-B19B-4AFD65624D88}" srcId="{58CE9417-2D9C-4387-B65C-73A32D6E320C}" destId="{40E3C30A-7615-49B3-B80F-432F74E8F3F9}" srcOrd="2" destOrd="0" parTransId="{479440A7-9452-4CCF-9C43-C813CC82EA5C}" sibTransId="{35645404-19D1-4D53-B062-692A4E9D10CF}"/>
    <dgm:cxn modelId="{C339B852-35FF-436B-9E1F-8AF8C493BDC2}" srcId="{D7A6C733-E58D-476B-91AC-1F673A3A2FE3}" destId="{A356B3BB-2C87-49E5-8F72-FE5BCA258496}" srcOrd="1" destOrd="0" parTransId="{72DABB62-37E1-45C2-A8F4-7D314D0ACAEF}" sibTransId="{DA03B474-5993-453B-B396-569B7F7CBFE1}"/>
    <dgm:cxn modelId="{279E2683-803F-4A9A-A01C-91159564E01F}" type="presOf" srcId="{6419B5D2-E990-4407-8FB8-365400ED47FE}" destId="{14A414A4-F03E-474E-809D-E44B894F297D}" srcOrd="0" destOrd="1" presId="urn:microsoft.com/office/officeart/2005/8/layout/hList1"/>
    <dgm:cxn modelId="{7D383383-2662-44B5-8F8A-071EBD59B838}" type="presOf" srcId="{3F026ACD-D508-454C-9C88-92FD28965F9B}" destId="{E99D5929-3721-4492-972E-45FA159BE8D4}" srcOrd="0" destOrd="0" presId="urn:microsoft.com/office/officeart/2005/8/layout/hList1"/>
    <dgm:cxn modelId="{F5501788-0EB3-4238-9FC7-39291A3B5098}" type="presOf" srcId="{44E3F34B-3066-4EC5-B019-4F491A0DA9EB}" destId="{D87EDA3E-F957-4473-BB9D-E019E5A1D0C2}" srcOrd="0" destOrd="0" presId="urn:microsoft.com/office/officeart/2005/8/layout/hList1"/>
    <dgm:cxn modelId="{76958E90-29B0-46E1-AE6D-AA8C787B244E}" srcId="{58CE9417-2D9C-4387-B65C-73A32D6E320C}" destId="{96B2E900-6569-4EC8-A2D8-01F994444B4D}" srcOrd="0" destOrd="0" parTransId="{EDAAF17A-841A-4F19-8D8F-02FA2AB0A6D0}" sibTransId="{5F34D1D3-1B0D-4B93-B29E-61B6379BCC1E}"/>
    <dgm:cxn modelId="{E78735B5-B956-4142-899C-7B9F66C2D24C}" type="presOf" srcId="{03B3DBA3-467B-45C5-A8B9-CEEABBA25D8C}" destId="{697B73F9-F2CA-40F8-B613-B00C89F2FBB6}" srcOrd="0" destOrd="0" presId="urn:microsoft.com/office/officeart/2005/8/layout/hList1"/>
    <dgm:cxn modelId="{B92D63B5-93A7-4F24-BF57-3CE6D0A08E79}" srcId="{3F026ACD-D508-454C-9C88-92FD28965F9B}" destId="{65B933DC-27B2-4AAA-92EF-4C5C9685B2B4}" srcOrd="1" destOrd="0" parTransId="{6158EC93-AEB5-4669-82D7-B64560059A61}" sibTransId="{9D3B26F3-BC45-4F6F-8E3F-66E104F713F4}"/>
    <dgm:cxn modelId="{9732C7B5-C7BB-4B8E-9F08-F85E3A526A98}" type="presOf" srcId="{96B2E900-6569-4EC8-A2D8-01F994444B4D}" destId="{14A414A4-F03E-474E-809D-E44B894F297D}" srcOrd="0" destOrd="0" presId="urn:microsoft.com/office/officeart/2005/8/layout/hList1"/>
    <dgm:cxn modelId="{AF2D68B6-BE4C-4732-860B-FBF29F0DF2D6}" type="presOf" srcId="{934FAD09-0CAE-4110-8F94-258481799372}" destId="{D87EDA3E-F957-4473-BB9D-E019E5A1D0C2}" srcOrd="0" destOrd="5" presId="urn:microsoft.com/office/officeart/2005/8/layout/hList1"/>
    <dgm:cxn modelId="{1AB894B7-0CCB-4660-8138-03091DF386E2}" type="presOf" srcId="{D7A6C733-E58D-476B-91AC-1F673A3A2FE3}" destId="{1D025D47-B594-4187-B71A-29C1F38A517A}" srcOrd="0" destOrd="0" presId="urn:microsoft.com/office/officeart/2005/8/layout/hList1"/>
    <dgm:cxn modelId="{EC40B3C3-5854-42C6-B854-A5A186F483CD}" type="presOf" srcId="{FA89F7C0-D444-4951-99F3-E8551D1081CC}" destId="{D87EDA3E-F957-4473-BB9D-E019E5A1D0C2}" srcOrd="0" destOrd="3" presId="urn:microsoft.com/office/officeart/2005/8/layout/hList1"/>
    <dgm:cxn modelId="{AF989AC8-1E17-4A24-B3D5-8FC29CEBD7FB}" type="presOf" srcId="{CA7915C9-9F4F-4D2D-80AF-21FBB46486F1}" destId="{D87EDA3E-F957-4473-BB9D-E019E5A1D0C2}" srcOrd="0" destOrd="4" presId="urn:microsoft.com/office/officeart/2005/8/layout/hList1"/>
    <dgm:cxn modelId="{0D6DCEC8-D4C5-49E4-9912-0E6430AD31D6}" type="presOf" srcId="{58CE9417-2D9C-4387-B65C-73A32D6E320C}" destId="{8BD34743-864D-4287-861F-C68EE46086A8}" srcOrd="0" destOrd="0" presId="urn:microsoft.com/office/officeart/2005/8/layout/hList1"/>
    <dgm:cxn modelId="{59C8B5D1-3700-4A31-AF63-B6539280A2DF}" srcId="{6D56B0CB-E1E5-43E7-9212-CBAA82DF631A}" destId="{D7A6C733-E58D-476B-91AC-1F673A3A2FE3}" srcOrd="1" destOrd="0" parTransId="{7674F419-7727-47BE-B40D-FCB831DADFDD}" sibTransId="{6C090363-B294-4A1E-AE4B-7F18A3DE866C}"/>
    <dgm:cxn modelId="{A39859D4-EA96-4B55-A38B-AB07BB6F7024}" type="presOf" srcId="{40E3C30A-7615-49B3-B80F-432F74E8F3F9}" destId="{14A414A4-F03E-474E-809D-E44B894F297D}" srcOrd="0" destOrd="2" presId="urn:microsoft.com/office/officeart/2005/8/layout/hList1"/>
    <dgm:cxn modelId="{8DB3A3E2-666F-4EE7-A535-1910B81C57E6}" srcId="{D7A6C733-E58D-476B-91AC-1F673A3A2FE3}" destId="{934FAD09-0CAE-4110-8F94-258481799372}" srcOrd="5" destOrd="0" parTransId="{2EDDF2B1-6D7C-42E0-9EAB-9E9FD432454F}" sibTransId="{320FBDB5-9F4B-48E7-BA63-8DC4DD5288DA}"/>
    <dgm:cxn modelId="{456284FF-6454-4BDA-83D5-E7F9651F5D4B}" srcId="{58CE9417-2D9C-4387-B65C-73A32D6E320C}" destId="{6419B5D2-E990-4407-8FB8-365400ED47FE}" srcOrd="1" destOrd="0" parTransId="{F1AB977D-8ABD-4993-BEA3-808A24CA9134}" sibTransId="{E39DE23D-3809-4ECF-A2CD-3156D640483C}"/>
    <dgm:cxn modelId="{87E008A9-A2C0-42F1-A124-70C3E93DCF3B}" type="presParOf" srcId="{4BA26E24-EB19-44C5-B604-E14FC0880243}" destId="{68093255-6412-47B1-A6ED-38B27DD7E5A9}" srcOrd="0" destOrd="0" presId="urn:microsoft.com/office/officeart/2005/8/layout/hList1"/>
    <dgm:cxn modelId="{840E5CC2-7B7F-436D-8CCC-35BF61F177FD}" type="presParOf" srcId="{68093255-6412-47B1-A6ED-38B27DD7E5A9}" destId="{E99D5929-3721-4492-972E-45FA159BE8D4}" srcOrd="0" destOrd="0" presId="urn:microsoft.com/office/officeart/2005/8/layout/hList1"/>
    <dgm:cxn modelId="{665AAFF2-D122-4F86-AD6A-C0BBFE03D95E}" type="presParOf" srcId="{68093255-6412-47B1-A6ED-38B27DD7E5A9}" destId="{697B73F9-F2CA-40F8-B613-B00C89F2FBB6}" srcOrd="1" destOrd="0" presId="urn:microsoft.com/office/officeart/2005/8/layout/hList1"/>
    <dgm:cxn modelId="{E3FB7880-1D25-4D81-BE22-710F729939B9}" type="presParOf" srcId="{4BA26E24-EB19-44C5-B604-E14FC0880243}" destId="{36E4A324-EA42-4DFB-A9A9-79BDC962F600}" srcOrd="1" destOrd="0" presId="urn:microsoft.com/office/officeart/2005/8/layout/hList1"/>
    <dgm:cxn modelId="{1A460238-28FC-491E-A8C6-745A32468D2D}" type="presParOf" srcId="{4BA26E24-EB19-44C5-B604-E14FC0880243}" destId="{893C92BF-3797-4754-BE5F-01B6D3051EEF}" srcOrd="2" destOrd="0" presId="urn:microsoft.com/office/officeart/2005/8/layout/hList1"/>
    <dgm:cxn modelId="{A9AB9818-7598-451B-9D72-D9A1E1C365EB}" type="presParOf" srcId="{893C92BF-3797-4754-BE5F-01B6D3051EEF}" destId="{1D025D47-B594-4187-B71A-29C1F38A517A}" srcOrd="0" destOrd="0" presId="urn:microsoft.com/office/officeart/2005/8/layout/hList1"/>
    <dgm:cxn modelId="{7967FA30-1D49-471E-AA88-2C8ADB3AD187}" type="presParOf" srcId="{893C92BF-3797-4754-BE5F-01B6D3051EEF}" destId="{D87EDA3E-F957-4473-BB9D-E019E5A1D0C2}" srcOrd="1" destOrd="0" presId="urn:microsoft.com/office/officeart/2005/8/layout/hList1"/>
    <dgm:cxn modelId="{CAF50933-9C79-422B-9894-5B60649B5338}" type="presParOf" srcId="{4BA26E24-EB19-44C5-B604-E14FC0880243}" destId="{35BA4924-9398-47A2-AC2C-300273127268}" srcOrd="3" destOrd="0" presId="urn:microsoft.com/office/officeart/2005/8/layout/hList1"/>
    <dgm:cxn modelId="{114028D9-5387-43A5-84E8-63827B5EA280}" type="presParOf" srcId="{4BA26E24-EB19-44C5-B604-E14FC0880243}" destId="{AC79BD17-A49D-440B-85A4-028F804935DD}" srcOrd="4" destOrd="0" presId="urn:microsoft.com/office/officeart/2005/8/layout/hList1"/>
    <dgm:cxn modelId="{1C4B96E9-BC1B-465C-88DA-DD765FCF148B}" type="presParOf" srcId="{AC79BD17-A49D-440B-85A4-028F804935DD}" destId="{8BD34743-864D-4287-861F-C68EE46086A8}" srcOrd="0" destOrd="0" presId="urn:microsoft.com/office/officeart/2005/8/layout/hList1"/>
    <dgm:cxn modelId="{1E669BCB-CFDB-4CDF-A676-C7EECE39C32D}" type="presParOf" srcId="{AC79BD17-A49D-440B-85A4-028F804935DD}" destId="{14A414A4-F03E-474E-809D-E44B894F297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CFD1BA-87AF-4229-B9EA-8585CDDC3D24}"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hu-HU"/>
        </a:p>
      </dgm:t>
    </dgm:pt>
    <dgm:pt modelId="{E5AB7AB8-AED8-4D64-81E2-3265A2B8C64B}">
      <dgm:prSet phldrT="[Szöveg]"/>
      <dgm:spPr/>
      <dgm:t>
        <a:bodyPr/>
        <a:lstStyle/>
        <a:p>
          <a:r>
            <a:rPr lang="hu-HU" dirty="0">
              <a:latin typeface="Times New Roman" panose="02020603050405020304" pitchFamily="18" charset="0"/>
              <a:cs typeface="Times New Roman" panose="02020603050405020304" pitchFamily="18" charset="0"/>
            </a:rPr>
            <a:t>Jogszerűség, tisztességes eljárás és átláthatóság</a:t>
          </a:r>
        </a:p>
      </dgm:t>
    </dgm:pt>
    <dgm:pt modelId="{0C1259B7-7B4D-453D-9D65-928E4873F4EC}" type="parTrans" cxnId="{2D705B74-ED79-41B9-BB44-80B408D33A3C}">
      <dgm:prSet/>
      <dgm:spPr/>
      <dgm:t>
        <a:bodyPr/>
        <a:lstStyle/>
        <a:p>
          <a:endParaRPr lang="hu-HU">
            <a:latin typeface="Times New Roman" panose="02020603050405020304" pitchFamily="18" charset="0"/>
            <a:cs typeface="Times New Roman" panose="02020603050405020304" pitchFamily="18" charset="0"/>
          </a:endParaRPr>
        </a:p>
      </dgm:t>
    </dgm:pt>
    <dgm:pt modelId="{0EE8F758-C7E7-413B-9CE5-8609E238DD01}" type="sibTrans" cxnId="{2D705B74-ED79-41B9-BB44-80B408D33A3C}">
      <dgm:prSet/>
      <dgm:spPr/>
      <dgm:t>
        <a:bodyPr/>
        <a:lstStyle/>
        <a:p>
          <a:endParaRPr lang="hu-HU">
            <a:latin typeface="Times New Roman" panose="02020603050405020304" pitchFamily="18" charset="0"/>
            <a:cs typeface="Times New Roman" panose="02020603050405020304" pitchFamily="18" charset="0"/>
          </a:endParaRPr>
        </a:p>
      </dgm:t>
    </dgm:pt>
    <dgm:pt modelId="{ADF760F6-D416-4135-B640-E6F38AF96A55}">
      <dgm:prSet phldrT="[Szöveg]"/>
      <dgm:spPr/>
      <dgm:t>
        <a:bodyPr/>
        <a:lstStyle/>
        <a:p>
          <a:pPr>
            <a:buClrTx/>
            <a:buSzPts val="2800"/>
            <a:buFont typeface="Arial" panose="020B0604020202020204" pitchFamily="34" charset="0"/>
            <a:buChar char="•"/>
          </a:pPr>
          <a:r>
            <a:rPr lang="hu-HU" dirty="0">
              <a:latin typeface="Times New Roman" panose="02020603050405020304" pitchFamily="18" charset="0"/>
              <a:cs typeface="Times New Roman" panose="02020603050405020304" pitchFamily="18" charset="0"/>
            </a:rPr>
            <a:t>Célhoz kötöttség</a:t>
          </a:r>
        </a:p>
      </dgm:t>
    </dgm:pt>
    <dgm:pt modelId="{5EA5851D-B4B9-4ACD-805B-95C37E2E7526}" type="parTrans" cxnId="{39A0125A-9E41-4461-A695-FF133DF1345A}">
      <dgm:prSet/>
      <dgm:spPr/>
      <dgm:t>
        <a:bodyPr/>
        <a:lstStyle/>
        <a:p>
          <a:endParaRPr lang="hu-HU">
            <a:latin typeface="Times New Roman" panose="02020603050405020304" pitchFamily="18" charset="0"/>
            <a:cs typeface="Times New Roman" panose="02020603050405020304" pitchFamily="18" charset="0"/>
          </a:endParaRPr>
        </a:p>
      </dgm:t>
    </dgm:pt>
    <dgm:pt modelId="{FCB65BAC-0A18-4808-9B29-679F62C3BA5F}" type="sibTrans" cxnId="{39A0125A-9E41-4461-A695-FF133DF1345A}">
      <dgm:prSet/>
      <dgm:spPr/>
      <dgm:t>
        <a:bodyPr/>
        <a:lstStyle/>
        <a:p>
          <a:endParaRPr lang="hu-HU">
            <a:latin typeface="Times New Roman" panose="02020603050405020304" pitchFamily="18" charset="0"/>
            <a:cs typeface="Times New Roman" panose="02020603050405020304" pitchFamily="18" charset="0"/>
          </a:endParaRPr>
        </a:p>
      </dgm:t>
    </dgm:pt>
    <dgm:pt modelId="{B39DE0B5-1D7E-4190-8FE1-C6D216DE7AB2}">
      <dgm:prSet phldrT="[Szöveg]"/>
      <dgm:spPr/>
      <dgm:t>
        <a:bodyPr/>
        <a:lstStyle/>
        <a:p>
          <a:pPr>
            <a:buClrTx/>
            <a:buSzPts val="2800"/>
            <a:buFont typeface="Arial" panose="020B0604020202020204" pitchFamily="34" charset="0"/>
            <a:buChar char="•"/>
          </a:pPr>
          <a:r>
            <a:rPr lang="hu-HU" dirty="0">
              <a:latin typeface="Times New Roman" panose="02020603050405020304" pitchFamily="18" charset="0"/>
              <a:cs typeface="Times New Roman" panose="02020603050405020304" pitchFamily="18" charset="0"/>
            </a:rPr>
            <a:t>Adattakarékosság, (adatminimalizálás)</a:t>
          </a:r>
        </a:p>
      </dgm:t>
    </dgm:pt>
    <dgm:pt modelId="{05685C23-506E-487D-8AEF-0A073988980C}" type="parTrans" cxnId="{5C7D5B39-789B-4763-B2CA-A12E2C2D6520}">
      <dgm:prSet/>
      <dgm:spPr/>
      <dgm:t>
        <a:bodyPr/>
        <a:lstStyle/>
        <a:p>
          <a:endParaRPr lang="hu-HU">
            <a:latin typeface="Times New Roman" panose="02020603050405020304" pitchFamily="18" charset="0"/>
            <a:cs typeface="Times New Roman" panose="02020603050405020304" pitchFamily="18" charset="0"/>
          </a:endParaRPr>
        </a:p>
      </dgm:t>
    </dgm:pt>
    <dgm:pt modelId="{53FD8BFC-7B93-4DA9-8044-7B0F5ACFB4DA}" type="sibTrans" cxnId="{5C7D5B39-789B-4763-B2CA-A12E2C2D6520}">
      <dgm:prSet/>
      <dgm:spPr/>
      <dgm:t>
        <a:bodyPr/>
        <a:lstStyle/>
        <a:p>
          <a:endParaRPr lang="hu-HU">
            <a:latin typeface="Times New Roman" panose="02020603050405020304" pitchFamily="18" charset="0"/>
            <a:cs typeface="Times New Roman" panose="02020603050405020304" pitchFamily="18" charset="0"/>
          </a:endParaRPr>
        </a:p>
      </dgm:t>
    </dgm:pt>
    <dgm:pt modelId="{65322644-5B56-4D93-A3B7-7378085AF0C3}">
      <dgm:prSet phldrT="[Szöveg]"/>
      <dgm:spPr/>
      <dgm:t>
        <a:bodyPr/>
        <a:lstStyle/>
        <a:p>
          <a:pPr>
            <a:buClrTx/>
            <a:buSzPts val="2800"/>
            <a:buFont typeface="Arial" panose="020B0604020202020204" pitchFamily="34" charset="0"/>
            <a:buChar char="•"/>
          </a:pPr>
          <a:r>
            <a:rPr lang="hu-HU" dirty="0">
              <a:latin typeface="Times New Roman" panose="02020603050405020304" pitchFamily="18" charset="0"/>
              <a:cs typeface="Times New Roman" panose="02020603050405020304" pitchFamily="18" charset="0"/>
            </a:rPr>
            <a:t>Pontosság (adatminőség)</a:t>
          </a:r>
        </a:p>
      </dgm:t>
    </dgm:pt>
    <dgm:pt modelId="{07137CFB-3DB7-4A25-9658-3D2C0481C93F}" type="parTrans" cxnId="{6495A6AD-E764-49D8-8565-D39AAE90732D}">
      <dgm:prSet/>
      <dgm:spPr/>
      <dgm:t>
        <a:bodyPr/>
        <a:lstStyle/>
        <a:p>
          <a:endParaRPr lang="hu-HU">
            <a:latin typeface="Times New Roman" panose="02020603050405020304" pitchFamily="18" charset="0"/>
            <a:cs typeface="Times New Roman" panose="02020603050405020304" pitchFamily="18" charset="0"/>
          </a:endParaRPr>
        </a:p>
      </dgm:t>
    </dgm:pt>
    <dgm:pt modelId="{1100D94F-349C-457D-9D87-B595AEDC4ACB}" type="sibTrans" cxnId="{6495A6AD-E764-49D8-8565-D39AAE90732D}">
      <dgm:prSet/>
      <dgm:spPr/>
      <dgm:t>
        <a:bodyPr/>
        <a:lstStyle/>
        <a:p>
          <a:endParaRPr lang="hu-HU">
            <a:latin typeface="Times New Roman" panose="02020603050405020304" pitchFamily="18" charset="0"/>
            <a:cs typeface="Times New Roman" panose="02020603050405020304" pitchFamily="18" charset="0"/>
          </a:endParaRPr>
        </a:p>
      </dgm:t>
    </dgm:pt>
    <dgm:pt modelId="{4F4FE3F4-A1B3-4328-B345-27F9E9DA4B18}">
      <dgm:prSet phldrT="[Szöveg]"/>
      <dgm:spPr/>
      <dgm:t>
        <a:bodyPr/>
        <a:lstStyle/>
        <a:p>
          <a:pPr>
            <a:buClrTx/>
            <a:buSzPts val="2800"/>
            <a:buFont typeface="Arial" panose="020B0604020202020204" pitchFamily="34" charset="0"/>
            <a:buChar char="•"/>
          </a:pPr>
          <a:r>
            <a:rPr lang="hu-HU">
              <a:latin typeface="Times New Roman" panose="02020603050405020304" pitchFamily="18" charset="0"/>
              <a:cs typeface="Times New Roman" panose="02020603050405020304" pitchFamily="18" charset="0"/>
            </a:rPr>
            <a:t>Korlátozott tárolhatóság</a:t>
          </a:r>
          <a:endParaRPr lang="hu-HU" dirty="0">
            <a:latin typeface="Times New Roman" panose="02020603050405020304" pitchFamily="18" charset="0"/>
            <a:cs typeface="Times New Roman" panose="02020603050405020304" pitchFamily="18" charset="0"/>
          </a:endParaRPr>
        </a:p>
      </dgm:t>
    </dgm:pt>
    <dgm:pt modelId="{800C7BC5-2101-45DC-9B66-4D3265E4AB85}" type="parTrans" cxnId="{616D5A5C-E688-4E97-A808-633BF7773114}">
      <dgm:prSet/>
      <dgm:spPr/>
      <dgm:t>
        <a:bodyPr/>
        <a:lstStyle/>
        <a:p>
          <a:endParaRPr lang="hu-HU">
            <a:latin typeface="Times New Roman" panose="02020603050405020304" pitchFamily="18" charset="0"/>
            <a:cs typeface="Times New Roman" panose="02020603050405020304" pitchFamily="18" charset="0"/>
          </a:endParaRPr>
        </a:p>
      </dgm:t>
    </dgm:pt>
    <dgm:pt modelId="{3975D30C-081C-4BF7-9361-7693A810B2B6}" type="sibTrans" cxnId="{616D5A5C-E688-4E97-A808-633BF7773114}">
      <dgm:prSet/>
      <dgm:spPr/>
      <dgm:t>
        <a:bodyPr/>
        <a:lstStyle/>
        <a:p>
          <a:endParaRPr lang="hu-HU">
            <a:latin typeface="Times New Roman" panose="02020603050405020304" pitchFamily="18" charset="0"/>
            <a:cs typeface="Times New Roman" panose="02020603050405020304" pitchFamily="18" charset="0"/>
          </a:endParaRPr>
        </a:p>
      </dgm:t>
    </dgm:pt>
    <dgm:pt modelId="{2CA3A935-B6C8-4DE7-A178-E3799E15C156}">
      <dgm:prSet phldrT="[Szöveg]"/>
      <dgm:spPr/>
      <dgm:t>
        <a:bodyPr/>
        <a:lstStyle/>
        <a:p>
          <a:pPr>
            <a:buClrTx/>
            <a:buSzPts val="2800"/>
            <a:buFont typeface="Arial" panose="020B0604020202020204" pitchFamily="34" charset="0"/>
            <a:buChar char="•"/>
          </a:pPr>
          <a:r>
            <a:rPr lang="hu-HU" dirty="0">
              <a:latin typeface="Times New Roman" panose="02020603050405020304" pitchFamily="18" charset="0"/>
              <a:cs typeface="Times New Roman" panose="02020603050405020304" pitchFamily="18" charset="0"/>
            </a:rPr>
            <a:t>Integritás és bizalmas jelleg</a:t>
          </a:r>
        </a:p>
      </dgm:t>
    </dgm:pt>
    <dgm:pt modelId="{BBF1E197-A794-47F8-A50B-2D58D72E9D5B}" type="parTrans" cxnId="{FDB6EC9B-DC22-477C-A14F-5493A8E6F0BC}">
      <dgm:prSet/>
      <dgm:spPr/>
      <dgm:t>
        <a:bodyPr/>
        <a:lstStyle/>
        <a:p>
          <a:endParaRPr lang="hu-HU">
            <a:latin typeface="Times New Roman" panose="02020603050405020304" pitchFamily="18" charset="0"/>
            <a:cs typeface="Times New Roman" panose="02020603050405020304" pitchFamily="18" charset="0"/>
          </a:endParaRPr>
        </a:p>
      </dgm:t>
    </dgm:pt>
    <dgm:pt modelId="{6E07A2BF-D7D2-407D-B588-E0B43709EF15}" type="sibTrans" cxnId="{FDB6EC9B-DC22-477C-A14F-5493A8E6F0BC}">
      <dgm:prSet/>
      <dgm:spPr/>
      <dgm:t>
        <a:bodyPr/>
        <a:lstStyle/>
        <a:p>
          <a:endParaRPr lang="hu-HU">
            <a:latin typeface="Times New Roman" panose="02020603050405020304" pitchFamily="18" charset="0"/>
            <a:cs typeface="Times New Roman" panose="02020603050405020304" pitchFamily="18" charset="0"/>
          </a:endParaRPr>
        </a:p>
      </dgm:t>
    </dgm:pt>
    <dgm:pt modelId="{198782E5-C9FC-4020-BB35-79F86A126AC3}">
      <dgm:prSet phldrT="[Szöveg]"/>
      <dgm:spPr/>
      <dgm:t>
        <a:bodyPr/>
        <a:lstStyle/>
        <a:p>
          <a:r>
            <a:rPr lang="hu-HU">
              <a:latin typeface="Times New Roman" panose="02020603050405020304" pitchFamily="18" charset="0"/>
              <a:cs typeface="Times New Roman" panose="02020603050405020304" pitchFamily="18" charset="0"/>
            </a:rPr>
            <a:t>Elszámoltathatóság</a:t>
          </a:r>
          <a:endParaRPr lang="hu-HU" dirty="0">
            <a:latin typeface="Times New Roman" panose="02020603050405020304" pitchFamily="18" charset="0"/>
            <a:cs typeface="Times New Roman" panose="02020603050405020304" pitchFamily="18" charset="0"/>
          </a:endParaRPr>
        </a:p>
      </dgm:t>
    </dgm:pt>
    <dgm:pt modelId="{84690520-F348-48B1-9AA6-6347F4CC04DD}" type="parTrans" cxnId="{1F2F11F9-B71C-4765-AA2F-80FB072169EB}">
      <dgm:prSet/>
      <dgm:spPr/>
      <dgm:t>
        <a:bodyPr/>
        <a:lstStyle/>
        <a:p>
          <a:endParaRPr lang="hu-HU">
            <a:latin typeface="Times New Roman" panose="02020603050405020304" pitchFamily="18" charset="0"/>
            <a:cs typeface="Times New Roman" panose="02020603050405020304" pitchFamily="18" charset="0"/>
          </a:endParaRPr>
        </a:p>
      </dgm:t>
    </dgm:pt>
    <dgm:pt modelId="{36BB76BE-B06E-4916-91A9-DE7B98D55B88}" type="sibTrans" cxnId="{1F2F11F9-B71C-4765-AA2F-80FB072169EB}">
      <dgm:prSet/>
      <dgm:spPr/>
      <dgm:t>
        <a:bodyPr/>
        <a:lstStyle/>
        <a:p>
          <a:endParaRPr lang="hu-HU">
            <a:latin typeface="Times New Roman" panose="02020603050405020304" pitchFamily="18" charset="0"/>
            <a:cs typeface="Times New Roman" panose="02020603050405020304" pitchFamily="18" charset="0"/>
          </a:endParaRPr>
        </a:p>
      </dgm:t>
    </dgm:pt>
    <dgm:pt modelId="{9C633C07-03FA-41EB-9527-4955003A1FC8}" type="pres">
      <dgm:prSet presAssocID="{8DCFD1BA-87AF-4229-B9EA-8585CDDC3D24}" presName="diagram" presStyleCnt="0">
        <dgm:presLayoutVars>
          <dgm:dir/>
          <dgm:resizeHandles val="exact"/>
        </dgm:presLayoutVars>
      </dgm:prSet>
      <dgm:spPr/>
    </dgm:pt>
    <dgm:pt modelId="{1D7591EF-F6C2-42E6-BF89-EA95AE463972}" type="pres">
      <dgm:prSet presAssocID="{E5AB7AB8-AED8-4D64-81E2-3265A2B8C64B}" presName="node" presStyleLbl="node1" presStyleIdx="0" presStyleCnt="7">
        <dgm:presLayoutVars>
          <dgm:bulletEnabled val="1"/>
        </dgm:presLayoutVars>
      </dgm:prSet>
      <dgm:spPr/>
    </dgm:pt>
    <dgm:pt modelId="{5D07E39A-C09A-47FE-B099-B01561246DCE}" type="pres">
      <dgm:prSet presAssocID="{0EE8F758-C7E7-413B-9CE5-8609E238DD01}" presName="sibTrans" presStyleCnt="0"/>
      <dgm:spPr/>
    </dgm:pt>
    <dgm:pt modelId="{F7E12C8C-6162-484D-A44C-5905DBA7AB17}" type="pres">
      <dgm:prSet presAssocID="{ADF760F6-D416-4135-B640-E6F38AF96A55}" presName="node" presStyleLbl="node1" presStyleIdx="1" presStyleCnt="7">
        <dgm:presLayoutVars>
          <dgm:bulletEnabled val="1"/>
        </dgm:presLayoutVars>
      </dgm:prSet>
      <dgm:spPr/>
    </dgm:pt>
    <dgm:pt modelId="{58C96ABE-29C8-4FE1-B90F-D913416D293F}" type="pres">
      <dgm:prSet presAssocID="{FCB65BAC-0A18-4808-9B29-679F62C3BA5F}" presName="sibTrans" presStyleCnt="0"/>
      <dgm:spPr/>
    </dgm:pt>
    <dgm:pt modelId="{82A67361-B8D7-4A12-A3EF-BB2D2924D9A2}" type="pres">
      <dgm:prSet presAssocID="{B39DE0B5-1D7E-4190-8FE1-C6D216DE7AB2}" presName="node" presStyleLbl="node1" presStyleIdx="2" presStyleCnt="7">
        <dgm:presLayoutVars>
          <dgm:bulletEnabled val="1"/>
        </dgm:presLayoutVars>
      </dgm:prSet>
      <dgm:spPr/>
    </dgm:pt>
    <dgm:pt modelId="{79776F39-36B9-46F9-B0FA-3EDA66C793F6}" type="pres">
      <dgm:prSet presAssocID="{53FD8BFC-7B93-4DA9-8044-7B0F5ACFB4DA}" presName="sibTrans" presStyleCnt="0"/>
      <dgm:spPr/>
    </dgm:pt>
    <dgm:pt modelId="{6D439C8B-D746-4361-8EE4-3546F2565032}" type="pres">
      <dgm:prSet presAssocID="{65322644-5B56-4D93-A3B7-7378085AF0C3}" presName="node" presStyleLbl="node1" presStyleIdx="3" presStyleCnt="7">
        <dgm:presLayoutVars>
          <dgm:bulletEnabled val="1"/>
        </dgm:presLayoutVars>
      </dgm:prSet>
      <dgm:spPr/>
    </dgm:pt>
    <dgm:pt modelId="{4E06656A-D29A-480E-8C21-FF45486F5C46}" type="pres">
      <dgm:prSet presAssocID="{1100D94F-349C-457D-9D87-B595AEDC4ACB}" presName="sibTrans" presStyleCnt="0"/>
      <dgm:spPr/>
    </dgm:pt>
    <dgm:pt modelId="{94A532C6-2BE9-4C71-AEDA-99D39EA7105A}" type="pres">
      <dgm:prSet presAssocID="{4F4FE3F4-A1B3-4328-B345-27F9E9DA4B18}" presName="node" presStyleLbl="node1" presStyleIdx="4" presStyleCnt="7">
        <dgm:presLayoutVars>
          <dgm:bulletEnabled val="1"/>
        </dgm:presLayoutVars>
      </dgm:prSet>
      <dgm:spPr/>
    </dgm:pt>
    <dgm:pt modelId="{F90F8FFB-8749-43C6-B964-9155C5D4EAD0}" type="pres">
      <dgm:prSet presAssocID="{3975D30C-081C-4BF7-9361-7693A810B2B6}" presName="sibTrans" presStyleCnt="0"/>
      <dgm:spPr/>
    </dgm:pt>
    <dgm:pt modelId="{2FD71900-7027-4B9F-9299-F12CDB81872B}" type="pres">
      <dgm:prSet presAssocID="{2CA3A935-B6C8-4DE7-A178-E3799E15C156}" presName="node" presStyleLbl="node1" presStyleIdx="5" presStyleCnt="7">
        <dgm:presLayoutVars>
          <dgm:bulletEnabled val="1"/>
        </dgm:presLayoutVars>
      </dgm:prSet>
      <dgm:spPr/>
    </dgm:pt>
    <dgm:pt modelId="{04711B6F-6243-43A9-90DB-BD01B9CB1D66}" type="pres">
      <dgm:prSet presAssocID="{6E07A2BF-D7D2-407D-B588-E0B43709EF15}" presName="sibTrans" presStyleCnt="0"/>
      <dgm:spPr/>
    </dgm:pt>
    <dgm:pt modelId="{57247CB2-C365-4779-AC25-ECE4F2781CE2}" type="pres">
      <dgm:prSet presAssocID="{198782E5-C9FC-4020-BB35-79F86A126AC3}" presName="node" presStyleLbl="node1" presStyleIdx="6" presStyleCnt="7">
        <dgm:presLayoutVars>
          <dgm:bulletEnabled val="1"/>
        </dgm:presLayoutVars>
      </dgm:prSet>
      <dgm:spPr/>
    </dgm:pt>
  </dgm:ptLst>
  <dgm:cxnLst>
    <dgm:cxn modelId="{B90B0F01-37BD-4C45-8017-51D1BC1159D7}" type="presOf" srcId="{198782E5-C9FC-4020-BB35-79F86A126AC3}" destId="{57247CB2-C365-4779-AC25-ECE4F2781CE2}" srcOrd="0" destOrd="0" presId="urn:microsoft.com/office/officeart/2005/8/layout/default"/>
    <dgm:cxn modelId="{5C7D5B39-789B-4763-B2CA-A12E2C2D6520}" srcId="{8DCFD1BA-87AF-4229-B9EA-8585CDDC3D24}" destId="{B39DE0B5-1D7E-4190-8FE1-C6D216DE7AB2}" srcOrd="2" destOrd="0" parTransId="{05685C23-506E-487D-8AEF-0A073988980C}" sibTransId="{53FD8BFC-7B93-4DA9-8044-7B0F5ACFB4DA}"/>
    <dgm:cxn modelId="{616D5A5C-E688-4E97-A808-633BF7773114}" srcId="{8DCFD1BA-87AF-4229-B9EA-8585CDDC3D24}" destId="{4F4FE3F4-A1B3-4328-B345-27F9E9DA4B18}" srcOrd="4" destOrd="0" parTransId="{800C7BC5-2101-45DC-9B66-4D3265E4AB85}" sibTransId="{3975D30C-081C-4BF7-9361-7693A810B2B6}"/>
    <dgm:cxn modelId="{8531746E-5F9C-47D6-9679-26AED5A1DD69}" type="presOf" srcId="{E5AB7AB8-AED8-4D64-81E2-3265A2B8C64B}" destId="{1D7591EF-F6C2-42E6-BF89-EA95AE463972}" srcOrd="0" destOrd="0" presId="urn:microsoft.com/office/officeart/2005/8/layout/default"/>
    <dgm:cxn modelId="{04BD0571-BB79-4D21-85F6-B2477A66A240}" type="presOf" srcId="{4F4FE3F4-A1B3-4328-B345-27F9E9DA4B18}" destId="{94A532C6-2BE9-4C71-AEDA-99D39EA7105A}" srcOrd="0" destOrd="0" presId="urn:microsoft.com/office/officeart/2005/8/layout/default"/>
    <dgm:cxn modelId="{2D705B74-ED79-41B9-BB44-80B408D33A3C}" srcId="{8DCFD1BA-87AF-4229-B9EA-8585CDDC3D24}" destId="{E5AB7AB8-AED8-4D64-81E2-3265A2B8C64B}" srcOrd="0" destOrd="0" parTransId="{0C1259B7-7B4D-453D-9D65-928E4873F4EC}" sibTransId="{0EE8F758-C7E7-413B-9CE5-8609E238DD01}"/>
    <dgm:cxn modelId="{39A0125A-9E41-4461-A695-FF133DF1345A}" srcId="{8DCFD1BA-87AF-4229-B9EA-8585CDDC3D24}" destId="{ADF760F6-D416-4135-B640-E6F38AF96A55}" srcOrd="1" destOrd="0" parTransId="{5EA5851D-B4B9-4ACD-805B-95C37E2E7526}" sibTransId="{FCB65BAC-0A18-4808-9B29-679F62C3BA5F}"/>
    <dgm:cxn modelId="{530B428C-DE2A-4785-9C23-5BBA22E313A0}" type="presOf" srcId="{8DCFD1BA-87AF-4229-B9EA-8585CDDC3D24}" destId="{9C633C07-03FA-41EB-9527-4955003A1FC8}" srcOrd="0" destOrd="0" presId="urn:microsoft.com/office/officeart/2005/8/layout/default"/>
    <dgm:cxn modelId="{FDB6EC9B-DC22-477C-A14F-5493A8E6F0BC}" srcId="{8DCFD1BA-87AF-4229-B9EA-8585CDDC3D24}" destId="{2CA3A935-B6C8-4DE7-A178-E3799E15C156}" srcOrd="5" destOrd="0" parTransId="{BBF1E197-A794-47F8-A50B-2D58D72E9D5B}" sibTransId="{6E07A2BF-D7D2-407D-B588-E0B43709EF15}"/>
    <dgm:cxn modelId="{6495A6AD-E764-49D8-8565-D39AAE90732D}" srcId="{8DCFD1BA-87AF-4229-B9EA-8585CDDC3D24}" destId="{65322644-5B56-4D93-A3B7-7378085AF0C3}" srcOrd="3" destOrd="0" parTransId="{07137CFB-3DB7-4A25-9658-3D2C0481C93F}" sibTransId="{1100D94F-349C-457D-9D87-B595AEDC4ACB}"/>
    <dgm:cxn modelId="{92A763B1-6349-48D8-9130-447C4C86B75E}" type="presOf" srcId="{2CA3A935-B6C8-4DE7-A178-E3799E15C156}" destId="{2FD71900-7027-4B9F-9299-F12CDB81872B}" srcOrd="0" destOrd="0" presId="urn:microsoft.com/office/officeart/2005/8/layout/default"/>
    <dgm:cxn modelId="{727733C1-A5A7-45A7-B419-FAACA2327547}" type="presOf" srcId="{65322644-5B56-4D93-A3B7-7378085AF0C3}" destId="{6D439C8B-D746-4361-8EE4-3546F2565032}" srcOrd="0" destOrd="0" presId="urn:microsoft.com/office/officeart/2005/8/layout/default"/>
    <dgm:cxn modelId="{40DDACE0-8188-46D6-891C-29D0E622AD97}" type="presOf" srcId="{ADF760F6-D416-4135-B640-E6F38AF96A55}" destId="{F7E12C8C-6162-484D-A44C-5905DBA7AB17}" srcOrd="0" destOrd="0" presId="urn:microsoft.com/office/officeart/2005/8/layout/default"/>
    <dgm:cxn modelId="{A6E9FEED-9C75-4E85-B40A-244E9441284B}" type="presOf" srcId="{B39DE0B5-1D7E-4190-8FE1-C6D216DE7AB2}" destId="{82A67361-B8D7-4A12-A3EF-BB2D2924D9A2}" srcOrd="0" destOrd="0" presId="urn:microsoft.com/office/officeart/2005/8/layout/default"/>
    <dgm:cxn modelId="{1F2F11F9-B71C-4765-AA2F-80FB072169EB}" srcId="{8DCFD1BA-87AF-4229-B9EA-8585CDDC3D24}" destId="{198782E5-C9FC-4020-BB35-79F86A126AC3}" srcOrd="6" destOrd="0" parTransId="{84690520-F348-48B1-9AA6-6347F4CC04DD}" sibTransId="{36BB76BE-B06E-4916-91A9-DE7B98D55B88}"/>
    <dgm:cxn modelId="{4415875F-44EE-478E-9C4C-CB64622DCD4F}" type="presParOf" srcId="{9C633C07-03FA-41EB-9527-4955003A1FC8}" destId="{1D7591EF-F6C2-42E6-BF89-EA95AE463972}" srcOrd="0" destOrd="0" presId="urn:microsoft.com/office/officeart/2005/8/layout/default"/>
    <dgm:cxn modelId="{D4981237-3085-49A1-BB4C-272FA8D741C5}" type="presParOf" srcId="{9C633C07-03FA-41EB-9527-4955003A1FC8}" destId="{5D07E39A-C09A-47FE-B099-B01561246DCE}" srcOrd="1" destOrd="0" presId="urn:microsoft.com/office/officeart/2005/8/layout/default"/>
    <dgm:cxn modelId="{D580F09B-ED2B-4BB9-8B32-F86A17018CB6}" type="presParOf" srcId="{9C633C07-03FA-41EB-9527-4955003A1FC8}" destId="{F7E12C8C-6162-484D-A44C-5905DBA7AB17}" srcOrd="2" destOrd="0" presId="urn:microsoft.com/office/officeart/2005/8/layout/default"/>
    <dgm:cxn modelId="{B3F90097-B94F-48A8-8984-43B6D982ABE4}" type="presParOf" srcId="{9C633C07-03FA-41EB-9527-4955003A1FC8}" destId="{58C96ABE-29C8-4FE1-B90F-D913416D293F}" srcOrd="3" destOrd="0" presId="urn:microsoft.com/office/officeart/2005/8/layout/default"/>
    <dgm:cxn modelId="{7202513F-1EEF-4104-A068-708CFC727BF7}" type="presParOf" srcId="{9C633C07-03FA-41EB-9527-4955003A1FC8}" destId="{82A67361-B8D7-4A12-A3EF-BB2D2924D9A2}" srcOrd="4" destOrd="0" presId="urn:microsoft.com/office/officeart/2005/8/layout/default"/>
    <dgm:cxn modelId="{02383701-4F1B-44CC-B69B-140ACC3ACAC6}" type="presParOf" srcId="{9C633C07-03FA-41EB-9527-4955003A1FC8}" destId="{79776F39-36B9-46F9-B0FA-3EDA66C793F6}" srcOrd="5" destOrd="0" presId="urn:microsoft.com/office/officeart/2005/8/layout/default"/>
    <dgm:cxn modelId="{796174F7-F509-408A-85E5-14A45B2D6109}" type="presParOf" srcId="{9C633C07-03FA-41EB-9527-4955003A1FC8}" destId="{6D439C8B-D746-4361-8EE4-3546F2565032}" srcOrd="6" destOrd="0" presId="urn:microsoft.com/office/officeart/2005/8/layout/default"/>
    <dgm:cxn modelId="{182D02DB-641C-4E2D-BEB0-B038543471DD}" type="presParOf" srcId="{9C633C07-03FA-41EB-9527-4955003A1FC8}" destId="{4E06656A-D29A-480E-8C21-FF45486F5C46}" srcOrd="7" destOrd="0" presId="urn:microsoft.com/office/officeart/2005/8/layout/default"/>
    <dgm:cxn modelId="{FCB693C8-CAD6-4D1D-A15E-80DEC01BE3FE}" type="presParOf" srcId="{9C633C07-03FA-41EB-9527-4955003A1FC8}" destId="{94A532C6-2BE9-4C71-AEDA-99D39EA7105A}" srcOrd="8" destOrd="0" presId="urn:microsoft.com/office/officeart/2005/8/layout/default"/>
    <dgm:cxn modelId="{6742F910-94A7-4A9F-8A86-4466949E1C20}" type="presParOf" srcId="{9C633C07-03FA-41EB-9527-4955003A1FC8}" destId="{F90F8FFB-8749-43C6-B964-9155C5D4EAD0}" srcOrd="9" destOrd="0" presId="urn:microsoft.com/office/officeart/2005/8/layout/default"/>
    <dgm:cxn modelId="{1E26630B-3BB1-4482-B013-EF5B8E2DCD28}" type="presParOf" srcId="{9C633C07-03FA-41EB-9527-4955003A1FC8}" destId="{2FD71900-7027-4B9F-9299-F12CDB81872B}" srcOrd="10" destOrd="0" presId="urn:microsoft.com/office/officeart/2005/8/layout/default"/>
    <dgm:cxn modelId="{D0F4AD59-7C82-485F-8459-23E45CEBEAFB}" type="presParOf" srcId="{9C633C07-03FA-41EB-9527-4955003A1FC8}" destId="{04711B6F-6243-43A9-90DB-BD01B9CB1D66}" srcOrd="11" destOrd="0" presId="urn:microsoft.com/office/officeart/2005/8/layout/default"/>
    <dgm:cxn modelId="{A1C4AA2F-AB8E-4275-8AB6-93B85C0ABCB5}" type="presParOf" srcId="{9C633C07-03FA-41EB-9527-4955003A1FC8}" destId="{57247CB2-C365-4779-AC25-ECE4F2781CE2}"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A621661-E15B-47F5-BFBD-408FB941150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hu-HU"/>
        </a:p>
      </dgm:t>
    </dgm:pt>
    <dgm:pt modelId="{9A8383F5-C6C3-4BF8-A6E6-856FDCD05C1A}">
      <dgm:prSet phldrT="[Szöveg]" custT="1"/>
      <dgm:spPr/>
      <dgm:t>
        <a:bodyPr/>
        <a:lstStyle/>
        <a:p>
          <a:r>
            <a:rPr lang="hu-HU" sz="2400" dirty="0">
              <a:latin typeface="Times New Roman" panose="02020603050405020304" pitchFamily="18" charset="0"/>
              <a:cs typeface="Times New Roman" panose="02020603050405020304" pitchFamily="18" charset="0"/>
            </a:rPr>
            <a:t>Tájékoztatáshoz való jog – 13-14. cikk</a:t>
          </a:r>
        </a:p>
      </dgm:t>
    </dgm:pt>
    <dgm:pt modelId="{6DAFC7E2-7374-438E-9AD9-E9DC861EFAD9}" type="parTrans" cxnId="{6449D74C-EB2E-4E56-8CF6-476ABC732A90}">
      <dgm:prSet/>
      <dgm:spPr/>
      <dgm:t>
        <a:bodyPr/>
        <a:lstStyle/>
        <a:p>
          <a:endParaRPr lang="hu-HU" sz="2400">
            <a:latin typeface="Times New Roman" panose="02020603050405020304" pitchFamily="18" charset="0"/>
            <a:cs typeface="Times New Roman" panose="02020603050405020304" pitchFamily="18" charset="0"/>
          </a:endParaRPr>
        </a:p>
      </dgm:t>
    </dgm:pt>
    <dgm:pt modelId="{3CB43461-C4E4-4909-A720-971723E37A39}" type="sibTrans" cxnId="{6449D74C-EB2E-4E56-8CF6-476ABC732A90}">
      <dgm:prSet/>
      <dgm:spPr/>
      <dgm:t>
        <a:bodyPr/>
        <a:lstStyle/>
        <a:p>
          <a:endParaRPr lang="hu-HU" sz="2400">
            <a:latin typeface="Times New Roman" panose="02020603050405020304" pitchFamily="18" charset="0"/>
            <a:cs typeface="Times New Roman" panose="02020603050405020304" pitchFamily="18" charset="0"/>
          </a:endParaRPr>
        </a:p>
      </dgm:t>
    </dgm:pt>
    <dgm:pt modelId="{F42CA5E3-5270-4408-8EC1-D0E736D2688F}">
      <dgm:prSet phldrT="[Szöveg]" custT="1"/>
      <dgm:spPr/>
      <dgm:t>
        <a:bodyPr/>
        <a:lstStyle/>
        <a:p>
          <a:pPr>
            <a:buClrTx/>
            <a:buSzPts val="2800"/>
            <a:buFont typeface="Arial" panose="020B0604020202020204" pitchFamily="34" charset="0"/>
            <a:buChar char="•"/>
          </a:pPr>
          <a:r>
            <a:rPr lang="hu-HU" sz="2400" dirty="0">
              <a:latin typeface="Times New Roman" panose="02020603050405020304" pitchFamily="18" charset="0"/>
              <a:cs typeface="Times New Roman" panose="02020603050405020304" pitchFamily="18" charset="0"/>
            </a:rPr>
            <a:t>Hozzáféréshez való jog – 15. cikk</a:t>
          </a:r>
        </a:p>
      </dgm:t>
    </dgm:pt>
    <dgm:pt modelId="{A61A7153-2152-4677-AB37-F5117FB5C3A8}" type="parTrans" cxnId="{547434B8-26C7-43EA-B21A-C417A27E4673}">
      <dgm:prSet/>
      <dgm:spPr/>
      <dgm:t>
        <a:bodyPr/>
        <a:lstStyle/>
        <a:p>
          <a:endParaRPr lang="hu-HU" sz="2400">
            <a:latin typeface="Times New Roman" panose="02020603050405020304" pitchFamily="18" charset="0"/>
            <a:cs typeface="Times New Roman" panose="02020603050405020304" pitchFamily="18" charset="0"/>
          </a:endParaRPr>
        </a:p>
      </dgm:t>
    </dgm:pt>
    <dgm:pt modelId="{E577439C-AA12-4B23-B568-EF259F5E3122}" type="sibTrans" cxnId="{547434B8-26C7-43EA-B21A-C417A27E4673}">
      <dgm:prSet/>
      <dgm:spPr/>
      <dgm:t>
        <a:bodyPr/>
        <a:lstStyle/>
        <a:p>
          <a:endParaRPr lang="hu-HU" sz="2400">
            <a:latin typeface="Times New Roman" panose="02020603050405020304" pitchFamily="18" charset="0"/>
            <a:cs typeface="Times New Roman" panose="02020603050405020304" pitchFamily="18" charset="0"/>
          </a:endParaRPr>
        </a:p>
      </dgm:t>
    </dgm:pt>
    <dgm:pt modelId="{7D771A4D-FF48-4D19-A86F-D341F3FBC91F}">
      <dgm:prSet phldrT="[Szöveg]" custT="1"/>
      <dgm:spPr/>
      <dgm:t>
        <a:bodyPr/>
        <a:lstStyle/>
        <a:p>
          <a:pPr>
            <a:buClrTx/>
            <a:buSzPts val="2800"/>
            <a:buFont typeface="Arial" panose="020B0604020202020204" pitchFamily="34" charset="0"/>
            <a:buChar char="•"/>
          </a:pPr>
          <a:r>
            <a:rPr lang="hu-HU" sz="2400" dirty="0">
              <a:latin typeface="Times New Roman" panose="02020603050405020304" pitchFamily="18" charset="0"/>
              <a:cs typeface="Times New Roman" panose="02020603050405020304" pitchFamily="18" charset="0"/>
            </a:rPr>
            <a:t>Helyesbítés joga – 17. cikk</a:t>
          </a:r>
        </a:p>
      </dgm:t>
    </dgm:pt>
    <dgm:pt modelId="{9D69BB9A-5BE8-47EF-AF39-E0559C6BC387}" type="parTrans" cxnId="{E67F3EA4-2A65-4EAC-B2F8-6CD5BB173D01}">
      <dgm:prSet/>
      <dgm:spPr/>
      <dgm:t>
        <a:bodyPr/>
        <a:lstStyle/>
        <a:p>
          <a:endParaRPr lang="hu-HU" sz="2400">
            <a:latin typeface="Times New Roman" panose="02020603050405020304" pitchFamily="18" charset="0"/>
            <a:cs typeface="Times New Roman" panose="02020603050405020304" pitchFamily="18" charset="0"/>
          </a:endParaRPr>
        </a:p>
      </dgm:t>
    </dgm:pt>
    <dgm:pt modelId="{6F3F908C-92F2-4034-9DE1-21B8A8B8A812}" type="sibTrans" cxnId="{E67F3EA4-2A65-4EAC-B2F8-6CD5BB173D01}">
      <dgm:prSet/>
      <dgm:spPr/>
      <dgm:t>
        <a:bodyPr/>
        <a:lstStyle/>
        <a:p>
          <a:endParaRPr lang="hu-HU" sz="2400">
            <a:latin typeface="Times New Roman" panose="02020603050405020304" pitchFamily="18" charset="0"/>
            <a:cs typeface="Times New Roman" panose="02020603050405020304" pitchFamily="18" charset="0"/>
          </a:endParaRPr>
        </a:p>
      </dgm:t>
    </dgm:pt>
    <dgm:pt modelId="{FADC976B-42A3-4B5E-9F5E-0C368682E18A}">
      <dgm:prSet phldrT="[Szöveg]" custT="1"/>
      <dgm:spPr/>
      <dgm:t>
        <a:bodyPr/>
        <a:lstStyle/>
        <a:p>
          <a:pPr>
            <a:buClrTx/>
            <a:buSzPts val="2800"/>
            <a:buFont typeface="Arial" panose="020B0604020202020204" pitchFamily="34" charset="0"/>
            <a:buChar char="•"/>
          </a:pPr>
          <a:r>
            <a:rPr lang="hu-HU" sz="2400" dirty="0">
              <a:latin typeface="Times New Roman" panose="02020603050405020304" pitchFamily="18" charset="0"/>
              <a:cs typeface="Times New Roman" panose="02020603050405020304" pitchFamily="18" charset="0"/>
            </a:rPr>
            <a:t>Törléshez való jog (elfeledtetéshez való jog) – 18. cikk</a:t>
          </a:r>
        </a:p>
      </dgm:t>
    </dgm:pt>
    <dgm:pt modelId="{CACDB5C0-CDCC-44E1-82D4-D6946D1ADFC5}" type="parTrans" cxnId="{3E44D1E0-C07B-4B86-92FB-1FC520DCA5C2}">
      <dgm:prSet/>
      <dgm:spPr/>
      <dgm:t>
        <a:bodyPr/>
        <a:lstStyle/>
        <a:p>
          <a:endParaRPr lang="hu-HU" sz="2400">
            <a:latin typeface="Times New Roman" panose="02020603050405020304" pitchFamily="18" charset="0"/>
            <a:cs typeface="Times New Roman" panose="02020603050405020304" pitchFamily="18" charset="0"/>
          </a:endParaRPr>
        </a:p>
      </dgm:t>
    </dgm:pt>
    <dgm:pt modelId="{F64E04FF-673A-4AF0-841B-7EA6D173BD19}" type="sibTrans" cxnId="{3E44D1E0-C07B-4B86-92FB-1FC520DCA5C2}">
      <dgm:prSet/>
      <dgm:spPr/>
      <dgm:t>
        <a:bodyPr/>
        <a:lstStyle/>
        <a:p>
          <a:endParaRPr lang="hu-HU" sz="2400">
            <a:latin typeface="Times New Roman" panose="02020603050405020304" pitchFamily="18" charset="0"/>
            <a:cs typeface="Times New Roman" panose="02020603050405020304" pitchFamily="18" charset="0"/>
          </a:endParaRPr>
        </a:p>
      </dgm:t>
    </dgm:pt>
    <dgm:pt modelId="{F37C7B06-12FF-4614-B3A1-98E4872EE73A}">
      <dgm:prSet phldrT="[Szöveg]" custT="1"/>
      <dgm:spPr/>
      <dgm:t>
        <a:bodyPr/>
        <a:lstStyle/>
        <a:p>
          <a:pPr>
            <a:buClrTx/>
            <a:buSzPts val="2800"/>
            <a:buFont typeface="Arial" panose="020B0604020202020204" pitchFamily="34" charset="0"/>
            <a:buChar char="•"/>
          </a:pPr>
          <a:r>
            <a:rPr lang="hu-HU" sz="2400" dirty="0">
              <a:latin typeface="Times New Roman" panose="02020603050405020304" pitchFamily="18" charset="0"/>
              <a:cs typeface="Times New Roman" panose="02020603050405020304" pitchFamily="18" charset="0"/>
            </a:rPr>
            <a:t>Adathordozhatóság – 20. cikk</a:t>
          </a:r>
        </a:p>
      </dgm:t>
    </dgm:pt>
    <dgm:pt modelId="{3C7F5B84-9C94-4BEF-A4E9-CD76EE85EEA5}" type="parTrans" cxnId="{BE522F14-5F58-4156-B215-6D5700959158}">
      <dgm:prSet/>
      <dgm:spPr/>
      <dgm:t>
        <a:bodyPr/>
        <a:lstStyle/>
        <a:p>
          <a:endParaRPr lang="hu-HU" sz="2400">
            <a:latin typeface="Times New Roman" panose="02020603050405020304" pitchFamily="18" charset="0"/>
            <a:cs typeface="Times New Roman" panose="02020603050405020304" pitchFamily="18" charset="0"/>
          </a:endParaRPr>
        </a:p>
      </dgm:t>
    </dgm:pt>
    <dgm:pt modelId="{C9E1055C-2930-4FD4-B687-05D8F2776DB1}" type="sibTrans" cxnId="{BE522F14-5F58-4156-B215-6D5700959158}">
      <dgm:prSet/>
      <dgm:spPr/>
      <dgm:t>
        <a:bodyPr/>
        <a:lstStyle/>
        <a:p>
          <a:endParaRPr lang="hu-HU" sz="2400">
            <a:latin typeface="Times New Roman" panose="02020603050405020304" pitchFamily="18" charset="0"/>
            <a:cs typeface="Times New Roman" panose="02020603050405020304" pitchFamily="18" charset="0"/>
          </a:endParaRPr>
        </a:p>
      </dgm:t>
    </dgm:pt>
    <dgm:pt modelId="{C58A2B8A-6EBB-439D-9BB8-FD0EE7BD1C5B}">
      <dgm:prSet phldrT="[Szöveg]" custT="1"/>
      <dgm:spPr/>
      <dgm:t>
        <a:bodyPr/>
        <a:lstStyle/>
        <a:p>
          <a:pPr>
            <a:buClrTx/>
            <a:buSzPts val="2800"/>
            <a:buFont typeface="Arial" panose="020B0604020202020204" pitchFamily="34" charset="0"/>
            <a:buChar char="•"/>
          </a:pPr>
          <a:r>
            <a:rPr lang="hu-HU" sz="2400" dirty="0">
              <a:latin typeface="Times New Roman" panose="02020603050405020304" pitchFamily="18" charset="0"/>
              <a:cs typeface="Times New Roman" panose="02020603050405020304" pitchFamily="18" charset="0"/>
            </a:rPr>
            <a:t>Tiltakozáshoz való jog – 21. cikk</a:t>
          </a:r>
        </a:p>
      </dgm:t>
    </dgm:pt>
    <dgm:pt modelId="{78658197-2CE2-4980-98BD-AA3C45E34760}" type="parTrans" cxnId="{DD85C043-42F4-4972-A21B-F8824325A549}">
      <dgm:prSet/>
      <dgm:spPr/>
      <dgm:t>
        <a:bodyPr/>
        <a:lstStyle/>
        <a:p>
          <a:endParaRPr lang="hu-HU" sz="2400">
            <a:latin typeface="Times New Roman" panose="02020603050405020304" pitchFamily="18" charset="0"/>
            <a:cs typeface="Times New Roman" panose="02020603050405020304" pitchFamily="18" charset="0"/>
          </a:endParaRPr>
        </a:p>
      </dgm:t>
    </dgm:pt>
    <dgm:pt modelId="{EE72B752-F99D-4733-84CE-9E58AAA19D6E}" type="sibTrans" cxnId="{DD85C043-42F4-4972-A21B-F8824325A549}">
      <dgm:prSet/>
      <dgm:spPr/>
      <dgm:t>
        <a:bodyPr/>
        <a:lstStyle/>
        <a:p>
          <a:endParaRPr lang="hu-HU" sz="2400">
            <a:latin typeface="Times New Roman" panose="02020603050405020304" pitchFamily="18" charset="0"/>
            <a:cs typeface="Times New Roman" panose="02020603050405020304" pitchFamily="18" charset="0"/>
          </a:endParaRPr>
        </a:p>
      </dgm:t>
    </dgm:pt>
    <dgm:pt modelId="{4B71BE9E-4DE4-4C3A-8D07-D88F9B4B1B3B}">
      <dgm:prSet phldrT="[Szöveg]" custT="1"/>
      <dgm:spPr/>
      <dgm:t>
        <a:bodyPr/>
        <a:lstStyle/>
        <a:p>
          <a:pPr>
            <a:buClrTx/>
            <a:buSzPts val="2800"/>
            <a:buFont typeface="Arial" panose="020B0604020202020204" pitchFamily="34" charset="0"/>
            <a:buChar char="•"/>
          </a:pPr>
          <a:r>
            <a:rPr lang="hu-HU" sz="2400" dirty="0">
              <a:latin typeface="Times New Roman" panose="02020603050405020304" pitchFamily="18" charset="0"/>
              <a:cs typeface="Times New Roman" panose="02020603050405020304" pitchFamily="18" charset="0"/>
            </a:rPr>
            <a:t>Jogorvoslathoz való jog – 77-79. cikk</a:t>
          </a:r>
        </a:p>
      </dgm:t>
    </dgm:pt>
    <dgm:pt modelId="{1BBDCC40-0B1C-48E8-89DA-ED1CB45E7E6E}" type="parTrans" cxnId="{2596EF70-625D-466B-88D2-317B01F8694D}">
      <dgm:prSet/>
      <dgm:spPr/>
      <dgm:t>
        <a:bodyPr/>
        <a:lstStyle/>
        <a:p>
          <a:endParaRPr lang="hu-HU" sz="2400">
            <a:latin typeface="Times New Roman" panose="02020603050405020304" pitchFamily="18" charset="0"/>
            <a:cs typeface="Times New Roman" panose="02020603050405020304" pitchFamily="18" charset="0"/>
          </a:endParaRPr>
        </a:p>
      </dgm:t>
    </dgm:pt>
    <dgm:pt modelId="{61610F90-F9E6-45D0-ABBD-050617C01EFA}" type="sibTrans" cxnId="{2596EF70-625D-466B-88D2-317B01F8694D}">
      <dgm:prSet/>
      <dgm:spPr/>
      <dgm:t>
        <a:bodyPr/>
        <a:lstStyle/>
        <a:p>
          <a:endParaRPr lang="hu-HU" sz="2400">
            <a:latin typeface="Times New Roman" panose="02020603050405020304" pitchFamily="18" charset="0"/>
            <a:cs typeface="Times New Roman" panose="02020603050405020304" pitchFamily="18" charset="0"/>
          </a:endParaRPr>
        </a:p>
      </dgm:t>
    </dgm:pt>
    <dgm:pt modelId="{B0E9DC74-E4D9-4A11-9304-801805CDB245}">
      <dgm:prSet/>
      <dgm:spPr/>
      <dgm:t>
        <a:bodyPr/>
        <a:lstStyle/>
        <a:p>
          <a:endParaRPr lang="hu-HU" dirty="0">
            <a:latin typeface="Times New Roman" panose="02020603050405020304" pitchFamily="18" charset="0"/>
            <a:cs typeface="Times New Roman" panose="02020603050405020304" pitchFamily="18" charset="0"/>
          </a:endParaRPr>
        </a:p>
      </dgm:t>
    </dgm:pt>
    <dgm:pt modelId="{17611FAC-BF0A-4F4D-945C-462F9F6FAB15}" type="parTrans" cxnId="{280A782B-5039-40CF-96BC-05CD103B9552}">
      <dgm:prSet/>
      <dgm:spPr/>
      <dgm:t>
        <a:bodyPr/>
        <a:lstStyle/>
        <a:p>
          <a:endParaRPr lang="hu-HU">
            <a:latin typeface="Times New Roman" panose="02020603050405020304" pitchFamily="18" charset="0"/>
            <a:cs typeface="Times New Roman" panose="02020603050405020304" pitchFamily="18" charset="0"/>
          </a:endParaRPr>
        </a:p>
      </dgm:t>
    </dgm:pt>
    <dgm:pt modelId="{0C6DAE28-7607-49D6-96E7-541DCA569DC1}" type="sibTrans" cxnId="{280A782B-5039-40CF-96BC-05CD103B9552}">
      <dgm:prSet/>
      <dgm:spPr/>
      <dgm:t>
        <a:bodyPr/>
        <a:lstStyle/>
        <a:p>
          <a:endParaRPr lang="hu-HU">
            <a:latin typeface="Times New Roman" panose="02020603050405020304" pitchFamily="18" charset="0"/>
            <a:cs typeface="Times New Roman" panose="02020603050405020304" pitchFamily="18" charset="0"/>
          </a:endParaRPr>
        </a:p>
      </dgm:t>
    </dgm:pt>
    <dgm:pt modelId="{36778D3B-5AA1-4E6A-84B0-90EA58C0E4A2}" type="pres">
      <dgm:prSet presAssocID="{CA621661-E15B-47F5-BFBD-408FB941150E}" presName="linear" presStyleCnt="0">
        <dgm:presLayoutVars>
          <dgm:dir/>
          <dgm:animLvl val="lvl"/>
          <dgm:resizeHandles val="exact"/>
        </dgm:presLayoutVars>
      </dgm:prSet>
      <dgm:spPr/>
    </dgm:pt>
    <dgm:pt modelId="{4E074CAB-5871-4AFD-B2CF-9F376330685F}" type="pres">
      <dgm:prSet presAssocID="{9A8383F5-C6C3-4BF8-A6E6-856FDCD05C1A}" presName="parentLin" presStyleCnt="0"/>
      <dgm:spPr/>
    </dgm:pt>
    <dgm:pt modelId="{49576144-A15C-4B3A-9176-52C017D0994A}" type="pres">
      <dgm:prSet presAssocID="{9A8383F5-C6C3-4BF8-A6E6-856FDCD05C1A}" presName="parentLeftMargin" presStyleLbl="node1" presStyleIdx="0" presStyleCnt="7"/>
      <dgm:spPr/>
    </dgm:pt>
    <dgm:pt modelId="{1D7D0A22-9691-44EE-8D2A-27E401AE2992}" type="pres">
      <dgm:prSet presAssocID="{9A8383F5-C6C3-4BF8-A6E6-856FDCD05C1A}" presName="parentText" presStyleLbl="node1" presStyleIdx="0" presStyleCnt="7">
        <dgm:presLayoutVars>
          <dgm:chMax val="0"/>
          <dgm:bulletEnabled val="1"/>
        </dgm:presLayoutVars>
      </dgm:prSet>
      <dgm:spPr/>
    </dgm:pt>
    <dgm:pt modelId="{57A62371-76C4-4971-B690-EC7069BE5F30}" type="pres">
      <dgm:prSet presAssocID="{9A8383F5-C6C3-4BF8-A6E6-856FDCD05C1A}" presName="negativeSpace" presStyleCnt="0"/>
      <dgm:spPr/>
    </dgm:pt>
    <dgm:pt modelId="{5B1A5787-3DD9-445F-A2CA-58C0A5A7C2C1}" type="pres">
      <dgm:prSet presAssocID="{9A8383F5-C6C3-4BF8-A6E6-856FDCD05C1A}" presName="childText" presStyleLbl="conFgAcc1" presStyleIdx="0" presStyleCnt="7">
        <dgm:presLayoutVars>
          <dgm:bulletEnabled val="1"/>
        </dgm:presLayoutVars>
      </dgm:prSet>
      <dgm:spPr/>
    </dgm:pt>
    <dgm:pt modelId="{5FF4F412-4910-4329-8EA5-3EFB58DC61FE}" type="pres">
      <dgm:prSet presAssocID="{3CB43461-C4E4-4909-A720-971723E37A39}" presName="spaceBetweenRectangles" presStyleCnt="0"/>
      <dgm:spPr/>
    </dgm:pt>
    <dgm:pt modelId="{2166FC84-D661-46F4-B7AB-F20044E3D7CE}" type="pres">
      <dgm:prSet presAssocID="{F42CA5E3-5270-4408-8EC1-D0E736D2688F}" presName="parentLin" presStyleCnt="0"/>
      <dgm:spPr/>
    </dgm:pt>
    <dgm:pt modelId="{06BA61AE-24A1-4424-923D-7D46FA2390E5}" type="pres">
      <dgm:prSet presAssocID="{F42CA5E3-5270-4408-8EC1-D0E736D2688F}" presName="parentLeftMargin" presStyleLbl="node1" presStyleIdx="0" presStyleCnt="7"/>
      <dgm:spPr/>
    </dgm:pt>
    <dgm:pt modelId="{97A92F28-D8DA-4483-811D-5C9F817932EC}" type="pres">
      <dgm:prSet presAssocID="{F42CA5E3-5270-4408-8EC1-D0E736D2688F}" presName="parentText" presStyleLbl="node1" presStyleIdx="1" presStyleCnt="7">
        <dgm:presLayoutVars>
          <dgm:chMax val="0"/>
          <dgm:bulletEnabled val="1"/>
        </dgm:presLayoutVars>
      </dgm:prSet>
      <dgm:spPr/>
    </dgm:pt>
    <dgm:pt modelId="{0F113882-1554-43E8-98AA-5F7751908B00}" type="pres">
      <dgm:prSet presAssocID="{F42CA5E3-5270-4408-8EC1-D0E736D2688F}" presName="negativeSpace" presStyleCnt="0"/>
      <dgm:spPr/>
    </dgm:pt>
    <dgm:pt modelId="{6A3FE04F-BD69-4D29-A383-D86CFB52F418}" type="pres">
      <dgm:prSet presAssocID="{F42CA5E3-5270-4408-8EC1-D0E736D2688F}" presName="childText" presStyleLbl="conFgAcc1" presStyleIdx="1" presStyleCnt="7">
        <dgm:presLayoutVars>
          <dgm:bulletEnabled val="1"/>
        </dgm:presLayoutVars>
      </dgm:prSet>
      <dgm:spPr/>
    </dgm:pt>
    <dgm:pt modelId="{448145F2-A878-4932-B781-8E3993DF7606}" type="pres">
      <dgm:prSet presAssocID="{E577439C-AA12-4B23-B568-EF259F5E3122}" presName="spaceBetweenRectangles" presStyleCnt="0"/>
      <dgm:spPr/>
    </dgm:pt>
    <dgm:pt modelId="{650DBCE1-BE84-47EB-A288-BDC7F82E96DA}" type="pres">
      <dgm:prSet presAssocID="{7D771A4D-FF48-4D19-A86F-D341F3FBC91F}" presName="parentLin" presStyleCnt="0"/>
      <dgm:spPr/>
    </dgm:pt>
    <dgm:pt modelId="{E1A01263-9DA4-433C-85EC-4E7C816EED80}" type="pres">
      <dgm:prSet presAssocID="{7D771A4D-FF48-4D19-A86F-D341F3FBC91F}" presName="parentLeftMargin" presStyleLbl="node1" presStyleIdx="1" presStyleCnt="7"/>
      <dgm:spPr/>
    </dgm:pt>
    <dgm:pt modelId="{FCEC1629-4BF3-4734-9E67-6A336D7EBB3A}" type="pres">
      <dgm:prSet presAssocID="{7D771A4D-FF48-4D19-A86F-D341F3FBC91F}" presName="parentText" presStyleLbl="node1" presStyleIdx="2" presStyleCnt="7">
        <dgm:presLayoutVars>
          <dgm:chMax val="0"/>
          <dgm:bulletEnabled val="1"/>
        </dgm:presLayoutVars>
      </dgm:prSet>
      <dgm:spPr/>
    </dgm:pt>
    <dgm:pt modelId="{EF9CB94E-5EFB-4017-9486-78E9A11A413C}" type="pres">
      <dgm:prSet presAssocID="{7D771A4D-FF48-4D19-A86F-D341F3FBC91F}" presName="negativeSpace" presStyleCnt="0"/>
      <dgm:spPr/>
    </dgm:pt>
    <dgm:pt modelId="{0D0EDADF-10C0-45C6-866A-862820E62B94}" type="pres">
      <dgm:prSet presAssocID="{7D771A4D-FF48-4D19-A86F-D341F3FBC91F}" presName="childText" presStyleLbl="conFgAcc1" presStyleIdx="2" presStyleCnt="7">
        <dgm:presLayoutVars>
          <dgm:bulletEnabled val="1"/>
        </dgm:presLayoutVars>
      </dgm:prSet>
      <dgm:spPr/>
    </dgm:pt>
    <dgm:pt modelId="{2F808911-BC74-4929-90E2-4BAC1BC91166}" type="pres">
      <dgm:prSet presAssocID="{6F3F908C-92F2-4034-9DE1-21B8A8B8A812}" presName="spaceBetweenRectangles" presStyleCnt="0"/>
      <dgm:spPr/>
    </dgm:pt>
    <dgm:pt modelId="{4B226911-3796-4C0C-AD94-D39818455B04}" type="pres">
      <dgm:prSet presAssocID="{FADC976B-42A3-4B5E-9F5E-0C368682E18A}" presName="parentLin" presStyleCnt="0"/>
      <dgm:spPr/>
    </dgm:pt>
    <dgm:pt modelId="{1F216F5B-C768-4FE3-85DF-9DFB7FA90DF9}" type="pres">
      <dgm:prSet presAssocID="{FADC976B-42A3-4B5E-9F5E-0C368682E18A}" presName="parentLeftMargin" presStyleLbl="node1" presStyleIdx="2" presStyleCnt="7"/>
      <dgm:spPr/>
    </dgm:pt>
    <dgm:pt modelId="{5F1A5F08-4EC3-4B72-AC3D-79EF873D63CB}" type="pres">
      <dgm:prSet presAssocID="{FADC976B-42A3-4B5E-9F5E-0C368682E18A}" presName="parentText" presStyleLbl="node1" presStyleIdx="3" presStyleCnt="7">
        <dgm:presLayoutVars>
          <dgm:chMax val="0"/>
          <dgm:bulletEnabled val="1"/>
        </dgm:presLayoutVars>
      </dgm:prSet>
      <dgm:spPr/>
    </dgm:pt>
    <dgm:pt modelId="{B3E6684B-2CE0-49A0-91E5-2E706EA3B0CF}" type="pres">
      <dgm:prSet presAssocID="{FADC976B-42A3-4B5E-9F5E-0C368682E18A}" presName="negativeSpace" presStyleCnt="0"/>
      <dgm:spPr/>
    </dgm:pt>
    <dgm:pt modelId="{3B6FFE62-8442-4DA2-BDB9-2D3E5020F9AF}" type="pres">
      <dgm:prSet presAssocID="{FADC976B-42A3-4B5E-9F5E-0C368682E18A}" presName="childText" presStyleLbl="conFgAcc1" presStyleIdx="3" presStyleCnt="7">
        <dgm:presLayoutVars>
          <dgm:bulletEnabled val="1"/>
        </dgm:presLayoutVars>
      </dgm:prSet>
      <dgm:spPr/>
    </dgm:pt>
    <dgm:pt modelId="{9F05D529-FE93-47C5-9985-30B1B0C8307E}" type="pres">
      <dgm:prSet presAssocID="{F64E04FF-673A-4AF0-841B-7EA6D173BD19}" presName="spaceBetweenRectangles" presStyleCnt="0"/>
      <dgm:spPr/>
    </dgm:pt>
    <dgm:pt modelId="{45A6BFC7-0368-419D-8167-25E62DFB653F}" type="pres">
      <dgm:prSet presAssocID="{F37C7B06-12FF-4614-B3A1-98E4872EE73A}" presName="parentLin" presStyleCnt="0"/>
      <dgm:spPr/>
    </dgm:pt>
    <dgm:pt modelId="{06567EA2-5AE9-43F1-A333-91FE6C59FD9B}" type="pres">
      <dgm:prSet presAssocID="{F37C7B06-12FF-4614-B3A1-98E4872EE73A}" presName="parentLeftMargin" presStyleLbl="node1" presStyleIdx="3" presStyleCnt="7"/>
      <dgm:spPr/>
    </dgm:pt>
    <dgm:pt modelId="{1038B4D1-5958-42D8-B4D2-353D1C936309}" type="pres">
      <dgm:prSet presAssocID="{F37C7B06-12FF-4614-B3A1-98E4872EE73A}" presName="parentText" presStyleLbl="node1" presStyleIdx="4" presStyleCnt="7">
        <dgm:presLayoutVars>
          <dgm:chMax val="0"/>
          <dgm:bulletEnabled val="1"/>
        </dgm:presLayoutVars>
      </dgm:prSet>
      <dgm:spPr/>
    </dgm:pt>
    <dgm:pt modelId="{7A2BA724-FB0A-4FE6-939F-B6B58424B035}" type="pres">
      <dgm:prSet presAssocID="{F37C7B06-12FF-4614-B3A1-98E4872EE73A}" presName="negativeSpace" presStyleCnt="0"/>
      <dgm:spPr/>
    </dgm:pt>
    <dgm:pt modelId="{2B5917D5-B947-45C6-A470-421C888C6C14}" type="pres">
      <dgm:prSet presAssocID="{F37C7B06-12FF-4614-B3A1-98E4872EE73A}" presName="childText" presStyleLbl="conFgAcc1" presStyleIdx="4" presStyleCnt="7">
        <dgm:presLayoutVars>
          <dgm:bulletEnabled val="1"/>
        </dgm:presLayoutVars>
      </dgm:prSet>
      <dgm:spPr/>
    </dgm:pt>
    <dgm:pt modelId="{6C3F84D5-802D-4B95-B24D-B0A155EA4022}" type="pres">
      <dgm:prSet presAssocID="{C9E1055C-2930-4FD4-B687-05D8F2776DB1}" presName="spaceBetweenRectangles" presStyleCnt="0"/>
      <dgm:spPr/>
    </dgm:pt>
    <dgm:pt modelId="{73B3528E-9AA4-418A-BBB0-A9B5CEAC96E0}" type="pres">
      <dgm:prSet presAssocID="{C58A2B8A-6EBB-439D-9BB8-FD0EE7BD1C5B}" presName="parentLin" presStyleCnt="0"/>
      <dgm:spPr/>
    </dgm:pt>
    <dgm:pt modelId="{A7BDB20E-21D0-4558-8304-05313EB097D0}" type="pres">
      <dgm:prSet presAssocID="{C58A2B8A-6EBB-439D-9BB8-FD0EE7BD1C5B}" presName="parentLeftMargin" presStyleLbl="node1" presStyleIdx="4" presStyleCnt="7"/>
      <dgm:spPr/>
    </dgm:pt>
    <dgm:pt modelId="{4282BE3E-C865-4E27-902F-1D14E61D6822}" type="pres">
      <dgm:prSet presAssocID="{C58A2B8A-6EBB-439D-9BB8-FD0EE7BD1C5B}" presName="parentText" presStyleLbl="node1" presStyleIdx="5" presStyleCnt="7">
        <dgm:presLayoutVars>
          <dgm:chMax val="0"/>
          <dgm:bulletEnabled val="1"/>
        </dgm:presLayoutVars>
      </dgm:prSet>
      <dgm:spPr/>
    </dgm:pt>
    <dgm:pt modelId="{B060AA34-4678-4211-A289-854207530B09}" type="pres">
      <dgm:prSet presAssocID="{C58A2B8A-6EBB-439D-9BB8-FD0EE7BD1C5B}" presName="negativeSpace" presStyleCnt="0"/>
      <dgm:spPr/>
    </dgm:pt>
    <dgm:pt modelId="{5A93AD6F-A0DF-48EB-BBA2-2FA09B30179A}" type="pres">
      <dgm:prSet presAssocID="{C58A2B8A-6EBB-439D-9BB8-FD0EE7BD1C5B}" presName="childText" presStyleLbl="conFgAcc1" presStyleIdx="5" presStyleCnt="7">
        <dgm:presLayoutVars>
          <dgm:bulletEnabled val="1"/>
        </dgm:presLayoutVars>
      </dgm:prSet>
      <dgm:spPr/>
    </dgm:pt>
    <dgm:pt modelId="{5166FDF5-F72A-4CBF-9BD4-BFE63D1D0206}" type="pres">
      <dgm:prSet presAssocID="{EE72B752-F99D-4733-84CE-9E58AAA19D6E}" presName="spaceBetweenRectangles" presStyleCnt="0"/>
      <dgm:spPr/>
    </dgm:pt>
    <dgm:pt modelId="{BC92BF84-9F82-45AD-AD9E-09F1DB76FB0B}" type="pres">
      <dgm:prSet presAssocID="{4B71BE9E-4DE4-4C3A-8D07-D88F9B4B1B3B}" presName="parentLin" presStyleCnt="0"/>
      <dgm:spPr/>
    </dgm:pt>
    <dgm:pt modelId="{9FC85006-3228-4E76-A31F-49D1E4F265CB}" type="pres">
      <dgm:prSet presAssocID="{4B71BE9E-4DE4-4C3A-8D07-D88F9B4B1B3B}" presName="parentLeftMargin" presStyleLbl="node1" presStyleIdx="5" presStyleCnt="7"/>
      <dgm:spPr/>
    </dgm:pt>
    <dgm:pt modelId="{B2FA2DA8-E588-4178-9A46-313DFDCB6040}" type="pres">
      <dgm:prSet presAssocID="{4B71BE9E-4DE4-4C3A-8D07-D88F9B4B1B3B}" presName="parentText" presStyleLbl="node1" presStyleIdx="6" presStyleCnt="7">
        <dgm:presLayoutVars>
          <dgm:chMax val="0"/>
          <dgm:bulletEnabled val="1"/>
        </dgm:presLayoutVars>
      </dgm:prSet>
      <dgm:spPr/>
    </dgm:pt>
    <dgm:pt modelId="{FC13A97C-F335-4574-9A49-1B795E99200F}" type="pres">
      <dgm:prSet presAssocID="{4B71BE9E-4DE4-4C3A-8D07-D88F9B4B1B3B}" presName="negativeSpace" presStyleCnt="0"/>
      <dgm:spPr/>
    </dgm:pt>
    <dgm:pt modelId="{F013EFE8-257A-44C7-ACD8-60E45B92D503}" type="pres">
      <dgm:prSet presAssocID="{4B71BE9E-4DE4-4C3A-8D07-D88F9B4B1B3B}" presName="childText" presStyleLbl="conFgAcc1" presStyleIdx="6" presStyleCnt="7">
        <dgm:presLayoutVars>
          <dgm:bulletEnabled val="1"/>
        </dgm:presLayoutVars>
      </dgm:prSet>
      <dgm:spPr/>
    </dgm:pt>
  </dgm:ptLst>
  <dgm:cxnLst>
    <dgm:cxn modelId="{8EAD4001-F484-49A6-9E7E-020A9C3149F1}" type="presOf" srcId="{FADC976B-42A3-4B5E-9F5E-0C368682E18A}" destId="{1F216F5B-C768-4FE3-85DF-9DFB7FA90DF9}" srcOrd="0" destOrd="0" presId="urn:microsoft.com/office/officeart/2005/8/layout/list1"/>
    <dgm:cxn modelId="{BE522F14-5F58-4156-B215-6D5700959158}" srcId="{CA621661-E15B-47F5-BFBD-408FB941150E}" destId="{F37C7B06-12FF-4614-B3A1-98E4872EE73A}" srcOrd="4" destOrd="0" parTransId="{3C7F5B84-9C94-4BEF-A4E9-CD76EE85EEA5}" sibTransId="{C9E1055C-2930-4FD4-B687-05D8F2776DB1}"/>
    <dgm:cxn modelId="{FAEA3120-365E-427E-BFD3-8C1FDB262F04}" type="presOf" srcId="{F37C7B06-12FF-4614-B3A1-98E4872EE73A}" destId="{1038B4D1-5958-42D8-B4D2-353D1C936309}" srcOrd="1" destOrd="0" presId="urn:microsoft.com/office/officeart/2005/8/layout/list1"/>
    <dgm:cxn modelId="{DEBB1326-240A-4774-BDF0-A8BFF2355021}" type="presOf" srcId="{B0E9DC74-E4D9-4A11-9304-801805CDB245}" destId="{5B1A5787-3DD9-445F-A2CA-58C0A5A7C2C1}" srcOrd="0" destOrd="0" presId="urn:microsoft.com/office/officeart/2005/8/layout/list1"/>
    <dgm:cxn modelId="{48332528-04EE-4192-9B25-913CA252B0AA}" type="presOf" srcId="{F42CA5E3-5270-4408-8EC1-D0E736D2688F}" destId="{06BA61AE-24A1-4424-923D-7D46FA2390E5}" srcOrd="0" destOrd="0" presId="urn:microsoft.com/office/officeart/2005/8/layout/list1"/>
    <dgm:cxn modelId="{280A782B-5039-40CF-96BC-05CD103B9552}" srcId="{9A8383F5-C6C3-4BF8-A6E6-856FDCD05C1A}" destId="{B0E9DC74-E4D9-4A11-9304-801805CDB245}" srcOrd="0" destOrd="0" parTransId="{17611FAC-BF0A-4F4D-945C-462F9F6FAB15}" sibTransId="{0C6DAE28-7607-49D6-96E7-541DCA569DC1}"/>
    <dgm:cxn modelId="{7404663E-3D1C-48BB-BD79-EDB936387CFB}" type="presOf" srcId="{C58A2B8A-6EBB-439D-9BB8-FD0EE7BD1C5B}" destId="{4282BE3E-C865-4E27-902F-1D14E61D6822}" srcOrd="1" destOrd="0" presId="urn:microsoft.com/office/officeart/2005/8/layout/list1"/>
    <dgm:cxn modelId="{DD85C043-42F4-4972-A21B-F8824325A549}" srcId="{CA621661-E15B-47F5-BFBD-408FB941150E}" destId="{C58A2B8A-6EBB-439D-9BB8-FD0EE7BD1C5B}" srcOrd="5" destOrd="0" parTransId="{78658197-2CE2-4980-98BD-AA3C45E34760}" sibTransId="{EE72B752-F99D-4733-84CE-9E58AAA19D6E}"/>
    <dgm:cxn modelId="{20A99C6C-8544-4883-B8EC-7F92A5A48133}" type="presOf" srcId="{9A8383F5-C6C3-4BF8-A6E6-856FDCD05C1A}" destId="{1D7D0A22-9691-44EE-8D2A-27E401AE2992}" srcOrd="1" destOrd="0" presId="urn:microsoft.com/office/officeart/2005/8/layout/list1"/>
    <dgm:cxn modelId="{C0D7C86C-1A89-4546-AC97-B83BF48D1D52}" type="presOf" srcId="{C58A2B8A-6EBB-439D-9BB8-FD0EE7BD1C5B}" destId="{A7BDB20E-21D0-4558-8304-05313EB097D0}" srcOrd="0" destOrd="0" presId="urn:microsoft.com/office/officeart/2005/8/layout/list1"/>
    <dgm:cxn modelId="{6449D74C-EB2E-4E56-8CF6-476ABC732A90}" srcId="{CA621661-E15B-47F5-BFBD-408FB941150E}" destId="{9A8383F5-C6C3-4BF8-A6E6-856FDCD05C1A}" srcOrd="0" destOrd="0" parTransId="{6DAFC7E2-7374-438E-9AD9-E9DC861EFAD9}" sibTransId="{3CB43461-C4E4-4909-A720-971723E37A39}"/>
    <dgm:cxn modelId="{2596EF70-625D-466B-88D2-317B01F8694D}" srcId="{CA621661-E15B-47F5-BFBD-408FB941150E}" destId="{4B71BE9E-4DE4-4C3A-8D07-D88F9B4B1B3B}" srcOrd="6" destOrd="0" parTransId="{1BBDCC40-0B1C-48E8-89DA-ED1CB45E7E6E}" sibTransId="{61610F90-F9E6-45D0-ABBD-050617C01EFA}"/>
    <dgm:cxn modelId="{1A8C3176-C9A2-4D28-A906-4E58F2077746}" type="presOf" srcId="{F42CA5E3-5270-4408-8EC1-D0E736D2688F}" destId="{97A92F28-D8DA-4483-811D-5C9F817932EC}" srcOrd="1" destOrd="0" presId="urn:microsoft.com/office/officeart/2005/8/layout/list1"/>
    <dgm:cxn modelId="{CFE39477-CDBB-4E70-B781-4249F3C6DD5E}" type="presOf" srcId="{4B71BE9E-4DE4-4C3A-8D07-D88F9B4B1B3B}" destId="{B2FA2DA8-E588-4178-9A46-313DFDCB6040}" srcOrd="1" destOrd="0" presId="urn:microsoft.com/office/officeart/2005/8/layout/list1"/>
    <dgm:cxn modelId="{E67F3EA4-2A65-4EAC-B2F8-6CD5BB173D01}" srcId="{CA621661-E15B-47F5-BFBD-408FB941150E}" destId="{7D771A4D-FF48-4D19-A86F-D341F3FBC91F}" srcOrd="2" destOrd="0" parTransId="{9D69BB9A-5BE8-47EF-AF39-E0559C6BC387}" sibTransId="{6F3F908C-92F2-4034-9DE1-21B8A8B8A812}"/>
    <dgm:cxn modelId="{CBB44AAE-3C05-4C30-AF34-569607C50EBB}" type="presOf" srcId="{4B71BE9E-4DE4-4C3A-8D07-D88F9B4B1B3B}" destId="{9FC85006-3228-4E76-A31F-49D1E4F265CB}" srcOrd="0" destOrd="0" presId="urn:microsoft.com/office/officeart/2005/8/layout/list1"/>
    <dgm:cxn modelId="{547434B8-26C7-43EA-B21A-C417A27E4673}" srcId="{CA621661-E15B-47F5-BFBD-408FB941150E}" destId="{F42CA5E3-5270-4408-8EC1-D0E736D2688F}" srcOrd="1" destOrd="0" parTransId="{A61A7153-2152-4677-AB37-F5117FB5C3A8}" sibTransId="{E577439C-AA12-4B23-B568-EF259F5E3122}"/>
    <dgm:cxn modelId="{AEC9A0B9-832D-4ED4-AA3D-2C88A178912F}" type="presOf" srcId="{FADC976B-42A3-4B5E-9F5E-0C368682E18A}" destId="{5F1A5F08-4EC3-4B72-AC3D-79EF873D63CB}" srcOrd="1" destOrd="0" presId="urn:microsoft.com/office/officeart/2005/8/layout/list1"/>
    <dgm:cxn modelId="{8015DFC5-C547-481D-BD0C-8A20FD87E3BE}" type="presOf" srcId="{CA621661-E15B-47F5-BFBD-408FB941150E}" destId="{36778D3B-5AA1-4E6A-84B0-90EA58C0E4A2}" srcOrd="0" destOrd="0" presId="urn:microsoft.com/office/officeart/2005/8/layout/list1"/>
    <dgm:cxn modelId="{53CD74D6-3D46-4EC0-8BF4-FB31D99EC584}" type="presOf" srcId="{9A8383F5-C6C3-4BF8-A6E6-856FDCD05C1A}" destId="{49576144-A15C-4B3A-9176-52C017D0994A}" srcOrd="0" destOrd="0" presId="urn:microsoft.com/office/officeart/2005/8/layout/list1"/>
    <dgm:cxn modelId="{3E44D1E0-C07B-4B86-92FB-1FC520DCA5C2}" srcId="{CA621661-E15B-47F5-BFBD-408FB941150E}" destId="{FADC976B-42A3-4B5E-9F5E-0C368682E18A}" srcOrd="3" destOrd="0" parTransId="{CACDB5C0-CDCC-44E1-82D4-D6946D1ADFC5}" sibTransId="{F64E04FF-673A-4AF0-841B-7EA6D173BD19}"/>
    <dgm:cxn modelId="{84CFACE3-CEAD-41C5-A2BE-B6A9A3D89948}" type="presOf" srcId="{F37C7B06-12FF-4614-B3A1-98E4872EE73A}" destId="{06567EA2-5AE9-43F1-A333-91FE6C59FD9B}" srcOrd="0" destOrd="0" presId="urn:microsoft.com/office/officeart/2005/8/layout/list1"/>
    <dgm:cxn modelId="{8DB46CE5-5E2C-45C8-AA14-55B61A931FF4}" type="presOf" srcId="{7D771A4D-FF48-4D19-A86F-D341F3FBC91F}" destId="{FCEC1629-4BF3-4734-9E67-6A336D7EBB3A}" srcOrd="1" destOrd="0" presId="urn:microsoft.com/office/officeart/2005/8/layout/list1"/>
    <dgm:cxn modelId="{A0A04EF3-D07E-4E29-BE25-9D46C333BBBF}" type="presOf" srcId="{7D771A4D-FF48-4D19-A86F-D341F3FBC91F}" destId="{E1A01263-9DA4-433C-85EC-4E7C816EED80}" srcOrd="0" destOrd="0" presId="urn:microsoft.com/office/officeart/2005/8/layout/list1"/>
    <dgm:cxn modelId="{A66CCA4B-9B05-4058-9D3B-EDF8BA5BAD5A}" type="presParOf" srcId="{36778D3B-5AA1-4E6A-84B0-90EA58C0E4A2}" destId="{4E074CAB-5871-4AFD-B2CF-9F376330685F}" srcOrd="0" destOrd="0" presId="urn:microsoft.com/office/officeart/2005/8/layout/list1"/>
    <dgm:cxn modelId="{2347BB56-57DF-4F23-9FF2-5422EB464910}" type="presParOf" srcId="{4E074CAB-5871-4AFD-B2CF-9F376330685F}" destId="{49576144-A15C-4B3A-9176-52C017D0994A}" srcOrd="0" destOrd="0" presId="urn:microsoft.com/office/officeart/2005/8/layout/list1"/>
    <dgm:cxn modelId="{16982319-303E-4611-817C-0FE21762B9EF}" type="presParOf" srcId="{4E074CAB-5871-4AFD-B2CF-9F376330685F}" destId="{1D7D0A22-9691-44EE-8D2A-27E401AE2992}" srcOrd="1" destOrd="0" presId="urn:microsoft.com/office/officeart/2005/8/layout/list1"/>
    <dgm:cxn modelId="{23F94437-7B0C-4D48-8054-546A96142677}" type="presParOf" srcId="{36778D3B-5AA1-4E6A-84B0-90EA58C0E4A2}" destId="{57A62371-76C4-4971-B690-EC7069BE5F30}" srcOrd="1" destOrd="0" presId="urn:microsoft.com/office/officeart/2005/8/layout/list1"/>
    <dgm:cxn modelId="{94BFEB91-CA37-47FD-9DA0-80FC7C6A9E88}" type="presParOf" srcId="{36778D3B-5AA1-4E6A-84B0-90EA58C0E4A2}" destId="{5B1A5787-3DD9-445F-A2CA-58C0A5A7C2C1}" srcOrd="2" destOrd="0" presId="urn:microsoft.com/office/officeart/2005/8/layout/list1"/>
    <dgm:cxn modelId="{56CC6A19-9C8B-48D1-A3E7-75495777924D}" type="presParOf" srcId="{36778D3B-5AA1-4E6A-84B0-90EA58C0E4A2}" destId="{5FF4F412-4910-4329-8EA5-3EFB58DC61FE}" srcOrd="3" destOrd="0" presId="urn:microsoft.com/office/officeart/2005/8/layout/list1"/>
    <dgm:cxn modelId="{E84F31B3-1B58-4C96-90E9-8876C088E22B}" type="presParOf" srcId="{36778D3B-5AA1-4E6A-84B0-90EA58C0E4A2}" destId="{2166FC84-D661-46F4-B7AB-F20044E3D7CE}" srcOrd="4" destOrd="0" presId="urn:microsoft.com/office/officeart/2005/8/layout/list1"/>
    <dgm:cxn modelId="{38F2BF25-77AE-480B-9072-5A1864C159C5}" type="presParOf" srcId="{2166FC84-D661-46F4-B7AB-F20044E3D7CE}" destId="{06BA61AE-24A1-4424-923D-7D46FA2390E5}" srcOrd="0" destOrd="0" presId="urn:microsoft.com/office/officeart/2005/8/layout/list1"/>
    <dgm:cxn modelId="{319C3579-4687-4A0A-8C2B-82C27C28E445}" type="presParOf" srcId="{2166FC84-D661-46F4-B7AB-F20044E3D7CE}" destId="{97A92F28-D8DA-4483-811D-5C9F817932EC}" srcOrd="1" destOrd="0" presId="urn:microsoft.com/office/officeart/2005/8/layout/list1"/>
    <dgm:cxn modelId="{3DDE0386-0C70-4107-A16D-FD49AAB23F0D}" type="presParOf" srcId="{36778D3B-5AA1-4E6A-84B0-90EA58C0E4A2}" destId="{0F113882-1554-43E8-98AA-5F7751908B00}" srcOrd="5" destOrd="0" presId="urn:microsoft.com/office/officeart/2005/8/layout/list1"/>
    <dgm:cxn modelId="{3C452BDF-DA74-4214-80DC-CC36F7C8D0FA}" type="presParOf" srcId="{36778D3B-5AA1-4E6A-84B0-90EA58C0E4A2}" destId="{6A3FE04F-BD69-4D29-A383-D86CFB52F418}" srcOrd="6" destOrd="0" presId="urn:microsoft.com/office/officeart/2005/8/layout/list1"/>
    <dgm:cxn modelId="{400F6057-4A8C-48AA-9B45-52A3565C21A4}" type="presParOf" srcId="{36778D3B-5AA1-4E6A-84B0-90EA58C0E4A2}" destId="{448145F2-A878-4932-B781-8E3993DF7606}" srcOrd="7" destOrd="0" presId="urn:microsoft.com/office/officeart/2005/8/layout/list1"/>
    <dgm:cxn modelId="{33BBB017-E818-4AC2-8C95-510634CE172D}" type="presParOf" srcId="{36778D3B-5AA1-4E6A-84B0-90EA58C0E4A2}" destId="{650DBCE1-BE84-47EB-A288-BDC7F82E96DA}" srcOrd="8" destOrd="0" presId="urn:microsoft.com/office/officeart/2005/8/layout/list1"/>
    <dgm:cxn modelId="{A19AAA99-C5F5-4F55-B9A4-BB3ABFF94A3A}" type="presParOf" srcId="{650DBCE1-BE84-47EB-A288-BDC7F82E96DA}" destId="{E1A01263-9DA4-433C-85EC-4E7C816EED80}" srcOrd="0" destOrd="0" presId="urn:microsoft.com/office/officeart/2005/8/layout/list1"/>
    <dgm:cxn modelId="{FF962043-38AF-4C85-82BB-FD7256C847B5}" type="presParOf" srcId="{650DBCE1-BE84-47EB-A288-BDC7F82E96DA}" destId="{FCEC1629-4BF3-4734-9E67-6A336D7EBB3A}" srcOrd="1" destOrd="0" presId="urn:microsoft.com/office/officeart/2005/8/layout/list1"/>
    <dgm:cxn modelId="{38B9F4AA-CADD-4123-BB39-191C3C51326F}" type="presParOf" srcId="{36778D3B-5AA1-4E6A-84B0-90EA58C0E4A2}" destId="{EF9CB94E-5EFB-4017-9486-78E9A11A413C}" srcOrd="9" destOrd="0" presId="urn:microsoft.com/office/officeart/2005/8/layout/list1"/>
    <dgm:cxn modelId="{26FF0406-62A8-4179-9A67-313F248F1AD6}" type="presParOf" srcId="{36778D3B-5AA1-4E6A-84B0-90EA58C0E4A2}" destId="{0D0EDADF-10C0-45C6-866A-862820E62B94}" srcOrd="10" destOrd="0" presId="urn:microsoft.com/office/officeart/2005/8/layout/list1"/>
    <dgm:cxn modelId="{B01BF3DD-2EC5-439F-A5C2-58F96EF1BD3B}" type="presParOf" srcId="{36778D3B-5AA1-4E6A-84B0-90EA58C0E4A2}" destId="{2F808911-BC74-4929-90E2-4BAC1BC91166}" srcOrd="11" destOrd="0" presId="urn:microsoft.com/office/officeart/2005/8/layout/list1"/>
    <dgm:cxn modelId="{5AD403AE-D685-47E9-8F74-12A1B7811D52}" type="presParOf" srcId="{36778D3B-5AA1-4E6A-84B0-90EA58C0E4A2}" destId="{4B226911-3796-4C0C-AD94-D39818455B04}" srcOrd="12" destOrd="0" presId="urn:microsoft.com/office/officeart/2005/8/layout/list1"/>
    <dgm:cxn modelId="{053A8496-25EB-4FA6-A831-74F64A5C2ABF}" type="presParOf" srcId="{4B226911-3796-4C0C-AD94-D39818455B04}" destId="{1F216F5B-C768-4FE3-85DF-9DFB7FA90DF9}" srcOrd="0" destOrd="0" presId="urn:microsoft.com/office/officeart/2005/8/layout/list1"/>
    <dgm:cxn modelId="{C11A3601-C3BE-43A1-85D7-3E01611537B8}" type="presParOf" srcId="{4B226911-3796-4C0C-AD94-D39818455B04}" destId="{5F1A5F08-4EC3-4B72-AC3D-79EF873D63CB}" srcOrd="1" destOrd="0" presId="urn:microsoft.com/office/officeart/2005/8/layout/list1"/>
    <dgm:cxn modelId="{0A3508F2-32A7-4CBF-82BC-66FB0BC0F6A8}" type="presParOf" srcId="{36778D3B-5AA1-4E6A-84B0-90EA58C0E4A2}" destId="{B3E6684B-2CE0-49A0-91E5-2E706EA3B0CF}" srcOrd="13" destOrd="0" presId="urn:microsoft.com/office/officeart/2005/8/layout/list1"/>
    <dgm:cxn modelId="{5B9BB78D-2A99-4181-A91A-F95E20748357}" type="presParOf" srcId="{36778D3B-5AA1-4E6A-84B0-90EA58C0E4A2}" destId="{3B6FFE62-8442-4DA2-BDB9-2D3E5020F9AF}" srcOrd="14" destOrd="0" presId="urn:microsoft.com/office/officeart/2005/8/layout/list1"/>
    <dgm:cxn modelId="{4300CC07-6A8C-4AA3-B749-DD301B36F7EB}" type="presParOf" srcId="{36778D3B-5AA1-4E6A-84B0-90EA58C0E4A2}" destId="{9F05D529-FE93-47C5-9985-30B1B0C8307E}" srcOrd="15" destOrd="0" presId="urn:microsoft.com/office/officeart/2005/8/layout/list1"/>
    <dgm:cxn modelId="{D4881669-098E-448F-93C7-71E1EB42E344}" type="presParOf" srcId="{36778D3B-5AA1-4E6A-84B0-90EA58C0E4A2}" destId="{45A6BFC7-0368-419D-8167-25E62DFB653F}" srcOrd="16" destOrd="0" presId="urn:microsoft.com/office/officeart/2005/8/layout/list1"/>
    <dgm:cxn modelId="{EBF380A0-9487-44EE-B49E-DA681FF85640}" type="presParOf" srcId="{45A6BFC7-0368-419D-8167-25E62DFB653F}" destId="{06567EA2-5AE9-43F1-A333-91FE6C59FD9B}" srcOrd="0" destOrd="0" presId="urn:microsoft.com/office/officeart/2005/8/layout/list1"/>
    <dgm:cxn modelId="{FBBA3103-9D00-435D-874D-94C8A756F7A8}" type="presParOf" srcId="{45A6BFC7-0368-419D-8167-25E62DFB653F}" destId="{1038B4D1-5958-42D8-B4D2-353D1C936309}" srcOrd="1" destOrd="0" presId="urn:microsoft.com/office/officeart/2005/8/layout/list1"/>
    <dgm:cxn modelId="{9C795B80-D9DF-4991-B1C9-98E7093159F8}" type="presParOf" srcId="{36778D3B-5AA1-4E6A-84B0-90EA58C0E4A2}" destId="{7A2BA724-FB0A-4FE6-939F-B6B58424B035}" srcOrd="17" destOrd="0" presId="urn:microsoft.com/office/officeart/2005/8/layout/list1"/>
    <dgm:cxn modelId="{65D51F61-105E-4159-8401-A915A3D28ED0}" type="presParOf" srcId="{36778D3B-5AA1-4E6A-84B0-90EA58C0E4A2}" destId="{2B5917D5-B947-45C6-A470-421C888C6C14}" srcOrd="18" destOrd="0" presId="urn:microsoft.com/office/officeart/2005/8/layout/list1"/>
    <dgm:cxn modelId="{27561A2D-CCA6-41D0-923C-A8EEAB28FDFD}" type="presParOf" srcId="{36778D3B-5AA1-4E6A-84B0-90EA58C0E4A2}" destId="{6C3F84D5-802D-4B95-B24D-B0A155EA4022}" srcOrd="19" destOrd="0" presId="urn:microsoft.com/office/officeart/2005/8/layout/list1"/>
    <dgm:cxn modelId="{EF9717CF-A176-4F10-AA93-3260C7BB8D0A}" type="presParOf" srcId="{36778D3B-5AA1-4E6A-84B0-90EA58C0E4A2}" destId="{73B3528E-9AA4-418A-BBB0-A9B5CEAC96E0}" srcOrd="20" destOrd="0" presId="urn:microsoft.com/office/officeart/2005/8/layout/list1"/>
    <dgm:cxn modelId="{AFAA83EF-A8CC-4AA5-BE50-51877533BBC1}" type="presParOf" srcId="{73B3528E-9AA4-418A-BBB0-A9B5CEAC96E0}" destId="{A7BDB20E-21D0-4558-8304-05313EB097D0}" srcOrd="0" destOrd="0" presId="urn:microsoft.com/office/officeart/2005/8/layout/list1"/>
    <dgm:cxn modelId="{14E24864-6288-4EB5-A7AD-107CC25C6629}" type="presParOf" srcId="{73B3528E-9AA4-418A-BBB0-A9B5CEAC96E0}" destId="{4282BE3E-C865-4E27-902F-1D14E61D6822}" srcOrd="1" destOrd="0" presId="urn:microsoft.com/office/officeart/2005/8/layout/list1"/>
    <dgm:cxn modelId="{9E235EB5-3C5B-4DB1-9166-B1AE689524DB}" type="presParOf" srcId="{36778D3B-5AA1-4E6A-84B0-90EA58C0E4A2}" destId="{B060AA34-4678-4211-A289-854207530B09}" srcOrd="21" destOrd="0" presId="urn:microsoft.com/office/officeart/2005/8/layout/list1"/>
    <dgm:cxn modelId="{E7971272-E7D8-4C7B-8CEC-8F9865A5B03F}" type="presParOf" srcId="{36778D3B-5AA1-4E6A-84B0-90EA58C0E4A2}" destId="{5A93AD6F-A0DF-48EB-BBA2-2FA09B30179A}" srcOrd="22" destOrd="0" presId="urn:microsoft.com/office/officeart/2005/8/layout/list1"/>
    <dgm:cxn modelId="{CEA9636F-C3E6-40A8-A830-C2566F5C4936}" type="presParOf" srcId="{36778D3B-5AA1-4E6A-84B0-90EA58C0E4A2}" destId="{5166FDF5-F72A-4CBF-9BD4-BFE63D1D0206}" srcOrd="23" destOrd="0" presId="urn:microsoft.com/office/officeart/2005/8/layout/list1"/>
    <dgm:cxn modelId="{1A433521-DEEC-4687-977B-0AABC5973C2E}" type="presParOf" srcId="{36778D3B-5AA1-4E6A-84B0-90EA58C0E4A2}" destId="{BC92BF84-9F82-45AD-AD9E-09F1DB76FB0B}" srcOrd="24" destOrd="0" presId="urn:microsoft.com/office/officeart/2005/8/layout/list1"/>
    <dgm:cxn modelId="{40AE0BD0-F4CA-4BB7-9195-6742D8B91D67}" type="presParOf" srcId="{BC92BF84-9F82-45AD-AD9E-09F1DB76FB0B}" destId="{9FC85006-3228-4E76-A31F-49D1E4F265CB}" srcOrd="0" destOrd="0" presId="urn:microsoft.com/office/officeart/2005/8/layout/list1"/>
    <dgm:cxn modelId="{D4931AF1-68DB-44C5-9D57-B49045551944}" type="presParOf" srcId="{BC92BF84-9F82-45AD-AD9E-09F1DB76FB0B}" destId="{B2FA2DA8-E588-4178-9A46-313DFDCB6040}" srcOrd="1" destOrd="0" presId="urn:microsoft.com/office/officeart/2005/8/layout/list1"/>
    <dgm:cxn modelId="{7B2DC12C-6923-4B28-A4CC-4F8DCF6B4962}" type="presParOf" srcId="{36778D3B-5AA1-4E6A-84B0-90EA58C0E4A2}" destId="{FC13A97C-F335-4574-9A49-1B795E99200F}" srcOrd="25" destOrd="0" presId="urn:microsoft.com/office/officeart/2005/8/layout/list1"/>
    <dgm:cxn modelId="{E97F58F7-DDB0-48B9-963C-B8167312751D}" type="presParOf" srcId="{36778D3B-5AA1-4E6A-84B0-90EA58C0E4A2}" destId="{F013EFE8-257A-44C7-ACD8-60E45B92D503}"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153D5FD-FA4F-4933-9EDD-0EA2654E845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hu-HU"/>
        </a:p>
      </dgm:t>
    </dgm:pt>
    <dgm:pt modelId="{F2BC46B8-311F-46A0-8E17-C2ACB7E6C6AE}">
      <dgm:prSet phldrT="[Szöveg]"/>
      <dgm:spPr/>
      <dgm:t>
        <a:bodyPr/>
        <a:lstStyle/>
        <a:p>
          <a:r>
            <a:rPr lang="hu-HU" b="1" dirty="0">
              <a:latin typeface="Times New Roman" panose="02020603050405020304" pitchFamily="18" charset="0"/>
              <a:cs typeface="Times New Roman" panose="02020603050405020304" pitchFamily="18" charset="0"/>
            </a:rPr>
            <a:t>25. cikk Beépített és alapértelmezett adatvédelem</a:t>
          </a:r>
          <a:endParaRPr lang="hu-HU" dirty="0">
            <a:latin typeface="Times New Roman" panose="02020603050405020304" pitchFamily="18" charset="0"/>
            <a:cs typeface="Times New Roman" panose="02020603050405020304" pitchFamily="18" charset="0"/>
          </a:endParaRPr>
        </a:p>
      </dgm:t>
    </dgm:pt>
    <dgm:pt modelId="{2B397BE1-D853-4092-BD10-9DFF853EFCBF}" type="parTrans" cxnId="{E9E30E27-9660-44F0-AC65-09DE4167E8FC}">
      <dgm:prSet/>
      <dgm:spPr/>
      <dgm:t>
        <a:bodyPr/>
        <a:lstStyle/>
        <a:p>
          <a:endParaRPr lang="hu-HU">
            <a:latin typeface="Times New Roman" panose="02020603050405020304" pitchFamily="18" charset="0"/>
            <a:cs typeface="Times New Roman" panose="02020603050405020304" pitchFamily="18" charset="0"/>
          </a:endParaRPr>
        </a:p>
      </dgm:t>
    </dgm:pt>
    <dgm:pt modelId="{8694F37D-B3D2-406E-B226-2FCB7462B3B2}" type="sibTrans" cxnId="{E9E30E27-9660-44F0-AC65-09DE4167E8FC}">
      <dgm:prSet/>
      <dgm:spPr/>
      <dgm:t>
        <a:bodyPr/>
        <a:lstStyle/>
        <a:p>
          <a:endParaRPr lang="hu-HU">
            <a:latin typeface="Times New Roman" panose="02020603050405020304" pitchFamily="18" charset="0"/>
            <a:cs typeface="Times New Roman" panose="02020603050405020304" pitchFamily="18" charset="0"/>
          </a:endParaRPr>
        </a:p>
      </dgm:t>
    </dgm:pt>
    <dgm:pt modelId="{E1A7FCB8-C9AD-4ACC-81EC-04EC7EC6D433}">
      <dgm:prSet custT="1"/>
      <dgm:spPr/>
      <dgm:t>
        <a:bodyPr/>
        <a:lstStyle/>
        <a:p>
          <a:r>
            <a:rPr lang="hu-HU" sz="2000" b="0" i="0" dirty="0">
              <a:latin typeface="Times New Roman" panose="02020603050405020304" pitchFamily="18" charset="0"/>
              <a:cs typeface="Times New Roman" panose="02020603050405020304" pitchFamily="18" charset="0"/>
            </a:rPr>
            <a:t>Az adatkezelő és az adatfeldolgozó a tudomány és technológia állása és a megvalósítás költségei, továbbá az adatkezelés jellege, hatóköre, körülményei és céljai, valamint a természetes személyek jogaira és szabadságaira jelentett, változó valószínűségű és súlyosságú kockázat figyelembevételével </a:t>
          </a:r>
          <a:r>
            <a:rPr lang="hu-HU" sz="2000" b="1" i="0" dirty="0">
              <a:latin typeface="Times New Roman" panose="02020603050405020304" pitchFamily="18" charset="0"/>
              <a:cs typeface="Times New Roman" panose="02020603050405020304" pitchFamily="18" charset="0"/>
            </a:rPr>
            <a:t>megfelelő technikai és szervezési intézkedéseket </a:t>
          </a:r>
          <a:r>
            <a:rPr lang="hu-HU" sz="2000" b="0" i="0" dirty="0">
              <a:latin typeface="Times New Roman" panose="02020603050405020304" pitchFamily="18" charset="0"/>
              <a:cs typeface="Times New Roman" panose="02020603050405020304" pitchFamily="18" charset="0"/>
            </a:rPr>
            <a:t>hajt végre annak érdekében, hogy a kockázat mértékének megfelelő szintű adatbiztonságot garantálja</a:t>
          </a:r>
          <a:endParaRPr lang="hu-HU" sz="2000" dirty="0">
            <a:latin typeface="Times New Roman" panose="02020603050405020304" pitchFamily="18" charset="0"/>
            <a:cs typeface="Times New Roman" panose="02020603050405020304" pitchFamily="18" charset="0"/>
          </a:endParaRPr>
        </a:p>
      </dgm:t>
    </dgm:pt>
    <dgm:pt modelId="{26A09FA9-1822-4F70-87A4-A7F426F7E857}" type="parTrans" cxnId="{AEA386A3-8EC7-42B3-947C-13DD4BED5BAA}">
      <dgm:prSet/>
      <dgm:spPr/>
      <dgm:t>
        <a:bodyPr/>
        <a:lstStyle/>
        <a:p>
          <a:endParaRPr lang="hu-HU">
            <a:latin typeface="Times New Roman" panose="02020603050405020304" pitchFamily="18" charset="0"/>
            <a:cs typeface="Times New Roman" panose="02020603050405020304" pitchFamily="18" charset="0"/>
          </a:endParaRPr>
        </a:p>
      </dgm:t>
    </dgm:pt>
    <dgm:pt modelId="{5E74D8F6-8CFF-469A-A023-CCD88FBF407A}" type="sibTrans" cxnId="{AEA386A3-8EC7-42B3-947C-13DD4BED5BAA}">
      <dgm:prSet/>
      <dgm:spPr/>
      <dgm:t>
        <a:bodyPr/>
        <a:lstStyle/>
        <a:p>
          <a:endParaRPr lang="hu-HU">
            <a:latin typeface="Times New Roman" panose="02020603050405020304" pitchFamily="18" charset="0"/>
            <a:cs typeface="Times New Roman" panose="02020603050405020304" pitchFamily="18" charset="0"/>
          </a:endParaRPr>
        </a:p>
      </dgm:t>
    </dgm:pt>
    <dgm:pt modelId="{2F1B3334-5831-45F5-9BB5-D684276C0E84}">
      <dgm:prSet custT="1"/>
      <dgm:spPr/>
      <dgm:t>
        <a:bodyPr/>
        <a:lstStyle/>
        <a:p>
          <a:endParaRPr lang="hu-HU" sz="2000" dirty="0">
            <a:latin typeface="Times New Roman" panose="02020603050405020304" pitchFamily="18" charset="0"/>
            <a:cs typeface="Times New Roman" panose="02020603050405020304" pitchFamily="18" charset="0"/>
          </a:endParaRPr>
        </a:p>
      </dgm:t>
    </dgm:pt>
    <dgm:pt modelId="{5D430D99-696C-4D34-AC67-9232C40A2BF7}" type="parTrans" cxnId="{A4584926-EE92-4FDB-8FA2-B6454DF14C04}">
      <dgm:prSet/>
      <dgm:spPr/>
      <dgm:t>
        <a:bodyPr/>
        <a:lstStyle/>
        <a:p>
          <a:endParaRPr lang="hu-HU">
            <a:latin typeface="Times New Roman" panose="02020603050405020304" pitchFamily="18" charset="0"/>
            <a:cs typeface="Times New Roman" panose="02020603050405020304" pitchFamily="18" charset="0"/>
          </a:endParaRPr>
        </a:p>
      </dgm:t>
    </dgm:pt>
    <dgm:pt modelId="{8ED030A9-8261-4FF8-BF87-46A6C4101338}" type="sibTrans" cxnId="{A4584926-EE92-4FDB-8FA2-B6454DF14C04}">
      <dgm:prSet/>
      <dgm:spPr/>
      <dgm:t>
        <a:bodyPr/>
        <a:lstStyle/>
        <a:p>
          <a:endParaRPr lang="hu-HU">
            <a:latin typeface="Times New Roman" panose="02020603050405020304" pitchFamily="18" charset="0"/>
            <a:cs typeface="Times New Roman" panose="02020603050405020304" pitchFamily="18" charset="0"/>
          </a:endParaRPr>
        </a:p>
      </dgm:t>
    </dgm:pt>
    <dgm:pt modelId="{37A6B762-12A3-4C7C-B3BD-8D10C983563C}">
      <dgm:prSet custT="1"/>
      <dgm:spPr/>
      <dgm:t>
        <a:bodyPr/>
        <a:lstStyle/>
        <a:p>
          <a:r>
            <a:rPr lang="hu-HU" sz="2000" b="0" i="0" dirty="0">
              <a:latin typeface="Times New Roman" panose="02020603050405020304" pitchFamily="18" charset="0"/>
              <a:cs typeface="Times New Roman" panose="02020603050405020304" pitchFamily="18" charset="0"/>
            </a:rPr>
            <a:t>Az adatkezelő megfelelő technikai és szervezési intézkedéseket hajt végre annak biztosítására, hogy alapértelmezés szerint kizárólag olyan személyes adatok kezelésére kerüljön sor, amelyek az adott konkrét adatkezelési cél szempontjából szükségesek.</a:t>
          </a:r>
          <a:endParaRPr lang="hu-HU" sz="2000" dirty="0">
            <a:latin typeface="Times New Roman" panose="02020603050405020304" pitchFamily="18" charset="0"/>
            <a:cs typeface="Times New Roman" panose="02020603050405020304" pitchFamily="18" charset="0"/>
          </a:endParaRPr>
        </a:p>
      </dgm:t>
    </dgm:pt>
    <dgm:pt modelId="{9DE14815-12FD-448B-A800-B6567451F659}" type="parTrans" cxnId="{31DD739B-5BF8-4C10-8044-77B10CF11871}">
      <dgm:prSet/>
      <dgm:spPr/>
      <dgm:t>
        <a:bodyPr/>
        <a:lstStyle/>
        <a:p>
          <a:endParaRPr lang="hu-HU">
            <a:latin typeface="Times New Roman" panose="02020603050405020304" pitchFamily="18" charset="0"/>
            <a:cs typeface="Times New Roman" panose="02020603050405020304" pitchFamily="18" charset="0"/>
          </a:endParaRPr>
        </a:p>
      </dgm:t>
    </dgm:pt>
    <dgm:pt modelId="{79292307-E060-4C7C-98DB-9EC4AF1B8FDD}" type="sibTrans" cxnId="{31DD739B-5BF8-4C10-8044-77B10CF11871}">
      <dgm:prSet/>
      <dgm:spPr/>
      <dgm:t>
        <a:bodyPr/>
        <a:lstStyle/>
        <a:p>
          <a:endParaRPr lang="hu-HU">
            <a:latin typeface="Times New Roman" panose="02020603050405020304" pitchFamily="18" charset="0"/>
            <a:cs typeface="Times New Roman" panose="02020603050405020304" pitchFamily="18" charset="0"/>
          </a:endParaRPr>
        </a:p>
      </dgm:t>
    </dgm:pt>
    <dgm:pt modelId="{11D8695C-8D73-4C0C-ACD8-E09E3D66D215}" type="pres">
      <dgm:prSet presAssocID="{5153D5FD-FA4F-4933-9EDD-0EA2654E845E}" presName="linear" presStyleCnt="0">
        <dgm:presLayoutVars>
          <dgm:dir/>
          <dgm:animLvl val="lvl"/>
          <dgm:resizeHandles val="exact"/>
        </dgm:presLayoutVars>
      </dgm:prSet>
      <dgm:spPr/>
    </dgm:pt>
    <dgm:pt modelId="{C5088E9B-DA63-46A5-8349-66471C260EE2}" type="pres">
      <dgm:prSet presAssocID="{F2BC46B8-311F-46A0-8E17-C2ACB7E6C6AE}" presName="parentLin" presStyleCnt="0"/>
      <dgm:spPr/>
    </dgm:pt>
    <dgm:pt modelId="{88BC9957-97AB-4C6B-865B-2310430CA3FE}" type="pres">
      <dgm:prSet presAssocID="{F2BC46B8-311F-46A0-8E17-C2ACB7E6C6AE}" presName="parentLeftMargin" presStyleLbl="node1" presStyleIdx="0" presStyleCnt="1"/>
      <dgm:spPr/>
    </dgm:pt>
    <dgm:pt modelId="{AB23D3E3-D92B-480B-AC37-7714F017F91F}" type="pres">
      <dgm:prSet presAssocID="{F2BC46B8-311F-46A0-8E17-C2ACB7E6C6AE}" presName="parentText" presStyleLbl="node1" presStyleIdx="0" presStyleCnt="1" custScaleX="68409" custScaleY="61037">
        <dgm:presLayoutVars>
          <dgm:chMax val="0"/>
          <dgm:bulletEnabled val="1"/>
        </dgm:presLayoutVars>
      </dgm:prSet>
      <dgm:spPr/>
    </dgm:pt>
    <dgm:pt modelId="{82D8F44D-CEE6-4005-AEA3-5BD51206BA8C}" type="pres">
      <dgm:prSet presAssocID="{F2BC46B8-311F-46A0-8E17-C2ACB7E6C6AE}" presName="negativeSpace" presStyleCnt="0"/>
      <dgm:spPr/>
    </dgm:pt>
    <dgm:pt modelId="{6A09DDBF-4B1E-41E0-9892-9373887F24F0}" type="pres">
      <dgm:prSet presAssocID="{F2BC46B8-311F-46A0-8E17-C2ACB7E6C6AE}" presName="childText" presStyleLbl="conFgAcc1" presStyleIdx="0" presStyleCnt="1">
        <dgm:presLayoutVars>
          <dgm:bulletEnabled val="1"/>
        </dgm:presLayoutVars>
      </dgm:prSet>
      <dgm:spPr/>
    </dgm:pt>
  </dgm:ptLst>
  <dgm:cxnLst>
    <dgm:cxn modelId="{CD1F6F03-D942-4643-83CF-9A4609EE1072}" type="presOf" srcId="{E1A7FCB8-C9AD-4ACC-81EC-04EC7EC6D433}" destId="{6A09DDBF-4B1E-41E0-9892-9373887F24F0}" srcOrd="0" destOrd="1" presId="urn:microsoft.com/office/officeart/2005/8/layout/list1"/>
    <dgm:cxn modelId="{F202F719-443C-44A7-9EC2-F49ADC30D2B0}" type="presOf" srcId="{37A6B762-12A3-4C7C-B3BD-8D10C983563C}" destId="{6A09DDBF-4B1E-41E0-9892-9373887F24F0}" srcOrd="0" destOrd="2" presId="urn:microsoft.com/office/officeart/2005/8/layout/list1"/>
    <dgm:cxn modelId="{6EB2D224-4829-448B-9C34-A551B270C3D1}" type="presOf" srcId="{F2BC46B8-311F-46A0-8E17-C2ACB7E6C6AE}" destId="{88BC9957-97AB-4C6B-865B-2310430CA3FE}" srcOrd="0" destOrd="0" presId="urn:microsoft.com/office/officeart/2005/8/layout/list1"/>
    <dgm:cxn modelId="{A4584926-EE92-4FDB-8FA2-B6454DF14C04}" srcId="{F2BC46B8-311F-46A0-8E17-C2ACB7E6C6AE}" destId="{2F1B3334-5831-45F5-9BB5-D684276C0E84}" srcOrd="0" destOrd="0" parTransId="{5D430D99-696C-4D34-AC67-9232C40A2BF7}" sibTransId="{8ED030A9-8261-4FF8-BF87-46A6C4101338}"/>
    <dgm:cxn modelId="{E9E30E27-9660-44F0-AC65-09DE4167E8FC}" srcId="{5153D5FD-FA4F-4933-9EDD-0EA2654E845E}" destId="{F2BC46B8-311F-46A0-8E17-C2ACB7E6C6AE}" srcOrd="0" destOrd="0" parTransId="{2B397BE1-D853-4092-BD10-9DFF853EFCBF}" sibTransId="{8694F37D-B3D2-406E-B226-2FCB7462B3B2}"/>
    <dgm:cxn modelId="{6E65E54D-A584-4AEC-9EE2-1A10930462F6}" type="presOf" srcId="{F2BC46B8-311F-46A0-8E17-C2ACB7E6C6AE}" destId="{AB23D3E3-D92B-480B-AC37-7714F017F91F}" srcOrd="1" destOrd="0" presId="urn:microsoft.com/office/officeart/2005/8/layout/list1"/>
    <dgm:cxn modelId="{31DD739B-5BF8-4C10-8044-77B10CF11871}" srcId="{F2BC46B8-311F-46A0-8E17-C2ACB7E6C6AE}" destId="{37A6B762-12A3-4C7C-B3BD-8D10C983563C}" srcOrd="2" destOrd="0" parTransId="{9DE14815-12FD-448B-A800-B6567451F659}" sibTransId="{79292307-E060-4C7C-98DB-9EC4AF1B8FDD}"/>
    <dgm:cxn modelId="{AEA386A3-8EC7-42B3-947C-13DD4BED5BAA}" srcId="{F2BC46B8-311F-46A0-8E17-C2ACB7E6C6AE}" destId="{E1A7FCB8-C9AD-4ACC-81EC-04EC7EC6D433}" srcOrd="1" destOrd="0" parTransId="{26A09FA9-1822-4F70-87A4-A7F426F7E857}" sibTransId="{5E74D8F6-8CFF-469A-A023-CCD88FBF407A}"/>
    <dgm:cxn modelId="{127E5FC5-2BC1-4F64-BBD7-055ACF3E1AFB}" type="presOf" srcId="{5153D5FD-FA4F-4933-9EDD-0EA2654E845E}" destId="{11D8695C-8D73-4C0C-ACD8-E09E3D66D215}" srcOrd="0" destOrd="0" presId="urn:microsoft.com/office/officeart/2005/8/layout/list1"/>
    <dgm:cxn modelId="{419690E6-3419-4412-AC41-20676E5B4383}" type="presOf" srcId="{2F1B3334-5831-45F5-9BB5-D684276C0E84}" destId="{6A09DDBF-4B1E-41E0-9892-9373887F24F0}" srcOrd="0" destOrd="0" presId="urn:microsoft.com/office/officeart/2005/8/layout/list1"/>
    <dgm:cxn modelId="{00C70BFB-824A-45FA-83A7-06200404C9DC}" type="presParOf" srcId="{11D8695C-8D73-4C0C-ACD8-E09E3D66D215}" destId="{C5088E9B-DA63-46A5-8349-66471C260EE2}" srcOrd="0" destOrd="0" presId="urn:microsoft.com/office/officeart/2005/8/layout/list1"/>
    <dgm:cxn modelId="{A04B23BD-99E7-4604-B6B0-991052F26470}" type="presParOf" srcId="{C5088E9B-DA63-46A5-8349-66471C260EE2}" destId="{88BC9957-97AB-4C6B-865B-2310430CA3FE}" srcOrd="0" destOrd="0" presId="urn:microsoft.com/office/officeart/2005/8/layout/list1"/>
    <dgm:cxn modelId="{C2171D05-B52E-4B2C-AFBC-ABEFD528499C}" type="presParOf" srcId="{C5088E9B-DA63-46A5-8349-66471C260EE2}" destId="{AB23D3E3-D92B-480B-AC37-7714F017F91F}" srcOrd="1" destOrd="0" presId="urn:microsoft.com/office/officeart/2005/8/layout/list1"/>
    <dgm:cxn modelId="{53DC5584-8CC0-4A69-92FF-A434F9F3204A}" type="presParOf" srcId="{11D8695C-8D73-4C0C-ACD8-E09E3D66D215}" destId="{82D8F44D-CEE6-4005-AEA3-5BD51206BA8C}" srcOrd="1" destOrd="0" presId="urn:microsoft.com/office/officeart/2005/8/layout/list1"/>
    <dgm:cxn modelId="{3541EE34-FAFD-4D10-8BC8-1EBE3C7739F1}" type="presParOf" srcId="{11D8695C-8D73-4C0C-ACD8-E09E3D66D215}" destId="{6A09DDBF-4B1E-41E0-9892-9373887F24F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D97B12D-14C9-4775-97B8-D228732CD4EC}" type="doc">
      <dgm:prSet loTypeId="urn:microsoft.com/office/officeart/2005/8/layout/vList2" loCatId="list" qsTypeId="urn:microsoft.com/office/officeart/2005/8/quickstyle/simple2" qsCatId="simple" csTypeId="urn:microsoft.com/office/officeart/2005/8/colors/colorful1" csCatId="colorful" phldr="1"/>
      <dgm:spPr/>
      <dgm:t>
        <a:bodyPr/>
        <a:lstStyle/>
        <a:p>
          <a:endParaRPr lang="en-US"/>
        </a:p>
      </dgm:t>
    </dgm:pt>
    <dgm:pt modelId="{EE3CC379-F3FF-492F-81C9-0C29880A7D5D}">
      <dgm:prSet/>
      <dgm:spPr/>
      <dgm:t>
        <a:bodyPr/>
        <a:lstStyle/>
        <a:p>
          <a:r>
            <a:rPr lang="hu-HU">
              <a:latin typeface="Times New Roman" panose="02020603050405020304" pitchFamily="18" charset="0"/>
              <a:cs typeface="Times New Roman" panose="02020603050405020304" pitchFamily="18" charset="0"/>
            </a:rPr>
            <a:t>a személyes adatok kezelésére használt rendszerek és szolgáltatások folyamatos bizalmas jellegének, integritásának, elérhetőségének és rugalmasságának biztosítása;</a:t>
          </a:r>
          <a:endParaRPr lang="en-US">
            <a:latin typeface="Times New Roman" panose="02020603050405020304" pitchFamily="18" charset="0"/>
            <a:cs typeface="Times New Roman" panose="02020603050405020304" pitchFamily="18" charset="0"/>
          </a:endParaRPr>
        </a:p>
      </dgm:t>
    </dgm:pt>
    <dgm:pt modelId="{95F3F9F8-FF80-40E7-A7C5-EBB89FDE57A1}" type="parTrans" cxnId="{40B61E96-9442-4870-B6F6-EFEF607D67C4}">
      <dgm:prSet/>
      <dgm:spPr/>
      <dgm:t>
        <a:bodyPr/>
        <a:lstStyle/>
        <a:p>
          <a:endParaRPr lang="en-US">
            <a:latin typeface="Times New Roman" panose="02020603050405020304" pitchFamily="18" charset="0"/>
            <a:cs typeface="Times New Roman" panose="02020603050405020304" pitchFamily="18" charset="0"/>
          </a:endParaRPr>
        </a:p>
      </dgm:t>
    </dgm:pt>
    <dgm:pt modelId="{E530C8D3-4C86-463C-B67E-796E3DA3BD6F}" type="sibTrans" cxnId="{40B61E96-9442-4870-B6F6-EFEF607D67C4}">
      <dgm:prSet/>
      <dgm:spPr/>
      <dgm:t>
        <a:bodyPr/>
        <a:lstStyle/>
        <a:p>
          <a:endParaRPr lang="en-US">
            <a:latin typeface="Times New Roman" panose="02020603050405020304" pitchFamily="18" charset="0"/>
            <a:cs typeface="Times New Roman" panose="02020603050405020304" pitchFamily="18" charset="0"/>
          </a:endParaRPr>
        </a:p>
      </dgm:t>
    </dgm:pt>
    <dgm:pt modelId="{2F4947A7-249A-48D5-88EB-84EF9DD392C4}">
      <dgm:prSet/>
      <dgm:spPr/>
      <dgm:t>
        <a:bodyPr/>
        <a:lstStyle/>
        <a:p>
          <a:r>
            <a:rPr lang="hu-HU">
              <a:latin typeface="Times New Roman" panose="02020603050405020304" pitchFamily="18" charset="0"/>
              <a:cs typeface="Times New Roman" panose="02020603050405020304" pitchFamily="18" charset="0"/>
            </a:rPr>
            <a:t>fizikai vagy műszaki probléma esetén kellő időben vissza lehessen állítani az adatok rendelkezésre állását és az azokhoz való hozzáférést;</a:t>
          </a:r>
          <a:endParaRPr lang="en-US">
            <a:latin typeface="Times New Roman" panose="02020603050405020304" pitchFamily="18" charset="0"/>
            <a:cs typeface="Times New Roman" panose="02020603050405020304" pitchFamily="18" charset="0"/>
          </a:endParaRPr>
        </a:p>
      </dgm:t>
    </dgm:pt>
    <dgm:pt modelId="{2359A846-5F36-46F0-AE25-B62217524A6F}" type="parTrans" cxnId="{A7331A31-F1AF-49CB-AD39-41F1D8738E4C}">
      <dgm:prSet/>
      <dgm:spPr/>
      <dgm:t>
        <a:bodyPr/>
        <a:lstStyle/>
        <a:p>
          <a:endParaRPr lang="en-US">
            <a:latin typeface="Times New Roman" panose="02020603050405020304" pitchFamily="18" charset="0"/>
            <a:cs typeface="Times New Roman" panose="02020603050405020304" pitchFamily="18" charset="0"/>
          </a:endParaRPr>
        </a:p>
      </dgm:t>
    </dgm:pt>
    <dgm:pt modelId="{3F48B9EC-AB8E-4E7E-97D6-E96A000E8A35}" type="sibTrans" cxnId="{A7331A31-F1AF-49CB-AD39-41F1D8738E4C}">
      <dgm:prSet/>
      <dgm:spPr/>
      <dgm:t>
        <a:bodyPr/>
        <a:lstStyle/>
        <a:p>
          <a:endParaRPr lang="en-US">
            <a:latin typeface="Times New Roman" panose="02020603050405020304" pitchFamily="18" charset="0"/>
            <a:cs typeface="Times New Roman" panose="02020603050405020304" pitchFamily="18" charset="0"/>
          </a:endParaRPr>
        </a:p>
      </dgm:t>
    </dgm:pt>
    <dgm:pt modelId="{9B833CE8-AB9E-4820-954C-F7A0CAF0BA9B}">
      <dgm:prSet/>
      <dgm:spPr/>
      <dgm:t>
        <a:bodyPr/>
        <a:lstStyle/>
        <a:p>
          <a:r>
            <a:rPr lang="hu-HU">
              <a:latin typeface="Times New Roman" panose="02020603050405020304" pitchFamily="18" charset="0"/>
              <a:cs typeface="Times New Roman" panose="02020603050405020304" pitchFamily="18" charset="0"/>
            </a:rPr>
            <a:t>eljárás arra, hogy rendszeresen teszteljék, felmérjék és értékeljék az adatkezelés biztonságának garantálására hozott technikai és szervezési intézkedések hatékonyságát</a:t>
          </a:r>
          <a:endParaRPr lang="en-US">
            <a:latin typeface="Times New Roman" panose="02020603050405020304" pitchFamily="18" charset="0"/>
            <a:cs typeface="Times New Roman" panose="02020603050405020304" pitchFamily="18" charset="0"/>
          </a:endParaRPr>
        </a:p>
      </dgm:t>
    </dgm:pt>
    <dgm:pt modelId="{CF1F3CC7-45DD-42CE-9B5E-87C612E3F2C6}" type="parTrans" cxnId="{6BA22D91-5D1A-48E6-9954-48CF9FA2C4CC}">
      <dgm:prSet/>
      <dgm:spPr/>
      <dgm:t>
        <a:bodyPr/>
        <a:lstStyle/>
        <a:p>
          <a:endParaRPr lang="en-US">
            <a:latin typeface="Times New Roman" panose="02020603050405020304" pitchFamily="18" charset="0"/>
            <a:cs typeface="Times New Roman" panose="02020603050405020304" pitchFamily="18" charset="0"/>
          </a:endParaRPr>
        </a:p>
      </dgm:t>
    </dgm:pt>
    <dgm:pt modelId="{2AF4BAB0-2B59-44C7-9069-D0EF8E150C68}" type="sibTrans" cxnId="{6BA22D91-5D1A-48E6-9954-48CF9FA2C4CC}">
      <dgm:prSet/>
      <dgm:spPr/>
      <dgm:t>
        <a:bodyPr/>
        <a:lstStyle/>
        <a:p>
          <a:endParaRPr lang="en-US">
            <a:latin typeface="Times New Roman" panose="02020603050405020304" pitchFamily="18" charset="0"/>
            <a:cs typeface="Times New Roman" panose="02020603050405020304" pitchFamily="18" charset="0"/>
          </a:endParaRPr>
        </a:p>
      </dgm:t>
    </dgm:pt>
    <dgm:pt modelId="{9221AEB6-3EEE-40A1-ADBE-54148688E641}">
      <dgm:prSet/>
      <dgm:spPr/>
      <dgm:t>
        <a:bodyPr/>
        <a:lstStyle/>
        <a:p>
          <a:r>
            <a:rPr lang="hu-HU" dirty="0">
              <a:latin typeface="Times New Roman" panose="02020603050405020304" pitchFamily="18" charset="0"/>
              <a:cs typeface="Times New Roman" panose="02020603050405020304" pitchFamily="18" charset="0"/>
            </a:rPr>
            <a:t>a személyes adatok álnevesítése és titkosítása</a:t>
          </a:r>
          <a:endParaRPr lang="en-US" dirty="0">
            <a:latin typeface="Times New Roman" panose="02020603050405020304" pitchFamily="18" charset="0"/>
            <a:cs typeface="Times New Roman" panose="02020603050405020304" pitchFamily="18" charset="0"/>
          </a:endParaRPr>
        </a:p>
      </dgm:t>
    </dgm:pt>
    <dgm:pt modelId="{6D12E10E-4A93-4679-954E-8082D9C86193}" type="sibTrans" cxnId="{BAEACCCE-0FFA-4A11-A695-9C0983818B43}">
      <dgm:prSet/>
      <dgm:spPr/>
      <dgm:t>
        <a:bodyPr/>
        <a:lstStyle/>
        <a:p>
          <a:endParaRPr lang="en-US">
            <a:latin typeface="Times New Roman" panose="02020603050405020304" pitchFamily="18" charset="0"/>
            <a:cs typeface="Times New Roman" panose="02020603050405020304" pitchFamily="18" charset="0"/>
          </a:endParaRPr>
        </a:p>
      </dgm:t>
    </dgm:pt>
    <dgm:pt modelId="{569A3C95-4417-444A-9A9A-E0DCE70180D8}" type="parTrans" cxnId="{BAEACCCE-0FFA-4A11-A695-9C0983818B43}">
      <dgm:prSet/>
      <dgm:spPr/>
      <dgm:t>
        <a:bodyPr/>
        <a:lstStyle/>
        <a:p>
          <a:endParaRPr lang="en-US">
            <a:latin typeface="Times New Roman" panose="02020603050405020304" pitchFamily="18" charset="0"/>
            <a:cs typeface="Times New Roman" panose="02020603050405020304" pitchFamily="18" charset="0"/>
          </a:endParaRPr>
        </a:p>
      </dgm:t>
    </dgm:pt>
    <dgm:pt modelId="{B3B63F1D-C439-44E3-9DFB-8D7CC9A9BB05}" type="pres">
      <dgm:prSet presAssocID="{4D97B12D-14C9-4775-97B8-D228732CD4EC}" presName="linear" presStyleCnt="0">
        <dgm:presLayoutVars>
          <dgm:animLvl val="lvl"/>
          <dgm:resizeHandles val="exact"/>
        </dgm:presLayoutVars>
      </dgm:prSet>
      <dgm:spPr/>
    </dgm:pt>
    <dgm:pt modelId="{C6FA06B7-AEEB-4E81-BA1B-98202D24722C}" type="pres">
      <dgm:prSet presAssocID="{9221AEB6-3EEE-40A1-ADBE-54148688E641}" presName="parentText" presStyleLbl="node1" presStyleIdx="0" presStyleCnt="4">
        <dgm:presLayoutVars>
          <dgm:chMax val="0"/>
          <dgm:bulletEnabled val="1"/>
        </dgm:presLayoutVars>
      </dgm:prSet>
      <dgm:spPr/>
    </dgm:pt>
    <dgm:pt modelId="{C3CDBC3C-EC45-45DE-BC63-64D058038430}" type="pres">
      <dgm:prSet presAssocID="{6D12E10E-4A93-4679-954E-8082D9C86193}" presName="spacer" presStyleCnt="0"/>
      <dgm:spPr/>
    </dgm:pt>
    <dgm:pt modelId="{195FD851-C16A-4C52-84CE-F582FF356335}" type="pres">
      <dgm:prSet presAssocID="{EE3CC379-F3FF-492F-81C9-0C29880A7D5D}" presName="parentText" presStyleLbl="node1" presStyleIdx="1" presStyleCnt="4">
        <dgm:presLayoutVars>
          <dgm:chMax val="0"/>
          <dgm:bulletEnabled val="1"/>
        </dgm:presLayoutVars>
      </dgm:prSet>
      <dgm:spPr/>
    </dgm:pt>
    <dgm:pt modelId="{0C6355C6-85C0-4FEF-90B3-BAA8CAAB531E}" type="pres">
      <dgm:prSet presAssocID="{E530C8D3-4C86-463C-B67E-796E3DA3BD6F}" presName="spacer" presStyleCnt="0"/>
      <dgm:spPr/>
    </dgm:pt>
    <dgm:pt modelId="{053C8478-D65B-4CBA-A4D5-8C27DAAB85B3}" type="pres">
      <dgm:prSet presAssocID="{2F4947A7-249A-48D5-88EB-84EF9DD392C4}" presName="parentText" presStyleLbl="node1" presStyleIdx="2" presStyleCnt="4">
        <dgm:presLayoutVars>
          <dgm:chMax val="0"/>
          <dgm:bulletEnabled val="1"/>
        </dgm:presLayoutVars>
      </dgm:prSet>
      <dgm:spPr/>
    </dgm:pt>
    <dgm:pt modelId="{FBDC6E25-747D-47F5-9FE0-D389D91CE98A}" type="pres">
      <dgm:prSet presAssocID="{3F48B9EC-AB8E-4E7E-97D6-E96A000E8A35}" presName="spacer" presStyleCnt="0"/>
      <dgm:spPr/>
    </dgm:pt>
    <dgm:pt modelId="{CFE973A4-B3C7-4984-A1FB-59820AA63A59}" type="pres">
      <dgm:prSet presAssocID="{9B833CE8-AB9E-4820-954C-F7A0CAF0BA9B}" presName="parentText" presStyleLbl="node1" presStyleIdx="3" presStyleCnt="4">
        <dgm:presLayoutVars>
          <dgm:chMax val="0"/>
          <dgm:bulletEnabled val="1"/>
        </dgm:presLayoutVars>
      </dgm:prSet>
      <dgm:spPr/>
    </dgm:pt>
  </dgm:ptLst>
  <dgm:cxnLst>
    <dgm:cxn modelId="{49142B13-8843-41E5-87F3-7AF4A713D395}" type="presOf" srcId="{4D97B12D-14C9-4775-97B8-D228732CD4EC}" destId="{B3B63F1D-C439-44E3-9DFB-8D7CC9A9BB05}" srcOrd="0" destOrd="0" presId="urn:microsoft.com/office/officeart/2005/8/layout/vList2"/>
    <dgm:cxn modelId="{A7331A31-F1AF-49CB-AD39-41F1D8738E4C}" srcId="{4D97B12D-14C9-4775-97B8-D228732CD4EC}" destId="{2F4947A7-249A-48D5-88EB-84EF9DD392C4}" srcOrd="2" destOrd="0" parTransId="{2359A846-5F36-46F0-AE25-B62217524A6F}" sibTransId="{3F48B9EC-AB8E-4E7E-97D6-E96A000E8A35}"/>
    <dgm:cxn modelId="{438BC354-F267-40E2-9C81-A581A1E2A644}" type="presOf" srcId="{9221AEB6-3EEE-40A1-ADBE-54148688E641}" destId="{C6FA06B7-AEEB-4E81-BA1B-98202D24722C}" srcOrd="0" destOrd="0" presId="urn:microsoft.com/office/officeart/2005/8/layout/vList2"/>
    <dgm:cxn modelId="{6BA22D91-5D1A-48E6-9954-48CF9FA2C4CC}" srcId="{4D97B12D-14C9-4775-97B8-D228732CD4EC}" destId="{9B833CE8-AB9E-4820-954C-F7A0CAF0BA9B}" srcOrd="3" destOrd="0" parTransId="{CF1F3CC7-45DD-42CE-9B5E-87C612E3F2C6}" sibTransId="{2AF4BAB0-2B59-44C7-9069-D0EF8E150C68}"/>
    <dgm:cxn modelId="{40B61E96-9442-4870-B6F6-EFEF607D67C4}" srcId="{4D97B12D-14C9-4775-97B8-D228732CD4EC}" destId="{EE3CC379-F3FF-492F-81C9-0C29880A7D5D}" srcOrd="1" destOrd="0" parTransId="{95F3F9F8-FF80-40E7-A7C5-EBB89FDE57A1}" sibTransId="{E530C8D3-4C86-463C-B67E-796E3DA3BD6F}"/>
    <dgm:cxn modelId="{BAEACCCE-0FFA-4A11-A695-9C0983818B43}" srcId="{4D97B12D-14C9-4775-97B8-D228732CD4EC}" destId="{9221AEB6-3EEE-40A1-ADBE-54148688E641}" srcOrd="0" destOrd="0" parTransId="{569A3C95-4417-444A-9A9A-E0DCE70180D8}" sibTransId="{6D12E10E-4A93-4679-954E-8082D9C86193}"/>
    <dgm:cxn modelId="{36361EDB-8574-4E9A-95C0-CF0FDE47C773}" type="presOf" srcId="{EE3CC379-F3FF-492F-81C9-0C29880A7D5D}" destId="{195FD851-C16A-4C52-84CE-F582FF356335}" srcOrd="0" destOrd="0" presId="urn:microsoft.com/office/officeart/2005/8/layout/vList2"/>
    <dgm:cxn modelId="{724349DC-B540-46E6-8B53-A00877ADC3AA}" type="presOf" srcId="{2F4947A7-249A-48D5-88EB-84EF9DD392C4}" destId="{053C8478-D65B-4CBA-A4D5-8C27DAAB85B3}" srcOrd="0" destOrd="0" presId="urn:microsoft.com/office/officeart/2005/8/layout/vList2"/>
    <dgm:cxn modelId="{335AEAE4-8823-4FD1-B21E-848ED8B492C5}" type="presOf" srcId="{9B833CE8-AB9E-4820-954C-F7A0CAF0BA9B}" destId="{CFE973A4-B3C7-4984-A1FB-59820AA63A59}" srcOrd="0" destOrd="0" presId="urn:microsoft.com/office/officeart/2005/8/layout/vList2"/>
    <dgm:cxn modelId="{FAC36049-1A90-4F02-9E9E-4DC696159B12}" type="presParOf" srcId="{B3B63F1D-C439-44E3-9DFB-8D7CC9A9BB05}" destId="{C6FA06B7-AEEB-4E81-BA1B-98202D24722C}" srcOrd="0" destOrd="0" presId="urn:microsoft.com/office/officeart/2005/8/layout/vList2"/>
    <dgm:cxn modelId="{7FC7CC0F-1443-4C7D-AE57-0AFE00DC882A}" type="presParOf" srcId="{B3B63F1D-C439-44E3-9DFB-8D7CC9A9BB05}" destId="{C3CDBC3C-EC45-45DE-BC63-64D058038430}" srcOrd="1" destOrd="0" presId="urn:microsoft.com/office/officeart/2005/8/layout/vList2"/>
    <dgm:cxn modelId="{B433FE3C-AF0F-4169-9A54-699AE7ADB27E}" type="presParOf" srcId="{B3B63F1D-C439-44E3-9DFB-8D7CC9A9BB05}" destId="{195FD851-C16A-4C52-84CE-F582FF356335}" srcOrd="2" destOrd="0" presId="urn:microsoft.com/office/officeart/2005/8/layout/vList2"/>
    <dgm:cxn modelId="{5BBD887F-1B8E-42B7-86EA-5E837A6E5319}" type="presParOf" srcId="{B3B63F1D-C439-44E3-9DFB-8D7CC9A9BB05}" destId="{0C6355C6-85C0-4FEF-90B3-BAA8CAAB531E}" srcOrd="3" destOrd="0" presId="urn:microsoft.com/office/officeart/2005/8/layout/vList2"/>
    <dgm:cxn modelId="{EA648B8C-9E61-4E9D-944E-EA0678EA22C2}" type="presParOf" srcId="{B3B63F1D-C439-44E3-9DFB-8D7CC9A9BB05}" destId="{053C8478-D65B-4CBA-A4D5-8C27DAAB85B3}" srcOrd="4" destOrd="0" presId="urn:microsoft.com/office/officeart/2005/8/layout/vList2"/>
    <dgm:cxn modelId="{33C53336-D541-41D3-9FC9-7214DA78AABE}" type="presParOf" srcId="{B3B63F1D-C439-44E3-9DFB-8D7CC9A9BB05}" destId="{FBDC6E25-747D-47F5-9FE0-D389D91CE98A}" srcOrd="5" destOrd="0" presId="urn:microsoft.com/office/officeart/2005/8/layout/vList2"/>
    <dgm:cxn modelId="{C3145B15-AF85-4387-9B0C-E1CFB158A62F}" type="presParOf" srcId="{B3B63F1D-C439-44E3-9DFB-8D7CC9A9BB05}" destId="{CFE973A4-B3C7-4984-A1FB-59820AA63A59}"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98519F-B571-4562-BFB3-62A8B6D33864}">
      <dsp:nvSpPr>
        <dsp:cNvPr id="0" name=""/>
        <dsp:cNvSpPr/>
      </dsp:nvSpPr>
      <dsp:spPr>
        <a:xfrm>
          <a:off x="1899915" y="2279"/>
          <a:ext cx="1724625" cy="86231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33020" rIns="49530" bIns="33020" numCol="1" spcCol="1270" anchor="ctr" anchorCtr="0">
          <a:noAutofit/>
        </a:bodyPr>
        <a:lstStyle/>
        <a:p>
          <a:pPr marL="0" lvl="0" indent="0" algn="ctr" defTabSz="1155700" rtl="0">
            <a:lnSpc>
              <a:spcPct val="90000"/>
            </a:lnSpc>
            <a:spcBef>
              <a:spcPct val="0"/>
            </a:spcBef>
            <a:spcAft>
              <a:spcPct val="35000"/>
            </a:spcAft>
            <a:buNone/>
          </a:pPr>
          <a:r>
            <a:rPr lang="hu-HU" sz="2600" kern="1200" dirty="0">
              <a:latin typeface="Times New Roman" panose="02020603050405020304" pitchFamily="18" charset="0"/>
              <a:cs typeface="Times New Roman" panose="02020603050405020304" pitchFamily="18" charset="0"/>
            </a:rPr>
            <a:t>EU jogforrások</a:t>
          </a:r>
        </a:p>
      </dsp:txBody>
      <dsp:txXfrm>
        <a:off x="1925171" y="27535"/>
        <a:ext cx="1674113" cy="811800"/>
      </dsp:txXfrm>
    </dsp:sp>
    <dsp:sp modelId="{F3474609-F819-411E-B5A5-0859DC693519}">
      <dsp:nvSpPr>
        <dsp:cNvPr id="0" name=""/>
        <dsp:cNvSpPr/>
      </dsp:nvSpPr>
      <dsp:spPr>
        <a:xfrm>
          <a:off x="2072378" y="864592"/>
          <a:ext cx="172462" cy="646734"/>
        </a:xfrm>
        <a:custGeom>
          <a:avLst/>
          <a:gdLst/>
          <a:ahLst/>
          <a:cxnLst/>
          <a:rect l="0" t="0" r="0" b="0"/>
          <a:pathLst>
            <a:path>
              <a:moveTo>
                <a:pt x="0" y="0"/>
              </a:moveTo>
              <a:lnTo>
                <a:pt x="0" y="646734"/>
              </a:lnTo>
              <a:lnTo>
                <a:pt x="172462" y="6467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79384A-6630-46FA-A070-045F35FCB490}">
      <dsp:nvSpPr>
        <dsp:cNvPr id="0" name=""/>
        <dsp:cNvSpPr/>
      </dsp:nvSpPr>
      <dsp:spPr>
        <a:xfrm>
          <a:off x="2244841" y="1080171"/>
          <a:ext cx="1379700" cy="862312"/>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EU Alapjogi Charta</a:t>
          </a:r>
        </a:p>
      </dsp:txBody>
      <dsp:txXfrm>
        <a:off x="2270097" y="1105427"/>
        <a:ext cx="1329188" cy="811800"/>
      </dsp:txXfrm>
    </dsp:sp>
    <dsp:sp modelId="{F531B058-36F3-43B0-A5C0-055A2E488104}">
      <dsp:nvSpPr>
        <dsp:cNvPr id="0" name=""/>
        <dsp:cNvSpPr/>
      </dsp:nvSpPr>
      <dsp:spPr>
        <a:xfrm>
          <a:off x="2072378" y="864592"/>
          <a:ext cx="172462" cy="1724625"/>
        </a:xfrm>
        <a:custGeom>
          <a:avLst/>
          <a:gdLst/>
          <a:ahLst/>
          <a:cxnLst/>
          <a:rect l="0" t="0" r="0" b="0"/>
          <a:pathLst>
            <a:path>
              <a:moveTo>
                <a:pt x="0" y="0"/>
              </a:moveTo>
              <a:lnTo>
                <a:pt x="0" y="1724625"/>
              </a:lnTo>
              <a:lnTo>
                <a:pt x="172462" y="17246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713C8E-25D8-4EE2-AF76-F7EDC44CE969}">
      <dsp:nvSpPr>
        <dsp:cNvPr id="0" name=""/>
        <dsp:cNvSpPr/>
      </dsp:nvSpPr>
      <dsp:spPr>
        <a:xfrm>
          <a:off x="2244841" y="2158062"/>
          <a:ext cx="1674791" cy="862312"/>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1225557"/>
              <a:satOff val="-1705"/>
              <a:lumOff val="-65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2016/679/EU Rendelet GDPR</a:t>
          </a:r>
        </a:p>
      </dsp:txBody>
      <dsp:txXfrm>
        <a:off x="2270097" y="2183318"/>
        <a:ext cx="1624279" cy="811800"/>
      </dsp:txXfrm>
    </dsp:sp>
    <dsp:sp modelId="{EB1B8D0C-69C9-45A1-81D0-88C2B4593CBC}">
      <dsp:nvSpPr>
        <dsp:cNvPr id="0" name=""/>
        <dsp:cNvSpPr/>
      </dsp:nvSpPr>
      <dsp:spPr>
        <a:xfrm>
          <a:off x="4055698" y="2279"/>
          <a:ext cx="1724625" cy="862312"/>
        </a:xfrm>
        <a:prstGeom prst="roundRect">
          <a:avLst>
            <a:gd name="adj" fmla="val 10000"/>
          </a:avLst>
        </a:prstGeom>
        <a:gradFill rotWithShape="0">
          <a:gsLst>
            <a:gs pos="0">
              <a:schemeClr val="accent5">
                <a:hueOff val="-7353344"/>
                <a:satOff val="-10228"/>
                <a:lumOff val="-3922"/>
                <a:alphaOff val="0"/>
                <a:lumMod val="110000"/>
                <a:satMod val="105000"/>
                <a:tint val="67000"/>
              </a:schemeClr>
            </a:gs>
            <a:gs pos="50000">
              <a:schemeClr val="accent5">
                <a:hueOff val="-7353344"/>
                <a:satOff val="-10228"/>
                <a:lumOff val="-3922"/>
                <a:alphaOff val="0"/>
                <a:lumMod val="105000"/>
                <a:satMod val="103000"/>
                <a:tint val="73000"/>
              </a:schemeClr>
            </a:gs>
            <a:gs pos="100000">
              <a:schemeClr val="accent5">
                <a:hueOff val="-7353344"/>
                <a:satOff val="-10228"/>
                <a:lumOff val="-392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33020" rIns="49530" bIns="33020" numCol="1" spcCol="1270" anchor="ctr" anchorCtr="0">
          <a:noAutofit/>
        </a:bodyPr>
        <a:lstStyle/>
        <a:p>
          <a:pPr marL="0" lvl="0" indent="0" algn="ctr" defTabSz="1155700" rtl="0">
            <a:lnSpc>
              <a:spcPct val="90000"/>
            </a:lnSpc>
            <a:spcBef>
              <a:spcPct val="0"/>
            </a:spcBef>
            <a:spcAft>
              <a:spcPct val="35000"/>
            </a:spcAft>
            <a:buNone/>
          </a:pPr>
          <a:r>
            <a:rPr lang="hu-HU" sz="2600" kern="1200" dirty="0">
              <a:latin typeface="Times New Roman" panose="02020603050405020304" pitchFamily="18" charset="0"/>
              <a:cs typeface="Times New Roman" panose="02020603050405020304" pitchFamily="18" charset="0"/>
            </a:rPr>
            <a:t>Magyar jogforrások</a:t>
          </a:r>
        </a:p>
      </dsp:txBody>
      <dsp:txXfrm>
        <a:off x="4080954" y="27535"/>
        <a:ext cx="1674113" cy="811800"/>
      </dsp:txXfrm>
    </dsp:sp>
    <dsp:sp modelId="{697A1D84-8F19-45A6-AE17-593876B8A4FC}">
      <dsp:nvSpPr>
        <dsp:cNvPr id="0" name=""/>
        <dsp:cNvSpPr/>
      </dsp:nvSpPr>
      <dsp:spPr>
        <a:xfrm>
          <a:off x="4228160" y="864592"/>
          <a:ext cx="172462" cy="646734"/>
        </a:xfrm>
        <a:custGeom>
          <a:avLst/>
          <a:gdLst/>
          <a:ahLst/>
          <a:cxnLst/>
          <a:rect l="0" t="0" r="0" b="0"/>
          <a:pathLst>
            <a:path>
              <a:moveTo>
                <a:pt x="0" y="0"/>
              </a:moveTo>
              <a:lnTo>
                <a:pt x="0" y="646734"/>
              </a:lnTo>
              <a:lnTo>
                <a:pt x="172462" y="6467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4EAE96-9D27-40F6-A3D3-6B0CB4FA509B}">
      <dsp:nvSpPr>
        <dsp:cNvPr id="0" name=""/>
        <dsp:cNvSpPr/>
      </dsp:nvSpPr>
      <dsp:spPr>
        <a:xfrm>
          <a:off x="4400623" y="1080171"/>
          <a:ext cx="2397230" cy="862312"/>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2451115"/>
              <a:satOff val="-3409"/>
              <a:lumOff val="-130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Alaptörvény (adatvédelem és információszabadság)</a:t>
          </a:r>
        </a:p>
      </dsp:txBody>
      <dsp:txXfrm>
        <a:off x="4425879" y="1105427"/>
        <a:ext cx="2346718" cy="811800"/>
      </dsp:txXfrm>
    </dsp:sp>
    <dsp:sp modelId="{D75820B5-9372-48EB-AF9C-CC22641AE9CD}">
      <dsp:nvSpPr>
        <dsp:cNvPr id="0" name=""/>
        <dsp:cNvSpPr/>
      </dsp:nvSpPr>
      <dsp:spPr>
        <a:xfrm>
          <a:off x="4228160" y="864592"/>
          <a:ext cx="172462" cy="1724625"/>
        </a:xfrm>
        <a:custGeom>
          <a:avLst/>
          <a:gdLst/>
          <a:ahLst/>
          <a:cxnLst/>
          <a:rect l="0" t="0" r="0" b="0"/>
          <a:pathLst>
            <a:path>
              <a:moveTo>
                <a:pt x="0" y="0"/>
              </a:moveTo>
              <a:lnTo>
                <a:pt x="0" y="1724625"/>
              </a:lnTo>
              <a:lnTo>
                <a:pt x="172462" y="17246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A7A588-C86F-4AC0-9D9B-0F619847F789}">
      <dsp:nvSpPr>
        <dsp:cNvPr id="0" name=""/>
        <dsp:cNvSpPr/>
      </dsp:nvSpPr>
      <dsp:spPr>
        <a:xfrm>
          <a:off x="4400623" y="2158062"/>
          <a:ext cx="3027905" cy="862312"/>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3676672"/>
              <a:satOff val="-5114"/>
              <a:lumOff val="-196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Polgári Törvénykönyvről szóló 2013. évi V. törvény 2:42-2:43.§</a:t>
          </a:r>
        </a:p>
      </dsp:txBody>
      <dsp:txXfrm>
        <a:off x="4425879" y="2183318"/>
        <a:ext cx="2977393" cy="811800"/>
      </dsp:txXfrm>
    </dsp:sp>
    <dsp:sp modelId="{EFF38B58-4363-4ED0-BE9D-94BE69DCB331}">
      <dsp:nvSpPr>
        <dsp:cNvPr id="0" name=""/>
        <dsp:cNvSpPr/>
      </dsp:nvSpPr>
      <dsp:spPr>
        <a:xfrm>
          <a:off x="4228160" y="864592"/>
          <a:ext cx="172462" cy="2802517"/>
        </a:xfrm>
        <a:custGeom>
          <a:avLst/>
          <a:gdLst/>
          <a:ahLst/>
          <a:cxnLst/>
          <a:rect l="0" t="0" r="0" b="0"/>
          <a:pathLst>
            <a:path>
              <a:moveTo>
                <a:pt x="0" y="0"/>
              </a:moveTo>
              <a:lnTo>
                <a:pt x="0" y="2802517"/>
              </a:lnTo>
              <a:lnTo>
                <a:pt x="172462" y="280251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EEADD8-8D9E-47DF-97A3-A732CD959CD7}">
      <dsp:nvSpPr>
        <dsp:cNvPr id="0" name=""/>
        <dsp:cNvSpPr/>
      </dsp:nvSpPr>
      <dsp:spPr>
        <a:xfrm>
          <a:off x="4400623" y="3235953"/>
          <a:ext cx="3016039" cy="862312"/>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4902230"/>
              <a:satOff val="-6819"/>
              <a:lumOff val="-26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Büntető Törvénykönyvről szóló 2012. évi C. törvény 219-220.§</a:t>
          </a:r>
        </a:p>
      </dsp:txBody>
      <dsp:txXfrm>
        <a:off x="4425879" y="3261209"/>
        <a:ext cx="2965527" cy="811800"/>
      </dsp:txXfrm>
    </dsp:sp>
    <dsp:sp modelId="{140B32CF-5579-4065-BB64-16748C87DE04}">
      <dsp:nvSpPr>
        <dsp:cNvPr id="0" name=""/>
        <dsp:cNvSpPr/>
      </dsp:nvSpPr>
      <dsp:spPr>
        <a:xfrm>
          <a:off x="4228160" y="864592"/>
          <a:ext cx="172462" cy="3880408"/>
        </a:xfrm>
        <a:custGeom>
          <a:avLst/>
          <a:gdLst/>
          <a:ahLst/>
          <a:cxnLst/>
          <a:rect l="0" t="0" r="0" b="0"/>
          <a:pathLst>
            <a:path>
              <a:moveTo>
                <a:pt x="0" y="0"/>
              </a:moveTo>
              <a:lnTo>
                <a:pt x="0" y="3880408"/>
              </a:lnTo>
              <a:lnTo>
                <a:pt x="172462" y="388040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808010-9A8E-4097-9412-AB1123361820}">
      <dsp:nvSpPr>
        <dsp:cNvPr id="0" name=""/>
        <dsp:cNvSpPr/>
      </dsp:nvSpPr>
      <dsp:spPr>
        <a:xfrm>
          <a:off x="4400623" y="4313844"/>
          <a:ext cx="4431143" cy="862312"/>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6127787"/>
              <a:satOff val="-8523"/>
              <a:lumOff val="-326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Az információs önrendelkezési jogról és az információszabadságról szóló 2011. évi CXII. törvény (</a:t>
          </a:r>
          <a:r>
            <a:rPr lang="hu-HU" sz="2000" kern="1200" dirty="0" err="1">
              <a:latin typeface="Times New Roman" panose="02020603050405020304" pitchFamily="18" charset="0"/>
              <a:cs typeface="Times New Roman" panose="02020603050405020304" pitchFamily="18" charset="0"/>
            </a:rPr>
            <a:t>Infotv</a:t>
          </a:r>
          <a:r>
            <a:rPr lang="hu-HU" sz="2000" kern="1200" dirty="0">
              <a:latin typeface="Times New Roman" panose="02020603050405020304" pitchFamily="18" charset="0"/>
              <a:cs typeface="Times New Roman" panose="02020603050405020304" pitchFamily="18" charset="0"/>
            </a:rPr>
            <a:t>.)</a:t>
          </a:r>
        </a:p>
      </dsp:txBody>
      <dsp:txXfrm>
        <a:off x="4425879" y="4339100"/>
        <a:ext cx="4380631" cy="811800"/>
      </dsp:txXfrm>
    </dsp:sp>
    <dsp:sp modelId="{588655FC-89A3-4667-84C2-5A93712A45F8}">
      <dsp:nvSpPr>
        <dsp:cNvPr id="0" name=""/>
        <dsp:cNvSpPr/>
      </dsp:nvSpPr>
      <dsp:spPr>
        <a:xfrm>
          <a:off x="4228160" y="864592"/>
          <a:ext cx="172462" cy="4958299"/>
        </a:xfrm>
        <a:custGeom>
          <a:avLst/>
          <a:gdLst/>
          <a:ahLst/>
          <a:cxnLst/>
          <a:rect l="0" t="0" r="0" b="0"/>
          <a:pathLst>
            <a:path>
              <a:moveTo>
                <a:pt x="0" y="0"/>
              </a:moveTo>
              <a:lnTo>
                <a:pt x="0" y="4958299"/>
              </a:lnTo>
              <a:lnTo>
                <a:pt x="172462" y="495829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8CF3E9-0701-45B2-BCA5-177E7FF7A6B8}">
      <dsp:nvSpPr>
        <dsp:cNvPr id="0" name=""/>
        <dsp:cNvSpPr/>
      </dsp:nvSpPr>
      <dsp:spPr>
        <a:xfrm>
          <a:off x="4400623" y="5391736"/>
          <a:ext cx="4451466" cy="862312"/>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7353344"/>
              <a:satOff val="-10228"/>
              <a:lumOff val="-392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hu-HU" sz="2000" kern="1200" dirty="0" err="1">
              <a:latin typeface="Times New Roman" panose="02020603050405020304" pitchFamily="18" charset="0"/>
              <a:cs typeface="Times New Roman" panose="02020603050405020304" pitchFamily="18" charset="0"/>
            </a:rPr>
            <a:t>Szektorális</a:t>
          </a:r>
          <a:r>
            <a:rPr lang="hu-HU" sz="2000" kern="1200" dirty="0">
              <a:latin typeface="Times New Roman" panose="02020603050405020304" pitchFamily="18" charset="0"/>
              <a:cs typeface="Times New Roman" panose="02020603050405020304" pitchFamily="18" charset="0"/>
            </a:rPr>
            <a:t> szabályozás (egészségügy, elektronikus kereskedelem)</a:t>
          </a:r>
        </a:p>
      </dsp:txBody>
      <dsp:txXfrm>
        <a:off x="4425879" y="5416992"/>
        <a:ext cx="4400954" cy="8118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A701A-C5E9-48EF-9C64-81CE1D43E233}">
      <dsp:nvSpPr>
        <dsp:cNvPr id="0" name=""/>
        <dsp:cNvSpPr/>
      </dsp:nvSpPr>
      <dsp:spPr>
        <a:xfrm>
          <a:off x="5487" y="0"/>
          <a:ext cx="5278776" cy="5386039"/>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hu-HU" sz="2800" kern="1200" dirty="0">
              <a:latin typeface="Times New Roman" panose="02020603050405020304" pitchFamily="18" charset="0"/>
              <a:cs typeface="Times New Roman" panose="02020603050405020304" pitchFamily="18" charset="0"/>
            </a:rPr>
            <a:t>adatkezelés</a:t>
          </a:r>
          <a:endParaRPr lang="hu-HU" sz="5900" kern="1200" dirty="0">
            <a:latin typeface="Times New Roman" panose="02020603050405020304" pitchFamily="18" charset="0"/>
            <a:cs typeface="Times New Roman" panose="02020603050405020304" pitchFamily="18" charset="0"/>
          </a:endParaRPr>
        </a:p>
      </dsp:txBody>
      <dsp:txXfrm>
        <a:off x="5487" y="0"/>
        <a:ext cx="5278776" cy="1615811"/>
      </dsp:txXfrm>
    </dsp:sp>
    <dsp:sp modelId="{F5DDEAC5-FBA5-4583-B93E-EDB322FC18E0}">
      <dsp:nvSpPr>
        <dsp:cNvPr id="0" name=""/>
        <dsp:cNvSpPr/>
      </dsp:nvSpPr>
      <dsp:spPr>
        <a:xfrm>
          <a:off x="533365" y="1328445"/>
          <a:ext cx="4223021" cy="80361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hu-HU" sz="1600" kern="1200" dirty="0">
              <a:latin typeface="Times New Roman" panose="02020603050405020304" pitchFamily="18" charset="0"/>
              <a:cs typeface="Times New Roman" panose="02020603050405020304" pitchFamily="18" charset="0"/>
            </a:rPr>
            <a:t>az alkalmazott eljárástól függetlenül az adatokon végzett bármely művelet vagy a műveletek összessége, </a:t>
          </a:r>
        </a:p>
      </dsp:txBody>
      <dsp:txXfrm>
        <a:off x="556902" y="1351982"/>
        <a:ext cx="4175947" cy="756543"/>
      </dsp:txXfrm>
    </dsp:sp>
    <dsp:sp modelId="{B5F3BE50-AC28-4925-A367-973B4219B344}">
      <dsp:nvSpPr>
        <dsp:cNvPr id="0" name=""/>
        <dsp:cNvSpPr/>
      </dsp:nvSpPr>
      <dsp:spPr>
        <a:xfrm>
          <a:off x="533365" y="2498156"/>
          <a:ext cx="4223021" cy="2671892"/>
        </a:xfrm>
        <a:prstGeom prst="roundRect">
          <a:avLst>
            <a:gd name="adj" fmla="val 10000"/>
          </a:avLst>
        </a:prstGeom>
        <a:solidFill>
          <a:schemeClr val="accent5">
            <a:hueOff val="-1838336"/>
            <a:satOff val="-2557"/>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hu-HU" sz="1600" kern="1200" dirty="0">
              <a:latin typeface="Times New Roman" panose="02020603050405020304" pitchFamily="18" charset="0"/>
              <a:cs typeface="Times New Roman" panose="02020603050405020304" pitchFamily="18" charset="0"/>
            </a:rPr>
            <a:t>különösen az adatok gyűjtése, felvétele, rögzítése, rendszerezése, tárolása, megváltoztatása, felhasználása, lekérdezése, továbbítása, nyilvánosságra hozatala, összehangolása vagy összekapcsolása, zárolása, törlése és megsemmisítése, valamint az adatok további felhasználásának megakadályozása, fénykép-, hang- vagy képfelvétel készítése, valamint a személy azonosítására alkalmas fizikai jellemzők (pl. ujj- vagy tenyérnyomat, DNS-minta, íriszkép) rögzítése</a:t>
          </a:r>
        </a:p>
      </dsp:txBody>
      <dsp:txXfrm>
        <a:off x="611622" y="2576413"/>
        <a:ext cx="4066507" cy="2515378"/>
      </dsp:txXfrm>
    </dsp:sp>
    <dsp:sp modelId="{16A89752-BABC-41BC-89C8-5DE76A17E329}">
      <dsp:nvSpPr>
        <dsp:cNvPr id="0" name=""/>
        <dsp:cNvSpPr/>
      </dsp:nvSpPr>
      <dsp:spPr>
        <a:xfrm>
          <a:off x="5680172" y="0"/>
          <a:ext cx="5278776" cy="5386039"/>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hu-HU" sz="2800" kern="1200" dirty="0">
              <a:latin typeface="Times New Roman" panose="02020603050405020304" pitchFamily="18" charset="0"/>
              <a:cs typeface="Times New Roman" panose="02020603050405020304" pitchFamily="18" charset="0"/>
            </a:rPr>
            <a:t>adatkezelő</a:t>
          </a:r>
        </a:p>
      </dsp:txBody>
      <dsp:txXfrm>
        <a:off x="5680172" y="0"/>
        <a:ext cx="5278776" cy="1615811"/>
      </dsp:txXfrm>
    </dsp:sp>
    <dsp:sp modelId="{D97F22B7-C718-4E98-99CD-3B9C39751ED9}">
      <dsp:nvSpPr>
        <dsp:cNvPr id="0" name=""/>
        <dsp:cNvSpPr/>
      </dsp:nvSpPr>
      <dsp:spPr>
        <a:xfrm>
          <a:off x="6208050" y="1616271"/>
          <a:ext cx="4223021" cy="1058141"/>
        </a:xfrm>
        <a:prstGeom prst="roundRect">
          <a:avLst>
            <a:gd name="adj" fmla="val 10000"/>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a:lnSpc>
              <a:spcPct val="90000"/>
            </a:lnSpc>
            <a:spcBef>
              <a:spcPct val="0"/>
            </a:spcBef>
            <a:spcAft>
              <a:spcPct val="35000"/>
            </a:spcAft>
            <a:buNone/>
          </a:pPr>
          <a:r>
            <a:rPr lang="hu-HU" sz="2300" kern="1200" dirty="0">
              <a:latin typeface="Times New Roman" panose="02020603050405020304" pitchFamily="18" charset="0"/>
              <a:cs typeface="Times New Roman" panose="02020603050405020304" pitchFamily="18" charset="0"/>
            </a:rPr>
            <a:t>természetes vagy jogi személy, közhatalmi szerv, ügynökség vagy bármely egyéb szerv</a:t>
          </a:r>
        </a:p>
      </dsp:txBody>
      <dsp:txXfrm>
        <a:off x="6239042" y="1647263"/>
        <a:ext cx="4161037" cy="996157"/>
      </dsp:txXfrm>
    </dsp:sp>
    <dsp:sp modelId="{140A87F2-F51E-4C74-A65D-F4D60A4E301A}">
      <dsp:nvSpPr>
        <dsp:cNvPr id="0" name=""/>
        <dsp:cNvSpPr/>
      </dsp:nvSpPr>
      <dsp:spPr>
        <a:xfrm>
          <a:off x="6208050" y="2837203"/>
          <a:ext cx="4223021" cy="1058141"/>
        </a:xfrm>
        <a:prstGeom prst="roundRect">
          <a:avLst>
            <a:gd name="adj" fmla="val 10000"/>
          </a:avLst>
        </a:prstGeom>
        <a:solidFill>
          <a:schemeClr val="accent5">
            <a:hueOff val="-5515009"/>
            <a:satOff val="-7671"/>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rtl="0">
            <a:lnSpc>
              <a:spcPct val="90000"/>
            </a:lnSpc>
            <a:spcBef>
              <a:spcPct val="0"/>
            </a:spcBef>
            <a:spcAft>
              <a:spcPct val="35000"/>
            </a:spcAft>
            <a:buNone/>
          </a:pPr>
          <a:r>
            <a:rPr lang="hu-HU" sz="2300" kern="1200" dirty="0">
              <a:latin typeface="Times New Roman" panose="02020603050405020304" pitchFamily="18" charset="0"/>
              <a:cs typeface="Times New Roman" panose="02020603050405020304" pitchFamily="18" charset="0"/>
            </a:rPr>
            <a:t>meghatározza az adatok kezelésének célját,  és eszközeit</a:t>
          </a:r>
        </a:p>
      </dsp:txBody>
      <dsp:txXfrm>
        <a:off x="6239042" y="2868195"/>
        <a:ext cx="4161037" cy="996157"/>
      </dsp:txXfrm>
    </dsp:sp>
    <dsp:sp modelId="{A5A73DF6-7F60-4985-BBFA-C9D99414AA4D}">
      <dsp:nvSpPr>
        <dsp:cNvPr id="0" name=""/>
        <dsp:cNvSpPr/>
      </dsp:nvSpPr>
      <dsp:spPr>
        <a:xfrm>
          <a:off x="6208050" y="4058135"/>
          <a:ext cx="4223021" cy="1058141"/>
        </a:xfrm>
        <a:prstGeom prst="roundRect">
          <a:avLst>
            <a:gd name="adj" fmla="val 10000"/>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rtl="0">
            <a:lnSpc>
              <a:spcPct val="90000"/>
            </a:lnSpc>
            <a:spcBef>
              <a:spcPct val="0"/>
            </a:spcBef>
            <a:spcAft>
              <a:spcPct val="35000"/>
            </a:spcAft>
            <a:buNone/>
          </a:pPr>
          <a:r>
            <a:rPr lang="hu-HU" sz="2300" kern="1200" dirty="0">
              <a:latin typeface="Times New Roman" panose="02020603050405020304" pitchFamily="18" charset="0"/>
              <a:cs typeface="Times New Roman" panose="02020603050405020304" pitchFamily="18" charset="0"/>
            </a:rPr>
            <a:t>felelős az adatkezelésért</a:t>
          </a:r>
        </a:p>
      </dsp:txBody>
      <dsp:txXfrm>
        <a:off x="6239042" y="4089127"/>
        <a:ext cx="4161037" cy="9961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C14850-8C16-44B6-8812-084022923D77}">
      <dsp:nvSpPr>
        <dsp:cNvPr id="0" name=""/>
        <dsp:cNvSpPr/>
      </dsp:nvSpPr>
      <dsp:spPr>
        <a:xfrm>
          <a:off x="23630" y="0"/>
          <a:ext cx="4425600" cy="516731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hu-HU" sz="2800" kern="1200" dirty="0">
              <a:latin typeface="Times New Roman" panose="02020603050405020304" pitchFamily="18" charset="0"/>
              <a:cs typeface="Times New Roman" panose="02020603050405020304" pitchFamily="18" charset="0"/>
            </a:rPr>
            <a:t>adatfeldolgozás</a:t>
          </a:r>
        </a:p>
      </dsp:txBody>
      <dsp:txXfrm>
        <a:off x="23630" y="0"/>
        <a:ext cx="4425600" cy="1550193"/>
      </dsp:txXfrm>
    </dsp:sp>
    <dsp:sp modelId="{37443745-7D3D-40D0-A53A-77A2F8240398}">
      <dsp:nvSpPr>
        <dsp:cNvPr id="0" name=""/>
        <dsp:cNvSpPr/>
      </dsp:nvSpPr>
      <dsp:spPr>
        <a:xfrm>
          <a:off x="447160" y="1550193"/>
          <a:ext cx="3540480" cy="335875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az adatkezelési műveletekhez kapcsolódó technikai feladatok elvégzése, függetlenül a műveletek végrehajtásához alkalmazott módszertől és eszköztől, valamint az alkalmazás helyétől, feltéve hogy a technikai feladatot az adatokon végzik</a:t>
          </a:r>
        </a:p>
      </dsp:txBody>
      <dsp:txXfrm>
        <a:off x="545534" y="1648567"/>
        <a:ext cx="3343732" cy="3162004"/>
      </dsp:txXfrm>
    </dsp:sp>
    <dsp:sp modelId="{0440FB98-028F-4951-9BEC-E36AC065C9CF}">
      <dsp:nvSpPr>
        <dsp:cNvPr id="0" name=""/>
        <dsp:cNvSpPr/>
      </dsp:nvSpPr>
      <dsp:spPr>
        <a:xfrm>
          <a:off x="4762121" y="0"/>
          <a:ext cx="4425600" cy="516731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hu-HU" sz="2800" kern="1200" dirty="0">
              <a:latin typeface="Times New Roman" panose="02020603050405020304" pitchFamily="18" charset="0"/>
              <a:cs typeface="Times New Roman" panose="02020603050405020304" pitchFamily="18" charset="0"/>
            </a:rPr>
            <a:t>adatfeldolgozó</a:t>
          </a:r>
        </a:p>
      </dsp:txBody>
      <dsp:txXfrm>
        <a:off x="4762121" y="0"/>
        <a:ext cx="4425600" cy="1550193"/>
      </dsp:txXfrm>
    </dsp:sp>
    <dsp:sp modelId="{C31D0320-0682-4FDB-9E33-400A9FA51D2D}">
      <dsp:nvSpPr>
        <dsp:cNvPr id="0" name=""/>
        <dsp:cNvSpPr/>
      </dsp:nvSpPr>
      <dsp:spPr>
        <a:xfrm>
          <a:off x="5148918" y="1389983"/>
          <a:ext cx="3540480" cy="979336"/>
        </a:xfrm>
        <a:prstGeom prst="roundRect">
          <a:avLst>
            <a:gd name="adj" fmla="val 10000"/>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természetes vagy jogi személy, közhatalmi szerv, ügynökség vagy bármely egyéb szerv</a:t>
          </a:r>
        </a:p>
      </dsp:txBody>
      <dsp:txXfrm>
        <a:off x="5177602" y="1418667"/>
        <a:ext cx="3483112" cy="921968"/>
      </dsp:txXfrm>
    </dsp:sp>
    <dsp:sp modelId="{0448BAE2-35EB-4D27-93EB-18BFD031DC76}">
      <dsp:nvSpPr>
        <dsp:cNvPr id="0" name=""/>
        <dsp:cNvSpPr/>
      </dsp:nvSpPr>
      <dsp:spPr>
        <a:xfrm>
          <a:off x="5137765" y="2482303"/>
          <a:ext cx="3540480" cy="553850"/>
        </a:xfrm>
        <a:prstGeom prst="roundRect">
          <a:avLst>
            <a:gd name="adj" fmla="val 10000"/>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az adatkezelő nevében személyes adatot kezel</a:t>
          </a:r>
        </a:p>
      </dsp:txBody>
      <dsp:txXfrm>
        <a:off x="5153987" y="2498525"/>
        <a:ext cx="3508036" cy="521406"/>
      </dsp:txXfrm>
    </dsp:sp>
    <dsp:sp modelId="{0B58E774-8141-445E-8570-951A9458EC5F}">
      <dsp:nvSpPr>
        <dsp:cNvPr id="0" name=""/>
        <dsp:cNvSpPr/>
      </dsp:nvSpPr>
      <dsp:spPr>
        <a:xfrm>
          <a:off x="5204681" y="3215857"/>
          <a:ext cx="3540480" cy="1692822"/>
        </a:xfrm>
        <a:prstGeom prst="roundRect">
          <a:avLst>
            <a:gd name="adj" fmla="val 10000"/>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rtl="0">
            <a:lnSpc>
              <a:spcPct val="90000"/>
            </a:lnSpc>
            <a:spcBef>
              <a:spcPct val="0"/>
            </a:spcBef>
            <a:spcAft>
              <a:spcPct val="35000"/>
            </a:spcAft>
            <a:buNone/>
          </a:pPr>
          <a:r>
            <a:rPr lang="hu-HU" sz="2000" kern="1200" dirty="0">
              <a:latin typeface="Times New Roman" panose="02020603050405020304" pitchFamily="18" charset="0"/>
              <a:cs typeface="Times New Roman" panose="02020603050405020304" pitchFamily="18" charset="0"/>
            </a:rPr>
            <a:t>az adatkezelést érintő érdemi döntést nem hozhat, a személyes adatokat kizárólag az adatkezelő rendelkezései szerint dolgozhatja fel, saját céljára adatfeldolgozást nem végezhet,</a:t>
          </a:r>
        </a:p>
      </dsp:txBody>
      <dsp:txXfrm>
        <a:off x="5254262" y="3265438"/>
        <a:ext cx="3441318" cy="15936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9D5929-3721-4492-972E-45FA159BE8D4}">
      <dsp:nvSpPr>
        <dsp:cNvPr id="0" name=""/>
        <dsp:cNvSpPr/>
      </dsp:nvSpPr>
      <dsp:spPr>
        <a:xfrm>
          <a:off x="3488" y="75121"/>
          <a:ext cx="3401034" cy="72286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hu-HU" sz="2100" kern="1200" dirty="0">
              <a:latin typeface="Times New Roman" panose="02020603050405020304" pitchFamily="18" charset="0"/>
              <a:cs typeface="Times New Roman" panose="02020603050405020304" pitchFamily="18" charset="0"/>
            </a:rPr>
            <a:t>Adatkezelő vagy egy harmadik fél  </a:t>
          </a:r>
        </a:p>
      </dsp:txBody>
      <dsp:txXfrm>
        <a:off x="3488" y="75121"/>
        <a:ext cx="3401034" cy="722864"/>
      </dsp:txXfrm>
    </dsp:sp>
    <dsp:sp modelId="{697B73F9-F2CA-40F8-B613-B00C89F2FBB6}">
      <dsp:nvSpPr>
        <dsp:cNvPr id="0" name=""/>
        <dsp:cNvSpPr/>
      </dsp:nvSpPr>
      <dsp:spPr>
        <a:xfrm>
          <a:off x="3488" y="797986"/>
          <a:ext cx="3401034" cy="43954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hu-HU" sz="2100" kern="1200" dirty="0">
              <a:latin typeface="Times New Roman" panose="02020603050405020304" pitchFamily="18" charset="0"/>
              <a:cs typeface="Times New Roman" panose="02020603050405020304" pitchFamily="18" charset="0"/>
            </a:rPr>
            <a:t>A bírói gyakorlat szerint: a jogszabályon alapuló, jog által védett érdek. </a:t>
          </a:r>
        </a:p>
        <a:p>
          <a:pPr marL="228600" lvl="1" indent="-228600" algn="l" defTabSz="933450">
            <a:lnSpc>
              <a:spcPct val="90000"/>
            </a:lnSpc>
            <a:spcBef>
              <a:spcPct val="0"/>
            </a:spcBef>
            <a:spcAft>
              <a:spcPct val="15000"/>
            </a:spcAft>
            <a:buChar char="•"/>
          </a:pPr>
          <a:r>
            <a:rPr lang="hu-HU" sz="2100" kern="1200" dirty="0">
              <a:latin typeface="Times New Roman" panose="02020603050405020304" pitchFamily="18" charset="0"/>
              <a:cs typeface="Times New Roman" panose="02020603050405020304" pitchFamily="18" charset="0"/>
            </a:rPr>
            <a:t>NAIH joggyakorlat ennél tágabb: Google Street </a:t>
          </a:r>
          <a:r>
            <a:rPr lang="hu-HU" sz="2100" kern="1200" dirty="0" err="1">
              <a:latin typeface="Times New Roman" panose="02020603050405020304" pitchFamily="18" charset="0"/>
              <a:cs typeface="Times New Roman" panose="02020603050405020304" pitchFamily="18" charset="0"/>
            </a:rPr>
            <a:t>View</a:t>
          </a:r>
          <a:r>
            <a:rPr lang="hu-HU" sz="2100" kern="1200" dirty="0">
              <a:latin typeface="Times New Roman" panose="02020603050405020304" pitchFamily="18" charset="0"/>
              <a:cs typeface="Times New Roman" panose="02020603050405020304" pitchFamily="18" charset="0"/>
            </a:rPr>
            <a:t> ügy – gazdasági érdek</a:t>
          </a:r>
        </a:p>
      </dsp:txBody>
      <dsp:txXfrm>
        <a:off x="3488" y="797986"/>
        <a:ext cx="3401034" cy="4395431"/>
      </dsp:txXfrm>
    </dsp:sp>
    <dsp:sp modelId="{1D025D47-B594-4187-B71A-29C1F38A517A}">
      <dsp:nvSpPr>
        <dsp:cNvPr id="0" name=""/>
        <dsp:cNvSpPr/>
      </dsp:nvSpPr>
      <dsp:spPr>
        <a:xfrm>
          <a:off x="3880667" y="75121"/>
          <a:ext cx="3401034" cy="72286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hu-HU" sz="2100" kern="1200" dirty="0">
              <a:latin typeface="Times New Roman" panose="02020603050405020304" pitchFamily="18" charset="0"/>
              <a:cs typeface="Times New Roman" panose="02020603050405020304" pitchFamily="18" charset="0"/>
            </a:rPr>
            <a:t>Példák</a:t>
          </a:r>
        </a:p>
      </dsp:txBody>
      <dsp:txXfrm>
        <a:off x="3880667" y="75121"/>
        <a:ext cx="3401034" cy="722864"/>
      </dsp:txXfrm>
    </dsp:sp>
    <dsp:sp modelId="{D87EDA3E-F957-4473-BB9D-E019E5A1D0C2}">
      <dsp:nvSpPr>
        <dsp:cNvPr id="0" name=""/>
        <dsp:cNvSpPr/>
      </dsp:nvSpPr>
      <dsp:spPr>
        <a:xfrm>
          <a:off x="3880667" y="797986"/>
          <a:ext cx="3401034" cy="43954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hu-HU" sz="2100" kern="1200" dirty="0">
              <a:latin typeface="Times New Roman" panose="02020603050405020304" pitchFamily="18" charset="0"/>
              <a:cs typeface="Times New Roman" panose="02020603050405020304" pitchFamily="18" charset="0"/>
            </a:rPr>
            <a:t>szólásszabadság gyakorlása a médiában</a:t>
          </a:r>
        </a:p>
        <a:p>
          <a:pPr marL="228600" lvl="1" indent="-228600" algn="l" defTabSz="933450">
            <a:lnSpc>
              <a:spcPct val="90000"/>
            </a:lnSpc>
            <a:spcBef>
              <a:spcPct val="0"/>
            </a:spcBef>
            <a:spcAft>
              <a:spcPct val="15000"/>
            </a:spcAft>
            <a:buChar char="•"/>
          </a:pPr>
          <a:r>
            <a:rPr lang="hu-HU" sz="2100" kern="1200">
              <a:latin typeface="Times New Roman" panose="02020603050405020304" pitchFamily="18" charset="0"/>
              <a:cs typeface="Times New Roman" panose="02020603050405020304" pitchFamily="18" charset="0"/>
            </a:rPr>
            <a:t>politikai kampányokhoz vagy jótékonysági adománygyűjtés</a:t>
          </a:r>
          <a:endParaRPr lang="hu-HU" sz="2100" kern="1200" dirty="0">
            <a:latin typeface="Times New Roman" panose="02020603050405020304" pitchFamily="18" charset="0"/>
            <a:cs typeface="Times New Roman" panose="02020603050405020304" pitchFamily="18" charset="0"/>
          </a:endParaRPr>
        </a:p>
        <a:p>
          <a:pPr marL="228600" lvl="1" indent="-228600" algn="l" defTabSz="933450">
            <a:lnSpc>
              <a:spcPct val="90000"/>
            </a:lnSpc>
            <a:spcBef>
              <a:spcPct val="0"/>
            </a:spcBef>
            <a:spcAft>
              <a:spcPct val="15000"/>
            </a:spcAft>
            <a:buChar char="•"/>
          </a:pPr>
          <a:r>
            <a:rPr lang="hu-HU" sz="2100" kern="1200">
              <a:latin typeface="Times New Roman" panose="02020603050405020304" pitchFamily="18" charset="0"/>
              <a:cs typeface="Times New Roman" panose="02020603050405020304" pitchFamily="18" charset="0"/>
            </a:rPr>
            <a:t>csalásmegelőzés érdekében végzett adatkezelés</a:t>
          </a:r>
          <a:endParaRPr lang="hu-HU" sz="2100" kern="1200" dirty="0">
            <a:latin typeface="Times New Roman" panose="02020603050405020304" pitchFamily="18" charset="0"/>
            <a:cs typeface="Times New Roman" panose="02020603050405020304" pitchFamily="18" charset="0"/>
          </a:endParaRPr>
        </a:p>
        <a:p>
          <a:pPr marL="228600" lvl="1" indent="-228600" algn="l" defTabSz="933450">
            <a:lnSpc>
              <a:spcPct val="90000"/>
            </a:lnSpc>
            <a:spcBef>
              <a:spcPct val="0"/>
            </a:spcBef>
            <a:spcAft>
              <a:spcPct val="15000"/>
            </a:spcAft>
            <a:buChar char="•"/>
          </a:pPr>
          <a:r>
            <a:rPr lang="hu-HU" sz="2100" kern="1200">
              <a:latin typeface="Times New Roman" panose="02020603050405020304" pitchFamily="18" charset="0"/>
              <a:cs typeface="Times New Roman" panose="02020603050405020304" pitchFamily="18" charset="0"/>
            </a:rPr>
            <a:t>történelmi, tudományos vagy statisztikai célú kutatás </a:t>
          </a:r>
          <a:endParaRPr lang="hu-HU" sz="2100" kern="1200" dirty="0">
            <a:latin typeface="Times New Roman" panose="02020603050405020304" pitchFamily="18" charset="0"/>
            <a:cs typeface="Times New Roman" panose="02020603050405020304" pitchFamily="18" charset="0"/>
          </a:endParaRPr>
        </a:p>
        <a:p>
          <a:pPr marL="228600" lvl="1" indent="-228600" algn="l" defTabSz="933450">
            <a:lnSpc>
              <a:spcPct val="90000"/>
            </a:lnSpc>
            <a:spcBef>
              <a:spcPct val="0"/>
            </a:spcBef>
            <a:spcAft>
              <a:spcPct val="15000"/>
            </a:spcAft>
            <a:buChar char="•"/>
          </a:pPr>
          <a:r>
            <a:rPr lang="hu-HU" sz="2100" kern="1200" dirty="0">
              <a:latin typeface="Times New Roman" panose="02020603050405020304" pitchFamily="18" charset="0"/>
              <a:cs typeface="Times New Roman" panose="02020603050405020304" pitchFamily="18" charset="0"/>
            </a:rPr>
            <a:t>fizikai biztonság, hálózati biztonság </a:t>
          </a:r>
        </a:p>
        <a:p>
          <a:pPr marL="228600" lvl="1" indent="-228600" algn="l" defTabSz="933450">
            <a:lnSpc>
              <a:spcPct val="90000"/>
            </a:lnSpc>
            <a:spcBef>
              <a:spcPct val="0"/>
            </a:spcBef>
            <a:spcAft>
              <a:spcPct val="15000"/>
            </a:spcAft>
            <a:buChar char="•"/>
          </a:pPr>
          <a:r>
            <a:rPr lang="hu-HU" sz="2100" kern="1200" dirty="0">
              <a:latin typeface="Times New Roman" panose="02020603050405020304" pitchFamily="18" charset="0"/>
              <a:cs typeface="Times New Roman" panose="02020603050405020304" pitchFamily="18" charset="0"/>
            </a:rPr>
            <a:t>piackutatás </a:t>
          </a:r>
        </a:p>
      </dsp:txBody>
      <dsp:txXfrm>
        <a:off x="3880667" y="797986"/>
        <a:ext cx="3401034" cy="4395431"/>
      </dsp:txXfrm>
    </dsp:sp>
    <dsp:sp modelId="{8BD34743-864D-4287-861F-C68EE46086A8}">
      <dsp:nvSpPr>
        <dsp:cNvPr id="0" name=""/>
        <dsp:cNvSpPr/>
      </dsp:nvSpPr>
      <dsp:spPr>
        <a:xfrm>
          <a:off x="7757847" y="75121"/>
          <a:ext cx="3401034" cy="72286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hu-HU" sz="2100" kern="1200" dirty="0">
              <a:latin typeface="Times New Roman" panose="02020603050405020304" pitchFamily="18" charset="0"/>
              <a:cs typeface="Times New Roman" panose="02020603050405020304" pitchFamily="18" charset="0"/>
            </a:rPr>
            <a:t>Érdekmérlegelési teszt</a:t>
          </a:r>
        </a:p>
      </dsp:txBody>
      <dsp:txXfrm>
        <a:off x="7757847" y="75121"/>
        <a:ext cx="3401034" cy="722864"/>
      </dsp:txXfrm>
    </dsp:sp>
    <dsp:sp modelId="{14A414A4-F03E-474E-809D-E44B894F297D}">
      <dsp:nvSpPr>
        <dsp:cNvPr id="0" name=""/>
        <dsp:cNvSpPr/>
      </dsp:nvSpPr>
      <dsp:spPr>
        <a:xfrm>
          <a:off x="7757847" y="797986"/>
          <a:ext cx="3401034" cy="43954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hu-HU" sz="2100" kern="1200" dirty="0">
              <a:latin typeface="Times New Roman" panose="02020603050405020304" pitchFamily="18" charset="0"/>
              <a:cs typeface="Times New Roman" panose="02020603050405020304" pitchFamily="18" charset="0"/>
            </a:rPr>
            <a:t>Előzetesen, a teszt megfelelő dokumentálása</a:t>
          </a:r>
        </a:p>
        <a:p>
          <a:pPr marL="228600" lvl="1" indent="-228600" algn="l" defTabSz="933450">
            <a:lnSpc>
              <a:spcPct val="90000"/>
            </a:lnSpc>
            <a:spcBef>
              <a:spcPct val="0"/>
            </a:spcBef>
            <a:spcAft>
              <a:spcPct val="15000"/>
            </a:spcAft>
            <a:buChar char="•"/>
          </a:pPr>
          <a:r>
            <a:rPr lang="hu-HU" sz="2100" kern="1200">
              <a:latin typeface="Times New Roman" panose="02020603050405020304" pitchFamily="18" charset="0"/>
              <a:cs typeface="Times New Roman" panose="02020603050405020304" pitchFamily="18" charset="0"/>
            </a:rPr>
            <a:t>Célja: annak igazolása, hogy arányos korlátozás az a helyzet, hogy az adatkezelő az érintettek beleegyezése nélkül kezel személyes adatot. </a:t>
          </a:r>
          <a:endParaRPr lang="hu-HU" sz="2100" kern="1200" dirty="0">
            <a:latin typeface="Times New Roman" panose="02020603050405020304" pitchFamily="18" charset="0"/>
            <a:cs typeface="Times New Roman" panose="02020603050405020304" pitchFamily="18" charset="0"/>
          </a:endParaRPr>
        </a:p>
        <a:p>
          <a:pPr marL="228600" lvl="1" indent="-228600" algn="l" defTabSz="933450">
            <a:lnSpc>
              <a:spcPct val="90000"/>
            </a:lnSpc>
            <a:spcBef>
              <a:spcPct val="0"/>
            </a:spcBef>
            <a:spcAft>
              <a:spcPct val="15000"/>
            </a:spcAft>
            <a:buChar char="•"/>
          </a:pPr>
          <a:r>
            <a:rPr lang="hu-HU" sz="2100" kern="1200" dirty="0">
              <a:latin typeface="Times New Roman" panose="02020603050405020304" pitchFamily="18" charset="0"/>
              <a:cs typeface="Times New Roman" panose="02020603050405020304" pitchFamily="18" charset="0"/>
            </a:rPr>
            <a:t>Ha nincs érdekmérlegelési teszt az adatkezelő nem hivatkozhat a jogos érdek jogalapra. </a:t>
          </a:r>
        </a:p>
      </dsp:txBody>
      <dsp:txXfrm>
        <a:off x="7757847" y="797986"/>
        <a:ext cx="3401034" cy="43954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591EF-F6C2-42E6-BF89-EA95AE463972}">
      <dsp:nvSpPr>
        <dsp:cNvPr id="0" name=""/>
        <dsp:cNvSpPr/>
      </dsp:nvSpPr>
      <dsp:spPr>
        <a:xfrm>
          <a:off x="928330" y="3414"/>
          <a:ext cx="2705918" cy="162355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hu-HU" sz="2400" kern="1200" dirty="0">
              <a:latin typeface="Times New Roman" panose="02020603050405020304" pitchFamily="18" charset="0"/>
              <a:cs typeface="Times New Roman" panose="02020603050405020304" pitchFamily="18" charset="0"/>
            </a:rPr>
            <a:t>Jogszerűség, tisztességes eljárás és átláthatóság</a:t>
          </a:r>
        </a:p>
      </dsp:txBody>
      <dsp:txXfrm>
        <a:off x="928330" y="3414"/>
        <a:ext cx="2705918" cy="1623551"/>
      </dsp:txXfrm>
    </dsp:sp>
    <dsp:sp modelId="{F7E12C8C-6162-484D-A44C-5905DBA7AB17}">
      <dsp:nvSpPr>
        <dsp:cNvPr id="0" name=""/>
        <dsp:cNvSpPr/>
      </dsp:nvSpPr>
      <dsp:spPr>
        <a:xfrm>
          <a:off x="3904840" y="3414"/>
          <a:ext cx="2705918" cy="1623551"/>
        </a:xfrm>
        <a:prstGeom prst="rect">
          <a:avLst/>
        </a:prstGeom>
        <a:solidFill>
          <a:schemeClr val="accent5">
            <a:hueOff val="-1225557"/>
            <a:satOff val="-1705"/>
            <a:lumOff val="-6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Célhoz kötöttség</a:t>
          </a:r>
        </a:p>
      </dsp:txBody>
      <dsp:txXfrm>
        <a:off x="3904840" y="3414"/>
        <a:ext cx="2705918" cy="1623551"/>
      </dsp:txXfrm>
    </dsp:sp>
    <dsp:sp modelId="{82A67361-B8D7-4A12-A3EF-BB2D2924D9A2}">
      <dsp:nvSpPr>
        <dsp:cNvPr id="0" name=""/>
        <dsp:cNvSpPr/>
      </dsp:nvSpPr>
      <dsp:spPr>
        <a:xfrm>
          <a:off x="6881351" y="3414"/>
          <a:ext cx="2705918" cy="1623551"/>
        </a:xfrm>
        <a:prstGeom prst="rect">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Adattakarékosság, (adatminimalizálás)</a:t>
          </a:r>
        </a:p>
      </dsp:txBody>
      <dsp:txXfrm>
        <a:off x="6881351" y="3414"/>
        <a:ext cx="2705918" cy="1623551"/>
      </dsp:txXfrm>
    </dsp:sp>
    <dsp:sp modelId="{6D439C8B-D746-4361-8EE4-3546F2565032}">
      <dsp:nvSpPr>
        <dsp:cNvPr id="0" name=""/>
        <dsp:cNvSpPr/>
      </dsp:nvSpPr>
      <dsp:spPr>
        <a:xfrm>
          <a:off x="928330" y="1897557"/>
          <a:ext cx="2705918" cy="1623551"/>
        </a:xfrm>
        <a:prstGeom prst="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Pontosság (adatminőség)</a:t>
          </a:r>
        </a:p>
      </dsp:txBody>
      <dsp:txXfrm>
        <a:off x="928330" y="1897557"/>
        <a:ext cx="2705918" cy="1623551"/>
      </dsp:txXfrm>
    </dsp:sp>
    <dsp:sp modelId="{94A532C6-2BE9-4C71-AEDA-99D39EA7105A}">
      <dsp:nvSpPr>
        <dsp:cNvPr id="0" name=""/>
        <dsp:cNvSpPr/>
      </dsp:nvSpPr>
      <dsp:spPr>
        <a:xfrm>
          <a:off x="3904840" y="1897557"/>
          <a:ext cx="2705918" cy="1623551"/>
        </a:xfrm>
        <a:prstGeom prst="rect">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ClrTx/>
            <a:buSzPts val="2800"/>
            <a:buFont typeface="Arial" panose="020B0604020202020204" pitchFamily="34" charset="0"/>
            <a:buNone/>
          </a:pPr>
          <a:r>
            <a:rPr lang="hu-HU" sz="2400" kern="1200">
              <a:latin typeface="Times New Roman" panose="02020603050405020304" pitchFamily="18" charset="0"/>
              <a:cs typeface="Times New Roman" panose="02020603050405020304" pitchFamily="18" charset="0"/>
            </a:rPr>
            <a:t>Korlátozott tárolhatóság</a:t>
          </a:r>
          <a:endParaRPr lang="hu-HU" sz="2400" kern="1200" dirty="0">
            <a:latin typeface="Times New Roman" panose="02020603050405020304" pitchFamily="18" charset="0"/>
            <a:cs typeface="Times New Roman" panose="02020603050405020304" pitchFamily="18" charset="0"/>
          </a:endParaRPr>
        </a:p>
      </dsp:txBody>
      <dsp:txXfrm>
        <a:off x="3904840" y="1897557"/>
        <a:ext cx="2705918" cy="1623551"/>
      </dsp:txXfrm>
    </dsp:sp>
    <dsp:sp modelId="{2FD71900-7027-4B9F-9299-F12CDB81872B}">
      <dsp:nvSpPr>
        <dsp:cNvPr id="0" name=""/>
        <dsp:cNvSpPr/>
      </dsp:nvSpPr>
      <dsp:spPr>
        <a:xfrm>
          <a:off x="6881351" y="1897557"/>
          <a:ext cx="2705918" cy="1623551"/>
        </a:xfrm>
        <a:prstGeom prst="rect">
          <a:avLst/>
        </a:prstGeom>
        <a:solidFill>
          <a:schemeClr val="accent5">
            <a:hueOff val="-6127787"/>
            <a:satOff val="-8523"/>
            <a:lumOff val="-32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Integritás és bizalmas jelleg</a:t>
          </a:r>
        </a:p>
      </dsp:txBody>
      <dsp:txXfrm>
        <a:off x="6881351" y="1897557"/>
        <a:ext cx="2705918" cy="1623551"/>
      </dsp:txXfrm>
    </dsp:sp>
    <dsp:sp modelId="{57247CB2-C365-4779-AC25-ECE4F2781CE2}">
      <dsp:nvSpPr>
        <dsp:cNvPr id="0" name=""/>
        <dsp:cNvSpPr/>
      </dsp:nvSpPr>
      <dsp:spPr>
        <a:xfrm>
          <a:off x="3904840" y="3791700"/>
          <a:ext cx="2705918" cy="1623551"/>
        </a:xfrm>
        <a:prstGeom prst="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hu-HU" sz="2400" kern="1200">
              <a:latin typeface="Times New Roman" panose="02020603050405020304" pitchFamily="18" charset="0"/>
              <a:cs typeface="Times New Roman" panose="02020603050405020304" pitchFamily="18" charset="0"/>
            </a:rPr>
            <a:t>Elszámoltathatóság</a:t>
          </a:r>
          <a:endParaRPr lang="hu-HU" sz="2400" kern="1200" dirty="0">
            <a:latin typeface="Times New Roman" panose="02020603050405020304" pitchFamily="18" charset="0"/>
            <a:cs typeface="Times New Roman" panose="02020603050405020304" pitchFamily="18" charset="0"/>
          </a:endParaRPr>
        </a:p>
      </dsp:txBody>
      <dsp:txXfrm>
        <a:off x="3904840" y="3791700"/>
        <a:ext cx="2705918" cy="162355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A5787-3DD9-445F-A2CA-58C0A5A7C2C1}">
      <dsp:nvSpPr>
        <dsp:cNvPr id="0" name=""/>
        <dsp:cNvSpPr/>
      </dsp:nvSpPr>
      <dsp:spPr>
        <a:xfrm>
          <a:off x="0" y="307233"/>
          <a:ext cx="1114552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5016" tIns="354076" rIns="865016" bIns="120904" numCol="1" spcCol="1270" anchor="t" anchorCtr="0">
          <a:noAutofit/>
        </a:bodyPr>
        <a:lstStyle/>
        <a:p>
          <a:pPr marL="171450" lvl="1" indent="-171450" algn="l" defTabSz="755650">
            <a:lnSpc>
              <a:spcPct val="90000"/>
            </a:lnSpc>
            <a:spcBef>
              <a:spcPct val="0"/>
            </a:spcBef>
            <a:spcAft>
              <a:spcPct val="15000"/>
            </a:spcAft>
            <a:buChar char="•"/>
          </a:pPr>
          <a:endParaRPr lang="hu-HU" sz="1700" kern="1200" dirty="0">
            <a:latin typeface="Times New Roman" panose="02020603050405020304" pitchFamily="18" charset="0"/>
            <a:cs typeface="Times New Roman" panose="02020603050405020304" pitchFamily="18" charset="0"/>
          </a:endParaRPr>
        </a:p>
      </dsp:txBody>
      <dsp:txXfrm>
        <a:off x="0" y="307233"/>
        <a:ext cx="11145520" cy="428400"/>
      </dsp:txXfrm>
    </dsp:sp>
    <dsp:sp modelId="{1D7D0A22-9691-44EE-8D2A-27E401AE2992}">
      <dsp:nvSpPr>
        <dsp:cNvPr id="0" name=""/>
        <dsp:cNvSpPr/>
      </dsp:nvSpPr>
      <dsp:spPr>
        <a:xfrm>
          <a:off x="557276" y="56313"/>
          <a:ext cx="7801864"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92" tIns="0" rIns="294892" bIns="0" numCol="1" spcCol="1270" anchor="ctr" anchorCtr="0">
          <a:noAutofit/>
        </a:bodyPr>
        <a:lstStyle/>
        <a:p>
          <a:pPr marL="0" lvl="0" indent="0" algn="l" defTabSz="1066800">
            <a:lnSpc>
              <a:spcPct val="90000"/>
            </a:lnSpc>
            <a:spcBef>
              <a:spcPct val="0"/>
            </a:spcBef>
            <a:spcAft>
              <a:spcPct val="35000"/>
            </a:spcAft>
            <a:buNone/>
          </a:pPr>
          <a:r>
            <a:rPr lang="hu-HU" sz="2400" kern="1200" dirty="0">
              <a:latin typeface="Times New Roman" panose="02020603050405020304" pitchFamily="18" charset="0"/>
              <a:cs typeface="Times New Roman" panose="02020603050405020304" pitchFamily="18" charset="0"/>
            </a:rPr>
            <a:t>Tájékoztatáshoz való jog – 13-14. cikk</a:t>
          </a:r>
        </a:p>
      </dsp:txBody>
      <dsp:txXfrm>
        <a:off x="581774" y="80811"/>
        <a:ext cx="7752868" cy="452844"/>
      </dsp:txXfrm>
    </dsp:sp>
    <dsp:sp modelId="{6A3FE04F-BD69-4D29-A383-D86CFB52F418}">
      <dsp:nvSpPr>
        <dsp:cNvPr id="0" name=""/>
        <dsp:cNvSpPr/>
      </dsp:nvSpPr>
      <dsp:spPr>
        <a:xfrm>
          <a:off x="0" y="1078353"/>
          <a:ext cx="1114552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7A92F28-D8DA-4483-811D-5C9F817932EC}">
      <dsp:nvSpPr>
        <dsp:cNvPr id="0" name=""/>
        <dsp:cNvSpPr/>
      </dsp:nvSpPr>
      <dsp:spPr>
        <a:xfrm>
          <a:off x="557276" y="827433"/>
          <a:ext cx="7801864"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92" tIns="0" rIns="294892" bIns="0" numCol="1" spcCol="1270" anchor="ctr" anchorCtr="0">
          <a:noAutofit/>
        </a:bodyPr>
        <a:lstStyle/>
        <a:p>
          <a:pPr marL="0" lvl="0" indent="0" algn="l"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Hozzáféréshez való jog – 15. cikk</a:t>
          </a:r>
        </a:p>
      </dsp:txBody>
      <dsp:txXfrm>
        <a:off x="581774" y="851931"/>
        <a:ext cx="7752868" cy="452844"/>
      </dsp:txXfrm>
    </dsp:sp>
    <dsp:sp modelId="{0D0EDADF-10C0-45C6-866A-862820E62B94}">
      <dsp:nvSpPr>
        <dsp:cNvPr id="0" name=""/>
        <dsp:cNvSpPr/>
      </dsp:nvSpPr>
      <dsp:spPr>
        <a:xfrm>
          <a:off x="0" y="1849473"/>
          <a:ext cx="1114552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EC1629-4BF3-4734-9E67-6A336D7EBB3A}">
      <dsp:nvSpPr>
        <dsp:cNvPr id="0" name=""/>
        <dsp:cNvSpPr/>
      </dsp:nvSpPr>
      <dsp:spPr>
        <a:xfrm>
          <a:off x="557276" y="1598553"/>
          <a:ext cx="7801864"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92" tIns="0" rIns="294892" bIns="0" numCol="1" spcCol="1270" anchor="ctr" anchorCtr="0">
          <a:noAutofit/>
        </a:bodyPr>
        <a:lstStyle/>
        <a:p>
          <a:pPr marL="0" lvl="0" indent="0" algn="l"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Helyesbítés joga – 17. cikk</a:t>
          </a:r>
        </a:p>
      </dsp:txBody>
      <dsp:txXfrm>
        <a:off x="581774" y="1623051"/>
        <a:ext cx="7752868" cy="452844"/>
      </dsp:txXfrm>
    </dsp:sp>
    <dsp:sp modelId="{3B6FFE62-8442-4DA2-BDB9-2D3E5020F9AF}">
      <dsp:nvSpPr>
        <dsp:cNvPr id="0" name=""/>
        <dsp:cNvSpPr/>
      </dsp:nvSpPr>
      <dsp:spPr>
        <a:xfrm>
          <a:off x="0" y="2620593"/>
          <a:ext cx="1114552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1A5F08-4EC3-4B72-AC3D-79EF873D63CB}">
      <dsp:nvSpPr>
        <dsp:cNvPr id="0" name=""/>
        <dsp:cNvSpPr/>
      </dsp:nvSpPr>
      <dsp:spPr>
        <a:xfrm>
          <a:off x="557276" y="2369673"/>
          <a:ext cx="7801864"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92" tIns="0" rIns="294892" bIns="0" numCol="1" spcCol="1270" anchor="ctr" anchorCtr="0">
          <a:noAutofit/>
        </a:bodyPr>
        <a:lstStyle/>
        <a:p>
          <a:pPr marL="0" lvl="0" indent="0" algn="l"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Törléshez való jog (elfeledtetéshez való jog) – 18. cikk</a:t>
          </a:r>
        </a:p>
      </dsp:txBody>
      <dsp:txXfrm>
        <a:off x="581774" y="2394171"/>
        <a:ext cx="7752868" cy="452844"/>
      </dsp:txXfrm>
    </dsp:sp>
    <dsp:sp modelId="{2B5917D5-B947-45C6-A470-421C888C6C14}">
      <dsp:nvSpPr>
        <dsp:cNvPr id="0" name=""/>
        <dsp:cNvSpPr/>
      </dsp:nvSpPr>
      <dsp:spPr>
        <a:xfrm>
          <a:off x="0" y="3391713"/>
          <a:ext cx="1114552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38B4D1-5958-42D8-B4D2-353D1C936309}">
      <dsp:nvSpPr>
        <dsp:cNvPr id="0" name=""/>
        <dsp:cNvSpPr/>
      </dsp:nvSpPr>
      <dsp:spPr>
        <a:xfrm>
          <a:off x="557276" y="3140793"/>
          <a:ext cx="7801864"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92" tIns="0" rIns="294892" bIns="0" numCol="1" spcCol="1270" anchor="ctr" anchorCtr="0">
          <a:noAutofit/>
        </a:bodyPr>
        <a:lstStyle/>
        <a:p>
          <a:pPr marL="0" lvl="0" indent="0" algn="l"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Adathordozhatóság – 20. cikk</a:t>
          </a:r>
        </a:p>
      </dsp:txBody>
      <dsp:txXfrm>
        <a:off x="581774" y="3165291"/>
        <a:ext cx="7752868" cy="452844"/>
      </dsp:txXfrm>
    </dsp:sp>
    <dsp:sp modelId="{5A93AD6F-A0DF-48EB-BBA2-2FA09B30179A}">
      <dsp:nvSpPr>
        <dsp:cNvPr id="0" name=""/>
        <dsp:cNvSpPr/>
      </dsp:nvSpPr>
      <dsp:spPr>
        <a:xfrm>
          <a:off x="0" y="4162833"/>
          <a:ext cx="1114552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82BE3E-C865-4E27-902F-1D14E61D6822}">
      <dsp:nvSpPr>
        <dsp:cNvPr id="0" name=""/>
        <dsp:cNvSpPr/>
      </dsp:nvSpPr>
      <dsp:spPr>
        <a:xfrm>
          <a:off x="557276" y="3911913"/>
          <a:ext cx="7801864"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92" tIns="0" rIns="294892" bIns="0" numCol="1" spcCol="1270" anchor="ctr" anchorCtr="0">
          <a:noAutofit/>
        </a:bodyPr>
        <a:lstStyle/>
        <a:p>
          <a:pPr marL="0" lvl="0" indent="0" algn="l"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Tiltakozáshoz való jog – 21. cikk</a:t>
          </a:r>
        </a:p>
      </dsp:txBody>
      <dsp:txXfrm>
        <a:off x="581774" y="3936411"/>
        <a:ext cx="7752868" cy="452844"/>
      </dsp:txXfrm>
    </dsp:sp>
    <dsp:sp modelId="{F013EFE8-257A-44C7-ACD8-60E45B92D503}">
      <dsp:nvSpPr>
        <dsp:cNvPr id="0" name=""/>
        <dsp:cNvSpPr/>
      </dsp:nvSpPr>
      <dsp:spPr>
        <a:xfrm>
          <a:off x="0" y="4933953"/>
          <a:ext cx="1114552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2FA2DA8-E588-4178-9A46-313DFDCB6040}">
      <dsp:nvSpPr>
        <dsp:cNvPr id="0" name=""/>
        <dsp:cNvSpPr/>
      </dsp:nvSpPr>
      <dsp:spPr>
        <a:xfrm>
          <a:off x="557276" y="4683033"/>
          <a:ext cx="7801864"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92" tIns="0" rIns="294892" bIns="0" numCol="1" spcCol="1270" anchor="ctr" anchorCtr="0">
          <a:noAutofit/>
        </a:bodyPr>
        <a:lstStyle/>
        <a:p>
          <a:pPr marL="0" lvl="0" indent="0" algn="l" defTabSz="1066800">
            <a:lnSpc>
              <a:spcPct val="90000"/>
            </a:lnSpc>
            <a:spcBef>
              <a:spcPct val="0"/>
            </a:spcBef>
            <a:spcAft>
              <a:spcPct val="35000"/>
            </a:spcAft>
            <a:buClrTx/>
            <a:buSzPts val="2800"/>
            <a:buFont typeface="Arial" panose="020B0604020202020204" pitchFamily="34" charset="0"/>
            <a:buNone/>
          </a:pPr>
          <a:r>
            <a:rPr lang="hu-HU" sz="2400" kern="1200" dirty="0">
              <a:latin typeface="Times New Roman" panose="02020603050405020304" pitchFamily="18" charset="0"/>
              <a:cs typeface="Times New Roman" panose="02020603050405020304" pitchFamily="18" charset="0"/>
            </a:rPr>
            <a:t>Jogorvoslathoz való jog – 77-79. cikk</a:t>
          </a:r>
        </a:p>
      </dsp:txBody>
      <dsp:txXfrm>
        <a:off x="581774" y="4707531"/>
        <a:ext cx="7752868" cy="4528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9DDBF-4B1E-41E0-9892-9373887F24F0}">
      <dsp:nvSpPr>
        <dsp:cNvPr id="0" name=""/>
        <dsp:cNvSpPr/>
      </dsp:nvSpPr>
      <dsp:spPr>
        <a:xfrm>
          <a:off x="0" y="376451"/>
          <a:ext cx="10948019" cy="3811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688" tIns="562356" rIns="849688" bIns="142240" numCol="1" spcCol="1270" anchor="t" anchorCtr="0">
          <a:noAutofit/>
        </a:bodyPr>
        <a:lstStyle/>
        <a:p>
          <a:pPr marL="228600" lvl="1" indent="-228600" algn="l" defTabSz="889000">
            <a:lnSpc>
              <a:spcPct val="90000"/>
            </a:lnSpc>
            <a:spcBef>
              <a:spcPct val="0"/>
            </a:spcBef>
            <a:spcAft>
              <a:spcPct val="15000"/>
            </a:spcAft>
            <a:buChar char="•"/>
          </a:pPr>
          <a:endParaRPr lang="hu-HU"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hu-HU" sz="2000" b="0" i="0" kern="1200" dirty="0">
              <a:latin typeface="Times New Roman" panose="02020603050405020304" pitchFamily="18" charset="0"/>
              <a:cs typeface="Times New Roman" panose="02020603050405020304" pitchFamily="18" charset="0"/>
            </a:rPr>
            <a:t>Az adatkezelő és az adatfeldolgozó a tudomány és technológia állása és a megvalósítás költségei, továbbá az adatkezelés jellege, hatóköre, körülményei és céljai, valamint a természetes személyek jogaira és szabadságaira jelentett, változó valószínűségű és súlyosságú kockázat figyelembevételével </a:t>
          </a:r>
          <a:r>
            <a:rPr lang="hu-HU" sz="2000" b="1" i="0" kern="1200" dirty="0">
              <a:latin typeface="Times New Roman" panose="02020603050405020304" pitchFamily="18" charset="0"/>
              <a:cs typeface="Times New Roman" panose="02020603050405020304" pitchFamily="18" charset="0"/>
            </a:rPr>
            <a:t>megfelelő technikai és szervezési intézkedéseket </a:t>
          </a:r>
          <a:r>
            <a:rPr lang="hu-HU" sz="2000" b="0" i="0" kern="1200" dirty="0">
              <a:latin typeface="Times New Roman" panose="02020603050405020304" pitchFamily="18" charset="0"/>
              <a:cs typeface="Times New Roman" panose="02020603050405020304" pitchFamily="18" charset="0"/>
            </a:rPr>
            <a:t>hajt végre annak érdekében, hogy a kockázat mértékének megfelelő szintű adatbiztonságot garantálja</a:t>
          </a:r>
          <a:endParaRPr lang="hu-HU"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hu-HU" sz="2000" b="0" i="0" kern="1200" dirty="0">
              <a:latin typeface="Times New Roman" panose="02020603050405020304" pitchFamily="18" charset="0"/>
              <a:cs typeface="Times New Roman" panose="02020603050405020304" pitchFamily="18" charset="0"/>
            </a:rPr>
            <a:t>Az adatkezelő megfelelő technikai és szervezési intézkedéseket hajt végre annak biztosítására, hogy alapértelmezés szerint kizárólag olyan személyes adatok kezelésére kerüljön sor, amelyek az adott konkrét adatkezelési cél szempontjából szükségesek.</a:t>
          </a:r>
          <a:endParaRPr lang="hu-HU" sz="2000" kern="1200" dirty="0">
            <a:latin typeface="Times New Roman" panose="02020603050405020304" pitchFamily="18" charset="0"/>
            <a:cs typeface="Times New Roman" panose="02020603050405020304" pitchFamily="18" charset="0"/>
          </a:endParaRPr>
        </a:p>
      </dsp:txBody>
      <dsp:txXfrm>
        <a:off x="0" y="376451"/>
        <a:ext cx="10948019" cy="3811500"/>
      </dsp:txXfrm>
    </dsp:sp>
    <dsp:sp modelId="{AB23D3E3-D92B-480B-AC37-7714F017F91F}">
      <dsp:nvSpPr>
        <dsp:cNvPr id="0" name=""/>
        <dsp:cNvSpPr/>
      </dsp:nvSpPr>
      <dsp:spPr>
        <a:xfrm>
          <a:off x="547400" y="233094"/>
          <a:ext cx="5242601" cy="79279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666" tIns="0" rIns="289666" bIns="0" numCol="1" spcCol="1270" anchor="ctr" anchorCtr="0">
          <a:noAutofit/>
        </a:bodyPr>
        <a:lstStyle/>
        <a:p>
          <a:pPr marL="0" lvl="0" indent="0" algn="l" defTabSz="1200150">
            <a:lnSpc>
              <a:spcPct val="90000"/>
            </a:lnSpc>
            <a:spcBef>
              <a:spcPct val="0"/>
            </a:spcBef>
            <a:spcAft>
              <a:spcPct val="35000"/>
            </a:spcAft>
            <a:buNone/>
          </a:pPr>
          <a:r>
            <a:rPr lang="hu-HU" sz="2700" b="1" kern="1200" dirty="0">
              <a:latin typeface="Times New Roman" panose="02020603050405020304" pitchFamily="18" charset="0"/>
              <a:cs typeface="Times New Roman" panose="02020603050405020304" pitchFamily="18" charset="0"/>
            </a:rPr>
            <a:t>25. cikk Beépített és alapértelmezett adatvédelem</a:t>
          </a:r>
          <a:endParaRPr lang="hu-HU" sz="2700" kern="1200" dirty="0">
            <a:latin typeface="Times New Roman" panose="02020603050405020304" pitchFamily="18" charset="0"/>
            <a:cs typeface="Times New Roman" panose="02020603050405020304" pitchFamily="18" charset="0"/>
          </a:endParaRPr>
        </a:p>
      </dsp:txBody>
      <dsp:txXfrm>
        <a:off x="586101" y="271795"/>
        <a:ext cx="5165199" cy="7153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A06B7-AEEB-4E81-BA1B-98202D24722C}">
      <dsp:nvSpPr>
        <dsp:cNvPr id="0" name=""/>
        <dsp:cNvSpPr/>
      </dsp:nvSpPr>
      <dsp:spPr>
        <a:xfrm>
          <a:off x="0" y="420780"/>
          <a:ext cx="6357385" cy="100035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hu-HU" sz="1900" kern="1200" dirty="0">
              <a:latin typeface="Times New Roman" panose="02020603050405020304" pitchFamily="18" charset="0"/>
              <a:cs typeface="Times New Roman" panose="02020603050405020304" pitchFamily="18" charset="0"/>
            </a:rPr>
            <a:t>a személyes adatok álnevesítése és titkosítása</a:t>
          </a:r>
          <a:endParaRPr lang="en-US" sz="1900" kern="1200" dirty="0">
            <a:latin typeface="Times New Roman" panose="02020603050405020304" pitchFamily="18" charset="0"/>
            <a:cs typeface="Times New Roman" panose="02020603050405020304" pitchFamily="18" charset="0"/>
          </a:endParaRPr>
        </a:p>
      </dsp:txBody>
      <dsp:txXfrm>
        <a:off x="48833" y="469613"/>
        <a:ext cx="6259719" cy="902684"/>
      </dsp:txXfrm>
    </dsp:sp>
    <dsp:sp modelId="{195FD851-C16A-4C52-84CE-F582FF356335}">
      <dsp:nvSpPr>
        <dsp:cNvPr id="0" name=""/>
        <dsp:cNvSpPr/>
      </dsp:nvSpPr>
      <dsp:spPr>
        <a:xfrm>
          <a:off x="0" y="1475850"/>
          <a:ext cx="6357385" cy="100035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hu-HU" sz="1900" kern="1200">
              <a:latin typeface="Times New Roman" panose="02020603050405020304" pitchFamily="18" charset="0"/>
              <a:cs typeface="Times New Roman" panose="02020603050405020304" pitchFamily="18" charset="0"/>
            </a:rPr>
            <a:t>a személyes adatok kezelésére használt rendszerek és szolgáltatások folyamatos bizalmas jellegének, integritásának, elérhetőségének és rugalmasságának biztosítása;</a:t>
          </a:r>
          <a:endParaRPr lang="en-US" sz="1900" kern="1200">
            <a:latin typeface="Times New Roman" panose="02020603050405020304" pitchFamily="18" charset="0"/>
            <a:cs typeface="Times New Roman" panose="02020603050405020304" pitchFamily="18" charset="0"/>
          </a:endParaRPr>
        </a:p>
      </dsp:txBody>
      <dsp:txXfrm>
        <a:off x="48833" y="1524683"/>
        <a:ext cx="6259719" cy="902684"/>
      </dsp:txXfrm>
    </dsp:sp>
    <dsp:sp modelId="{053C8478-D65B-4CBA-A4D5-8C27DAAB85B3}">
      <dsp:nvSpPr>
        <dsp:cNvPr id="0" name=""/>
        <dsp:cNvSpPr/>
      </dsp:nvSpPr>
      <dsp:spPr>
        <a:xfrm>
          <a:off x="0" y="2530920"/>
          <a:ext cx="6357385" cy="100035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hu-HU" sz="1900" kern="1200">
              <a:latin typeface="Times New Roman" panose="02020603050405020304" pitchFamily="18" charset="0"/>
              <a:cs typeface="Times New Roman" panose="02020603050405020304" pitchFamily="18" charset="0"/>
            </a:rPr>
            <a:t>fizikai vagy műszaki probléma esetén kellő időben vissza lehessen állítani az adatok rendelkezésre állását és az azokhoz való hozzáférést;</a:t>
          </a:r>
          <a:endParaRPr lang="en-US" sz="1900" kern="1200">
            <a:latin typeface="Times New Roman" panose="02020603050405020304" pitchFamily="18" charset="0"/>
            <a:cs typeface="Times New Roman" panose="02020603050405020304" pitchFamily="18" charset="0"/>
          </a:endParaRPr>
        </a:p>
      </dsp:txBody>
      <dsp:txXfrm>
        <a:off x="48833" y="2579753"/>
        <a:ext cx="6259719" cy="902684"/>
      </dsp:txXfrm>
    </dsp:sp>
    <dsp:sp modelId="{CFE973A4-B3C7-4984-A1FB-59820AA63A59}">
      <dsp:nvSpPr>
        <dsp:cNvPr id="0" name=""/>
        <dsp:cNvSpPr/>
      </dsp:nvSpPr>
      <dsp:spPr>
        <a:xfrm>
          <a:off x="0" y="3585990"/>
          <a:ext cx="6357385" cy="100035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hu-HU" sz="1900" kern="1200">
              <a:latin typeface="Times New Roman" panose="02020603050405020304" pitchFamily="18" charset="0"/>
              <a:cs typeface="Times New Roman" panose="02020603050405020304" pitchFamily="18" charset="0"/>
            </a:rPr>
            <a:t>eljárás arra, hogy rendszeresen teszteljék, felmérjék és értékeljék az adatkezelés biztonságának garantálására hozott technikai és szervezési intézkedések hatékonyságát</a:t>
          </a:r>
          <a:endParaRPr lang="en-US" sz="1900" kern="1200">
            <a:latin typeface="Times New Roman" panose="02020603050405020304" pitchFamily="18" charset="0"/>
            <a:cs typeface="Times New Roman" panose="02020603050405020304" pitchFamily="18" charset="0"/>
          </a:endParaRPr>
        </a:p>
      </dsp:txBody>
      <dsp:txXfrm>
        <a:off x="48833" y="3634823"/>
        <a:ext cx="6259719" cy="90268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D727A-92FB-4A6A-8079-7B5FEFF541D2}" type="datetimeFigureOut">
              <a:rPr lang="hu-HU" smtClean="0"/>
              <a:t>2026. 03. 06.</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C06C80-B5E8-413A-9260-93AED1703E4E}" type="slidenum">
              <a:rPr lang="hu-HU" smtClean="0"/>
              <a:t>‹#›</a:t>
            </a:fld>
            <a:endParaRPr lang="hu-HU"/>
          </a:p>
        </p:txBody>
      </p:sp>
    </p:spTree>
    <p:extLst>
      <p:ext uri="{BB962C8B-B14F-4D97-AF65-F5344CB8AC3E}">
        <p14:creationId xmlns:p14="http://schemas.microsoft.com/office/powerpoint/2010/main" val="4284431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381000" y="685800"/>
            <a:ext cx="6096000" cy="3429000"/>
          </a:xfrm>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23558833-FC37-4CD5-97F7-C21417EF2146}" type="slidenum">
              <a:rPr lang="hu-HU" smtClean="0"/>
              <a:pPr/>
              <a:t>1</a:t>
            </a:fld>
            <a:endParaRPr lang="hu-HU"/>
          </a:p>
        </p:txBody>
      </p:sp>
    </p:spTree>
    <p:extLst>
      <p:ext uri="{BB962C8B-B14F-4D97-AF65-F5344CB8AC3E}">
        <p14:creationId xmlns:p14="http://schemas.microsoft.com/office/powerpoint/2010/main" val="1585069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a:p>
        </p:txBody>
      </p:sp>
      <p:sp>
        <p:nvSpPr>
          <p:cNvPr id="4" name="Dia számának helye 3"/>
          <p:cNvSpPr>
            <a:spLocks noGrp="1"/>
          </p:cNvSpPr>
          <p:nvPr>
            <p:ph type="sldNum" sz="quarter" idx="10"/>
          </p:nvPr>
        </p:nvSpPr>
        <p:spPr/>
        <p:txBody>
          <a:bodyPr/>
          <a:lstStyle/>
          <a:p>
            <a:fld id="{1192881A-92A3-4C6F-AC96-19B70D768C9E}" type="slidenum">
              <a:rPr lang="hu-HU" smtClean="0"/>
              <a:pPr/>
              <a:t>6</a:t>
            </a:fld>
            <a:endParaRPr lang="hu-HU"/>
          </a:p>
        </p:txBody>
      </p:sp>
    </p:spTree>
    <p:extLst>
      <p:ext uri="{BB962C8B-B14F-4D97-AF65-F5344CB8AC3E}">
        <p14:creationId xmlns:p14="http://schemas.microsoft.com/office/powerpoint/2010/main" val="104122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1192881A-92A3-4C6F-AC96-19B70D768C9E}" type="slidenum">
              <a:rPr lang="hu-HU" smtClean="0"/>
              <a:pPr/>
              <a:t>13</a:t>
            </a:fld>
            <a:endParaRPr lang="hu-HU"/>
          </a:p>
        </p:txBody>
      </p:sp>
    </p:spTree>
    <p:extLst>
      <p:ext uri="{BB962C8B-B14F-4D97-AF65-F5344CB8AC3E}">
        <p14:creationId xmlns:p14="http://schemas.microsoft.com/office/powerpoint/2010/main" val="139202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1192881A-92A3-4C6F-AC96-19B70D768C9E}" type="slidenum">
              <a:rPr lang="hu-HU" smtClean="0"/>
              <a:pPr/>
              <a:t>14</a:t>
            </a:fld>
            <a:endParaRPr lang="hu-HU"/>
          </a:p>
        </p:txBody>
      </p:sp>
    </p:spTree>
    <p:extLst>
      <p:ext uri="{BB962C8B-B14F-4D97-AF65-F5344CB8AC3E}">
        <p14:creationId xmlns:p14="http://schemas.microsoft.com/office/powerpoint/2010/main" val="2238678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1192881A-92A3-4C6F-AC96-19B70D768C9E}" type="slidenum">
              <a:rPr lang="hu-HU" smtClean="0"/>
              <a:pPr/>
              <a:t>35</a:t>
            </a:fld>
            <a:endParaRPr lang="hu-HU"/>
          </a:p>
        </p:txBody>
      </p:sp>
    </p:spTree>
    <p:extLst>
      <p:ext uri="{BB962C8B-B14F-4D97-AF65-F5344CB8AC3E}">
        <p14:creationId xmlns:p14="http://schemas.microsoft.com/office/powerpoint/2010/main" val="544867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135-58F7-7BBD-0A65-53B9B20E9E2B}"/>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B215F76F-10C8-79BE-002E-2FB724823EE7}"/>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45E94CF-106B-F54E-C138-E02538FE391B}"/>
              </a:ext>
            </a:extLst>
          </p:cNvPr>
          <p:cNvSpPr>
            <a:spLocks noGrp="1"/>
          </p:cNvSpPr>
          <p:nvPr>
            <p:ph type="body" idx="1"/>
          </p:nvPr>
        </p:nvSpPr>
        <p:spPr/>
        <p:txBody>
          <a:bodyPr>
            <a:normAutofit/>
          </a:bodyPr>
          <a:lstStyle/>
          <a:p>
            <a:endParaRPr lang="hu-HU"/>
          </a:p>
        </p:txBody>
      </p:sp>
      <p:sp>
        <p:nvSpPr>
          <p:cNvPr id="4" name="Dia számának helye 3">
            <a:extLst>
              <a:ext uri="{FF2B5EF4-FFF2-40B4-BE49-F238E27FC236}">
                <a16:creationId xmlns:a16="http://schemas.microsoft.com/office/drawing/2014/main" id="{1C17BF3D-F0E4-DBB7-D6CB-A1300938A8F2}"/>
              </a:ext>
            </a:extLst>
          </p:cNvPr>
          <p:cNvSpPr>
            <a:spLocks noGrp="1"/>
          </p:cNvSpPr>
          <p:nvPr>
            <p:ph type="sldNum" sz="quarter" idx="10"/>
          </p:nvPr>
        </p:nvSpPr>
        <p:spPr/>
        <p:txBody>
          <a:bodyPr/>
          <a:lstStyle/>
          <a:p>
            <a:fld id="{1192881A-92A3-4C6F-AC96-19B70D768C9E}" type="slidenum">
              <a:rPr lang="hu-HU" smtClean="0"/>
              <a:pPr/>
              <a:t>39</a:t>
            </a:fld>
            <a:endParaRPr lang="hu-HU"/>
          </a:p>
        </p:txBody>
      </p:sp>
    </p:spTree>
    <p:extLst>
      <p:ext uri="{BB962C8B-B14F-4D97-AF65-F5344CB8AC3E}">
        <p14:creationId xmlns:p14="http://schemas.microsoft.com/office/powerpoint/2010/main" val="1715196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p>
        </p:txBody>
      </p:sp>
      <p:sp>
        <p:nvSpPr>
          <p:cNvPr id="4" name="Dátum helye 3"/>
          <p:cNvSpPr>
            <a:spLocks noGrp="1"/>
          </p:cNvSpPr>
          <p:nvPr>
            <p:ph type="dt" sz="half" idx="10"/>
          </p:nvPr>
        </p:nvSpPr>
        <p:spPr/>
        <p:txBody>
          <a:bodyPr/>
          <a:lstStyle/>
          <a:p>
            <a:fld id="{314F8B2B-C72C-4078-BE87-7CDC33473533}" type="datetime1">
              <a:rPr lang="hu-HU" smtClean="0"/>
              <a:t>2026. 03. 06.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4034358178"/>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Tartalom helye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10"/>
          </p:nvPr>
        </p:nvSpPr>
        <p:spPr/>
        <p:txBody>
          <a:bodyPr/>
          <a:lstStyle/>
          <a:p>
            <a:fld id="{B8B1284D-49DD-4384-B6FD-02671EBE55F4}" type="datetime1">
              <a:rPr lang="hu-HU" smtClean="0"/>
              <a:t>2026. 03. 06.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44514759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átum helye 3"/>
          <p:cNvSpPr>
            <a:spLocks noGrp="1"/>
          </p:cNvSpPr>
          <p:nvPr>
            <p:ph type="dt" sz="half" idx="10"/>
          </p:nvPr>
        </p:nvSpPr>
        <p:spPr/>
        <p:txBody>
          <a:bodyPr/>
          <a:lstStyle/>
          <a:p>
            <a:fld id="{1B436469-6032-419D-B2AC-EC09B6231EE7}" type="datetime1">
              <a:rPr lang="hu-HU" smtClean="0"/>
              <a:t>2026. 03. 06.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94028236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Tartalom helye 2"/>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p:cNvSpPr>
            <a:spLocks noGrp="1"/>
          </p:cNvSpPr>
          <p:nvPr>
            <p:ph type="dt" sz="half" idx="10"/>
          </p:nvPr>
        </p:nvSpPr>
        <p:spPr/>
        <p:txBody>
          <a:bodyPr/>
          <a:lstStyle/>
          <a:p>
            <a:fld id="{C022CA63-0929-4593-86E0-593C5AF06F4D}" type="datetime1">
              <a:rPr lang="hu-HU" smtClean="0"/>
              <a:t>2026. 03. 06.</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1444709628"/>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p:cNvSpPr>
            <a:spLocks noGrp="1"/>
          </p:cNvSpPr>
          <p:nvPr>
            <p:ph type="title"/>
          </p:nvPr>
        </p:nvSpPr>
        <p:spPr>
          <a:xfrm>
            <a:off x="839788" y="365125"/>
            <a:ext cx="10515600" cy="1325563"/>
          </a:xfrm>
        </p:spPr>
        <p:txBody>
          <a:bodyPr/>
          <a:lstStyle/>
          <a:p>
            <a:r>
              <a:rPr lang="hu-HU"/>
              <a:t>Mintacím szerkesztése</a:t>
            </a:r>
          </a:p>
        </p:txBody>
      </p:sp>
      <p:sp>
        <p:nvSpPr>
          <p:cNvPr id="3" name="Szöveg hely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p:cNvSpPr>
            <a:spLocks noGrp="1"/>
          </p:cNvSpPr>
          <p:nvPr>
            <p:ph type="dt" sz="half" idx="10"/>
          </p:nvPr>
        </p:nvSpPr>
        <p:spPr/>
        <p:txBody>
          <a:bodyPr/>
          <a:lstStyle/>
          <a:p>
            <a:fld id="{11BFC6BA-0B1D-4AF0-8B23-DF93EC6E1D26}" type="datetime1">
              <a:rPr lang="hu-HU" smtClean="0"/>
              <a:t>2026. 03. 06.</a:t>
            </a:fld>
            <a:endParaRPr lang="hu-HU"/>
          </a:p>
        </p:txBody>
      </p:sp>
      <p:sp>
        <p:nvSpPr>
          <p:cNvPr id="8" name="Élőláb helye 7"/>
          <p:cNvSpPr>
            <a:spLocks noGrp="1"/>
          </p:cNvSpPr>
          <p:nvPr>
            <p:ph type="ftr" sz="quarter" idx="11"/>
          </p:nvPr>
        </p:nvSpPr>
        <p:spPr/>
        <p:txBody>
          <a:bodyPr/>
          <a:lstStyle/>
          <a:p>
            <a:endParaRPr lang="hu-HU"/>
          </a:p>
        </p:txBody>
      </p:sp>
      <p:sp>
        <p:nvSpPr>
          <p:cNvPr id="9" name="Dia számának helye 8"/>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2522046170"/>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Dátum helye 2"/>
          <p:cNvSpPr>
            <a:spLocks noGrp="1"/>
          </p:cNvSpPr>
          <p:nvPr>
            <p:ph type="dt" sz="half" idx="10"/>
          </p:nvPr>
        </p:nvSpPr>
        <p:spPr/>
        <p:txBody>
          <a:bodyPr/>
          <a:lstStyle/>
          <a:p>
            <a:fld id="{3CCDB12F-E348-4951-B4C9-137AAEB64570}" type="datetime1">
              <a:rPr lang="hu-HU" smtClean="0"/>
              <a:t>2026. 03. 06.</a:t>
            </a:fld>
            <a:endParaRPr lang="hu-HU"/>
          </a:p>
        </p:txBody>
      </p:sp>
      <p:sp>
        <p:nvSpPr>
          <p:cNvPr id="4" name="Élőláb helye 3"/>
          <p:cNvSpPr>
            <a:spLocks noGrp="1"/>
          </p:cNvSpPr>
          <p:nvPr>
            <p:ph type="ftr" sz="quarter" idx="11"/>
          </p:nvPr>
        </p:nvSpPr>
        <p:spPr/>
        <p:txBody>
          <a:bodyPr/>
          <a:lstStyle/>
          <a:p>
            <a:endParaRPr lang="hu-HU"/>
          </a:p>
        </p:txBody>
      </p:sp>
      <p:sp>
        <p:nvSpPr>
          <p:cNvPr id="5" name="Dia számának helye 4"/>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2242292173"/>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fld id="{A9C6B877-9809-4521-84CB-3C340AE45D2F}" type="datetime1">
              <a:rPr lang="hu-HU" smtClean="0"/>
              <a:t>2026. 03. 06.</a:t>
            </a:fld>
            <a:endParaRPr lang="hu-HU"/>
          </a:p>
        </p:txBody>
      </p:sp>
      <p:sp>
        <p:nvSpPr>
          <p:cNvPr id="3" name="Élőláb helye 2"/>
          <p:cNvSpPr>
            <a:spLocks noGrp="1"/>
          </p:cNvSpPr>
          <p:nvPr>
            <p:ph type="ftr" sz="quarter" idx="11"/>
          </p:nvPr>
        </p:nvSpPr>
        <p:spPr/>
        <p:txBody>
          <a:bodyPr/>
          <a:lstStyle/>
          <a:p>
            <a:endParaRPr lang="hu-HU"/>
          </a:p>
        </p:txBody>
      </p:sp>
      <p:sp>
        <p:nvSpPr>
          <p:cNvPr id="4" name="Dia számának helye 3"/>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1018841786"/>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p:cNvSpPr>
            <a:spLocks noGrp="1"/>
          </p:cNvSpPr>
          <p:nvPr>
            <p:ph type="dt" sz="half" idx="10"/>
          </p:nvPr>
        </p:nvSpPr>
        <p:spPr/>
        <p:txBody>
          <a:bodyPr/>
          <a:lstStyle/>
          <a:p>
            <a:fld id="{6FABFB28-27C7-49AA-B77F-73FA972A5331}" type="datetime1">
              <a:rPr lang="hu-HU" smtClean="0"/>
              <a:t>2026. 03. 06.</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2544572236"/>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p:cNvSpPr>
            <a:spLocks noGrp="1"/>
          </p:cNvSpPr>
          <p:nvPr>
            <p:ph type="dt" sz="half" idx="10"/>
          </p:nvPr>
        </p:nvSpPr>
        <p:spPr/>
        <p:txBody>
          <a:bodyPr/>
          <a:lstStyle/>
          <a:p>
            <a:fld id="{F9F58EF4-F4EC-455C-A959-B3812C4885F7}" type="datetime1">
              <a:rPr lang="hu-HU" smtClean="0"/>
              <a:t>2026. 03. 06.</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418794745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Függőleges szöveg helye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10"/>
          </p:nvPr>
        </p:nvSpPr>
        <p:spPr/>
        <p:txBody>
          <a:bodyPr/>
          <a:lstStyle/>
          <a:p>
            <a:fld id="{29E82472-475A-43C8-8674-A0741813950F}" type="datetime1">
              <a:rPr lang="hu-HU" smtClean="0"/>
              <a:t>2026. 03. 06.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1451177688"/>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10"/>
          </p:nvPr>
        </p:nvSpPr>
        <p:spPr/>
        <p:txBody>
          <a:bodyPr/>
          <a:lstStyle/>
          <a:p>
            <a:fld id="{204E92C8-E588-4E99-A3CE-F8A3089F87D3}" type="datetime1">
              <a:rPr lang="hu-HU" smtClean="0"/>
              <a:t>2026. 03. 06.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2BC914A-34CF-46A7-AC7B-39AFC54DAD0E}" type="slidenum">
              <a:rPr lang="hu-HU" smtClean="0"/>
              <a:t>‹#›</a:t>
            </a:fld>
            <a:endParaRPr lang="hu-HU"/>
          </a:p>
        </p:txBody>
      </p:sp>
    </p:spTree>
    <p:extLst>
      <p:ext uri="{BB962C8B-B14F-4D97-AF65-F5344CB8AC3E}">
        <p14:creationId xmlns:p14="http://schemas.microsoft.com/office/powerpoint/2010/main" val="202078132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p>
        </p:txBody>
      </p:sp>
      <p:sp>
        <p:nvSpPr>
          <p:cNvPr id="3" name="Szöveg hely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A01FAE-CBDE-43D9-AC91-DC0616723848}" type="datetime1">
              <a:rPr lang="hu-HU" smtClean="0"/>
              <a:t>2026. 03. 06.</a:t>
            </a:fld>
            <a:endParaRPr lang="hu-HU"/>
          </a:p>
        </p:txBody>
      </p:sp>
      <p:sp>
        <p:nvSpPr>
          <p:cNvPr id="5" name="Élőláb hely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u-HU"/>
          </a:p>
        </p:txBody>
      </p:sp>
      <p:sp>
        <p:nvSpPr>
          <p:cNvPr id="6" name="Dia számának hely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BC914A-34CF-46A7-AC7B-39AFC54DAD0E}" type="slidenum">
              <a:rPr lang="hu-HU" smtClean="0"/>
              <a:t>‹#›</a:t>
            </a:fld>
            <a:endParaRPr lang="hu-HU"/>
          </a:p>
        </p:txBody>
      </p:sp>
    </p:spTree>
    <p:extLst>
      <p:ext uri="{BB962C8B-B14F-4D97-AF65-F5344CB8AC3E}">
        <p14:creationId xmlns:p14="http://schemas.microsoft.com/office/powerpoint/2010/main" val="476030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B5E2835-4E47-45B3-9CFE-732FF7B054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datvédelem (GDPR), információszabadság - Csetneki Ügyvédi Társulás">
            <a:extLst>
              <a:ext uri="{FF2B5EF4-FFF2-40B4-BE49-F238E27FC236}">
                <a16:creationId xmlns:a16="http://schemas.microsoft.com/office/drawing/2014/main" id="{C50E5D3F-661B-1915-48B1-7296788E5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285" r="-1" b="-1"/>
          <a:stretch/>
        </p:blipFill>
        <p:spPr bwMode="auto">
          <a:xfrm>
            <a:off x="3242695" y="10"/>
            <a:ext cx="8949307"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1033" name="Freeform: Shape 1032">
            <a:extLst>
              <a:ext uri="{FF2B5EF4-FFF2-40B4-BE49-F238E27FC236}">
                <a16:creationId xmlns:a16="http://schemas.microsoft.com/office/drawing/2014/main" id="{5B45AD5D-AA52-4F7B-9362-576A39AD9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D5D5D5"/>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5" name="Freeform: Shape 1034">
            <a:extLst>
              <a:ext uri="{FF2B5EF4-FFF2-40B4-BE49-F238E27FC236}">
                <a16:creationId xmlns:a16="http://schemas.microsoft.com/office/drawing/2014/main" id="{AEDD7960-4866-4399-BEF6-DD1431AB4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Cím 1"/>
          <p:cNvSpPr>
            <a:spLocks noGrp="1"/>
          </p:cNvSpPr>
          <p:nvPr>
            <p:ph type="ctrTitle"/>
          </p:nvPr>
        </p:nvSpPr>
        <p:spPr>
          <a:xfrm>
            <a:off x="371094" y="1161288"/>
            <a:ext cx="3438144" cy="1125728"/>
          </a:xfrm>
        </p:spPr>
        <p:txBody>
          <a:bodyPr vert="horz" lIns="91440" tIns="45720" rIns="91440" bIns="45720" rtlCol="0" anchor="b">
            <a:normAutofit/>
          </a:bodyPr>
          <a:lstStyle/>
          <a:p>
            <a:pPr algn="l"/>
            <a:r>
              <a:rPr lang="en-US" sz="3400" dirty="0" err="1">
                <a:latin typeface="Times New Roman" panose="02020603050405020304" pitchFamily="18" charset="0"/>
                <a:cs typeface="Times New Roman" panose="02020603050405020304" pitchFamily="18" charset="0"/>
              </a:rPr>
              <a:t>Adatvédelem</a:t>
            </a:r>
            <a:endParaRPr lang="en-US" sz="3400" dirty="0">
              <a:latin typeface="Times New Roman" panose="02020603050405020304" pitchFamily="18" charset="0"/>
              <a:cs typeface="Times New Roman" panose="02020603050405020304" pitchFamily="18" charset="0"/>
            </a:endParaRPr>
          </a:p>
        </p:txBody>
      </p:sp>
      <p:sp>
        <p:nvSpPr>
          <p:cNvPr id="1037" name="Rectangle 103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9" name="Rectangle 103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Alcím 2"/>
          <p:cNvSpPr>
            <a:spLocks noGrp="1"/>
          </p:cNvSpPr>
          <p:nvPr>
            <p:ph type="subTitle" idx="1"/>
          </p:nvPr>
        </p:nvSpPr>
        <p:spPr>
          <a:xfrm>
            <a:off x="87442" y="5595112"/>
            <a:ext cx="3438906" cy="1034286"/>
          </a:xfrm>
        </p:spPr>
        <p:txBody>
          <a:bodyPr vert="horz" lIns="91440" tIns="45720" rIns="91440" bIns="45720" rtlCol="0" anchor="t">
            <a:normAutofit lnSpcReduction="10000"/>
          </a:bodyPr>
          <a:lstStyle/>
          <a:p>
            <a:pPr algn="l"/>
            <a:r>
              <a:rPr lang="en-US" sz="1700" dirty="0">
                <a:latin typeface="Times New Roman" panose="02020603050405020304" pitchFamily="18" charset="0"/>
                <a:cs typeface="Times New Roman" panose="02020603050405020304" pitchFamily="18" charset="0"/>
              </a:rPr>
              <a:t>dr. Puskás Tamás</a:t>
            </a:r>
          </a:p>
          <a:p>
            <a:pPr algn="l"/>
            <a:r>
              <a:rPr lang="hu-HU" sz="1700" dirty="0">
                <a:latin typeface="Times New Roman" panose="02020603050405020304" pitchFamily="18" charset="0"/>
                <a:cs typeface="Times New Roman" panose="02020603050405020304" pitchFamily="18" charset="0"/>
              </a:rPr>
              <a:t>BME GTK </a:t>
            </a:r>
            <a:r>
              <a:rPr lang="en-US" sz="1700" dirty="0" err="1">
                <a:latin typeface="Times New Roman" panose="02020603050405020304" pitchFamily="18" charset="0"/>
                <a:cs typeface="Times New Roman" panose="02020603050405020304" pitchFamily="18" charset="0"/>
              </a:rPr>
              <a:t>Üzleti</a:t>
            </a:r>
            <a:r>
              <a:rPr lang="en-US" sz="1700" dirty="0">
                <a:latin typeface="Times New Roman" panose="02020603050405020304" pitchFamily="18" charset="0"/>
                <a:cs typeface="Times New Roman" panose="02020603050405020304" pitchFamily="18" charset="0"/>
              </a:rPr>
              <a:t> Jog </a:t>
            </a:r>
            <a:r>
              <a:rPr lang="en-US" sz="1700" dirty="0" err="1">
                <a:latin typeface="Times New Roman" panose="02020603050405020304" pitchFamily="18" charset="0"/>
                <a:cs typeface="Times New Roman" panose="02020603050405020304" pitchFamily="18" charset="0"/>
              </a:rPr>
              <a:t>Tanszék</a:t>
            </a:r>
            <a:endParaRPr lang="hu-HU" sz="1700" dirty="0">
              <a:latin typeface="Times New Roman" panose="02020603050405020304" pitchFamily="18" charset="0"/>
              <a:cs typeface="Times New Roman" panose="02020603050405020304" pitchFamily="18" charset="0"/>
            </a:endParaRPr>
          </a:p>
          <a:p>
            <a:pPr algn="l"/>
            <a:r>
              <a:rPr lang="hu-HU" sz="1700" dirty="0">
                <a:latin typeface="Times New Roman" panose="02020603050405020304" pitchFamily="18" charset="0"/>
                <a:cs typeface="Times New Roman" panose="02020603050405020304" pitchFamily="18" charset="0"/>
              </a:rPr>
              <a:t>2026. 03. 06.</a:t>
            </a:r>
          </a:p>
          <a:p>
            <a:pPr algn="l"/>
            <a:endParaRPr lang="en-US" sz="1700" dirty="0">
              <a:latin typeface="Times New Roman" panose="02020603050405020304" pitchFamily="18" charset="0"/>
              <a:cs typeface="Times New Roman" panose="02020603050405020304" pitchFamily="18" charset="0"/>
            </a:endParaRPr>
          </a:p>
          <a:p>
            <a:pPr indent="-228600" algn="l">
              <a:buFont typeface="Arial" panose="020B0604020202020204" pitchFamily="34" charset="0"/>
              <a:buChar char="•"/>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377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742410" y="79132"/>
            <a:ext cx="10515600" cy="1325563"/>
          </a:xfrm>
        </p:spPr>
        <p:txBody>
          <a:bodyPr/>
          <a:lstStyle/>
          <a:p>
            <a:r>
              <a:rPr lang="hu-HU" dirty="0"/>
              <a:t>Az adatvédelmi jog jelentősége </a:t>
            </a:r>
          </a:p>
        </p:txBody>
      </p:sp>
      <p:sp>
        <p:nvSpPr>
          <p:cNvPr id="3" name="Téglalap 2"/>
          <p:cNvSpPr/>
          <p:nvPr/>
        </p:nvSpPr>
        <p:spPr>
          <a:xfrm>
            <a:off x="238991" y="905678"/>
            <a:ext cx="11814464" cy="5816977"/>
          </a:xfrm>
          <a:prstGeom prst="rect">
            <a:avLst/>
          </a:prstGeom>
        </p:spPr>
        <p:txBody>
          <a:bodyPr wrap="square">
            <a:spAutoFit/>
          </a:bodyPr>
          <a:lstStyle/>
          <a:p>
            <a:endParaRPr lang="hu-HU" sz="2400" dirty="0"/>
          </a:p>
          <a:p>
            <a:endParaRPr lang="hu-HU" sz="2400" dirty="0"/>
          </a:p>
          <a:p>
            <a:r>
              <a:rPr lang="hu-HU" sz="2000" dirty="0"/>
              <a:t>Az elektronikus adattároló és feldolgozó rendszerek megjelenése, majd tömeges elterjedése a személyes adatok összekapcsolásának, feldolgozásának új minőségét eredményezte.</a:t>
            </a:r>
          </a:p>
          <a:p>
            <a:br>
              <a:rPr lang="hu-HU" sz="2000" dirty="0"/>
            </a:br>
            <a:endParaRPr lang="hu-HU" sz="2000" dirty="0"/>
          </a:p>
          <a:p>
            <a:endParaRPr lang="hu-HU" sz="2000" dirty="0"/>
          </a:p>
          <a:p>
            <a:r>
              <a:rPr lang="hu-HU" sz="2000" dirty="0"/>
              <a:t>Szükségessé vált a </a:t>
            </a:r>
            <a:r>
              <a:rPr lang="hu-HU" sz="2000" b="1" dirty="0"/>
              <a:t>magánszféra védelme </a:t>
            </a:r>
            <a:r>
              <a:rPr lang="hu-HU" sz="2000" dirty="0"/>
              <a:t>eszközrendszerének kiegészítése: személyes adatok védelme. </a:t>
            </a:r>
          </a:p>
          <a:p>
            <a:endParaRPr lang="hu-HU" sz="2400" dirty="0"/>
          </a:p>
          <a:p>
            <a:pPr lvl="0"/>
            <a:endParaRPr lang="hu-HU" sz="2000" dirty="0"/>
          </a:p>
          <a:p>
            <a:pPr lvl="0"/>
            <a:endParaRPr lang="hu-HU" sz="2000" dirty="0"/>
          </a:p>
          <a:p>
            <a:pPr lvl="0"/>
            <a:endParaRPr lang="hu-HU" sz="2000" dirty="0"/>
          </a:p>
          <a:p>
            <a:pPr lvl="0"/>
            <a:r>
              <a:rPr lang="hu-HU" sz="2000" dirty="0"/>
              <a:t>a személyes adatok védelméhez való jognak „az a tartalma, hogy mindenki </a:t>
            </a:r>
            <a:r>
              <a:rPr lang="hu-HU" sz="2000" b="1" dirty="0"/>
              <a:t>maga rendelkezik személyes adatainak feltárásáról és felhasználásáról</a:t>
            </a:r>
            <a:r>
              <a:rPr lang="hu-HU" sz="2000" dirty="0"/>
              <a:t>. Személyes adatot felvenni és felhasználni tehát általában csakis az érintett beleegyezésével szabad; mindenki számára követhetővé és ellenőrizhetővé kell tenni az adatfeldolgozás egész útját, vagyis mindenkinek joga van tudni, ki, hol, mikor, milyen célra használja fel az ő személyes adatát. Kivételesen törvény elrendelheti személyes adat kötelező kiszolgáltatását, és előírhatja a felhasználás módját is. Az ilyen törvény korlátozza az információs önrendelkezés alapvető jogát […]” [15/1991. (IV. 13.) AB hat.]</a:t>
            </a:r>
            <a:endParaRPr lang="hu-HU" dirty="0"/>
          </a:p>
        </p:txBody>
      </p:sp>
      <p:sp>
        <p:nvSpPr>
          <p:cNvPr id="4" name="Lefelé nyíl 3"/>
          <p:cNvSpPr/>
          <p:nvPr/>
        </p:nvSpPr>
        <p:spPr>
          <a:xfrm>
            <a:off x="4899313" y="2444265"/>
            <a:ext cx="1246910" cy="80087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6" name="Kép 5"/>
          <p:cNvPicPr>
            <a:picLocks noChangeAspect="1"/>
          </p:cNvPicPr>
          <p:nvPr/>
        </p:nvPicPr>
        <p:blipFill>
          <a:blip r:embed="rId2"/>
          <a:stretch>
            <a:fillRect/>
          </a:stretch>
        </p:blipFill>
        <p:spPr>
          <a:xfrm>
            <a:off x="238991" y="3998714"/>
            <a:ext cx="5761219" cy="652329"/>
          </a:xfrm>
          <a:prstGeom prst="rect">
            <a:avLst/>
          </a:prstGeom>
        </p:spPr>
      </p:pic>
    </p:spTree>
    <p:extLst>
      <p:ext uri="{BB962C8B-B14F-4D97-AF65-F5344CB8AC3E}">
        <p14:creationId xmlns:p14="http://schemas.microsoft.com/office/powerpoint/2010/main" val="93263879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Cím 1"/>
          <p:cNvSpPr>
            <a:spLocks noGrp="1"/>
          </p:cNvSpPr>
          <p:nvPr>
            <p:ph type="title"/>
          </p:nvPr>
        </p:nvSpPr>
        <p:spPr>
          <a:xfrm>
            <a:off x="0" y="0"/>
            <a:ext cx="5393361" cy="1325563"/>
          </a:xfrm>
        </p:spPr>
        <p:txBody>
          <a:bodyPr>
            <a:normAutofit/>
          </a:bodyPr>
          <a:lstStyle/>
          <a:p>
            <a:r>
              <a:rPr lang="hu-HU" dirty="0">
                <a:latin typeface="Times New Roman" panose="02020603050405020304" pitchFamily="18" charset="0"/>
                <a:cs typeface="Times New Roman" panose="02020603050405020304" pitchFamily="18" charset="0"/>
              </a:rPr>
              <a:t>Digitális forradalom</a:t>
            </a:r>
          </a:p>
        </p:txBody>
      </p:sp>
      <p:sp>
        <p:nvSpPr>
          <p:cNvPr id="3" name="Tartalom helye 2"/>
          <p:cNvSpPr>
            <a:spLocks noGrp="1"/>
          </p:cNvSpPr>
          <p:nvPr>
            <p:ph idx="1"/>
          </p:nvPr>
        </p:nvSpPr>
        <p:spPr>
          <a:xfrm>
            <a:off x="120127" y="1239521"/>
            <a:ext cx="7880873" cy="5496560"/>
          </a:xfrm>
        </p:spPr>
        <p:txBody>
          <a:bodyPr>
            <a:noAutofit/>
          </a:bodyPr>
          <a:lstStyle/>
          <a:p>
            <a:pPr marL="0" indent="0">
              <a:buNone/>
            </a:pPr>
            <a:r>
              <a:rPr lang="hu-HU" sz="2200" dirty="0">
                <a:latin typeface="Times New Roman" panose="02020603050405020304" pitchFamily="18" charset="0"/>
                <a:cs typeface="Times New Roman" panose="02020603050405020304" pitchFamily="18" charset="0"/>
              </a:rPr>
              <a:t>digitális forradalom miatt átalakultak a mindennapok: az információs társadalom kialakulásával új kihívások jelentek meg (például adatlopások, </a:t>
            </a:r>
            <a:r>
              <a:rPr lang="hu-HU" sz="2200" dirty="0" err="1">
                <a:latin typeface="Times New Roman" panose="02020603050405020304" pitchFamily="18" charset="0"/>
                <a:cs typeface="Times New Roman" panose="02020603050405020304" pitchFamily="18" charset="0"/>
              </a:rPr>
              <a:t>hackelések</a:t>
            </a:r>
            <a:r>
              <a:rPr lang="hu-HU" sz="2200" dirty="0">
                <a:latin typeface="Times New Roman" panose="02020603050405020304" pitchFamily="18" charset="0"/>
                <a:cs typeface="Times New Roman" panose="02020603050405020304" pitchFamily="18" charset="0"/>
              </a:rPr>
              <a:t>, adathalászat, stb.)</a:t>
            </a:r>
          </a:p>
          <a:p>
            <a:pPr marL="0" indent="0">
              <a:buNone/>
            </a:pPr>
            <a:r>
              <a:rPr lang="hu-HU" sz="2200" dirty="0">
                <a:latin typeface="Times New Roman" panose="02020603050405020304" pitchFamily="18" charset="0"/>
                <a:cs typeface="Times New Roman" panose="02020603050405020304" pitchFamily="18" charset="0"/>
              </a:rPr>
              <a:t>internet tömeges elterjedése</a:t>
            </a:r>
          </a:p>
          <a:p>
            <a:pPr marL="0" indent="0">
              <a:buNone/>
            </a:pPr>
            <a:r>
              <a:rPr lang="hu-HU" sz="2200" dirty="0">
                <a:latin typeface="Times New Roman" panose="02020603050405020304" pitchFamily="18" charset="0"/>
                <a:cs typeface="Times New Roman" panose="02020603050405020304" pitchFamily="18" charset="0"/>
              </a:rPr>
              <a:t>korlátlan adatkezelés: állami és magán adatkezelők is korlátok (fizikai, pénzügyi, jogi) nélkül kezelnek személyes adatokat, az érintettek kontrollja visszaszorul az adatkezelés felett</a:t>
            </a:r>
          </a:p>
          <a:p>
            <a:pPr marL="0" indent="0">
              <a:buNone/>
            </a:pPr>
            <a:r>
              <a:rPr lang="hu-HU" sz="2200" dirty="0">
                <a:latin typeface="Times New Roman" panose="02020603050405020304" pitchFamily="18" charset="0"/>
                <a:cs typeface="Times New Roman" panose="02020603050405020304" pitchFamily="18" charset="0"/>
              </a:rPr>
              <a:t>Big Data</a:t>
            </a:r>
          </a:p>
          <a:p>
            <a:pPr marL="0" indent="0">
              <a:buNone/>
            </a:pPr>
            <a:r>
              <a:rPr lang="hu-HU" sz="2200" dirty="0">
                <a:latin typeface="Times New Roman" panose="02020603050405020304" pitchFamily="18" charset="0"/>
                <a:cs typeface="Times New Roman" panose="02020603050405020304" pitchFamily="18" charset="0"/>
              </a:rPr>
              <a:t>újfajta szolgáltatások, termékek jelentek meg a piacon (pl. felhőszolgáltatás, közösségi média)</a:t>
            </a:r>
          </a:p>
          <a:p>
            <a:pPr marL="0" indent="0">
              <a:buNone/>
            </a:pPr>
            <a:r>
              <a:rPr lang="hu-HU" sz="2200" dirty="0" err="1">
                <a:latin typeface="Times New Roman" panose="02020603050405020304" pitchFamily="18" charset="0"/>
                <a:cs typeface="Times New Roman" panose="02020603050405020304" pitchFamily="18" charset="0"/>
              </a:rPr>
              <a:t>data</a:t>
            </a:r>
            <a:r>
              <a:rPr lang="hu-HU" sz="2200" dirty="0">
                <a:latin typeface="Times New Roman" panose="02020603050405020304" pitchFamily="18" charset="0"/>
                <a:cs typeface="Times New Roman" panose="02020603050405020304" pitchFamily="18" charset="0"/>
              </a:rPr>
              <a:t> </a:t>
            </a:r>
            <a:r>
              <a:rPr lang="hu-HU" sz="2200" dirty="0" err="1">
                <a:latin typeface="Times New Roman" panose="02020603050405020304" pitchFamily="18" charset="0"/>
                <a:cs typeface="Times New Roman" panose="02020603050405020304" pitchFamily="18" charset="0"/>
              </a:rPr>
              <a:t>dominant</a:t>
            </a:r>
            <a:r>
              <a:rPr lang="hu-HU" sz="2200" dirty="0">
                <a:latin typeface="Times New Roman" panose="02020603050405020304" pitchFamily="18" charset="0"/>
                <a:cs typeface="Times New Roman" panose="02020603050405020304" pitchFamily="18" charset="0"/>
              </a:rPr>
              <a:t> business: (például </a:t>
            </a:r>
            <a:r>
              <a:rPr lang="hu-HU" sz="2200" dirty="0" err="1">
                <a:latin typeface="Times New Roman" panose="02020603050405020304" pitchFamily="18" charset="0"/>
                <a:cs typeface="Times New Roman" panose="02020603050405020304" pitchFamily="18" charset="0"/>
              </a:rPr>
              <a:t>Meta</a:t>
            </a:r>
            <a:r>
              <a:rPr lang="hu-HU" sz="2200" dirty="0">
                <a:latin typeface="Times New Roman" panose="02020603050405020304" pitchFamily="18" charset="0"/>
                <a:cs typeface="Times New Roman" panose="02020603050405020304" pitchFamily="18" charset="0"/>
              </a:rPr>
              <a:t>) olyan cégek, amelyek a személyes adatok és egyéb adatok kezelésével, marketinggel önmagában gazdasági tevékenységük során profitot termelnek.</a:t>
            </a:r>
          </a:p>
          <a:p>
            <a:endParaRPr lang="hu-HU" sz="2200" dirty="0">
              <a:latin typeface="Times New Roman" panose="02020603050405020304" pitchFamily="18" charset="0"/>
              <a:cs typeface="Times New Roman" panose="02020603050405020304" pitchFamily="18" charset="0"/>
            </a:endParaRPr>
          </a:p>
        </p:txBody>
      </p:sp>
      <p:pic>
        <p:nvPicPr>
          <p:cNvPr id="1026" name="Picture 2" descr="A Snapshot of the Digital Revolution in the Education Sector | by Keith  Krach | Medium">
            <a:extLst>
              <a:ext uri="{FF2B5EF4-FFF2-40B4-BE49-F238E27FC236}">
                <a16:creationId xmlns:a16="http://schemas.microsoft.com/office/drawing/2014/main" id="{9ECCA5A5-6169-A39A-0C56-E701562171B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1457" r="17794" b="1"/>
          <a:stretch/>
        </p:blipFill>
        <p:spPr bwMode="auto">
          <a:xfrm>
            <a:off x="7923595" y="2239722"/>
            <a:ext cx="3496158" cy="349615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1040"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2"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72970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E7A3D3-A344-07BF-D0FC-229777DC2AE6}"/>
            </a:ext>
          </a:extLst>
        </p:cNvPr>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053E4747-81FD-0BF0-E004-86ABA70D6D9E}"/>
              </a:ext>
            </a:extLst>
          </p:cNvPr>
          <p:cNvSpPr>
            <a:spLocks noGrp="1"/>
          </p:cNvSpPr>
          <p:nvPr>
            <p:ph type="title"/>
          </p:nvPr>
        </p:nvSpPr>
        <p:spPr>
          <a:xfrm>
            <a:off x="572493" y="238539"/>
            <a:ext cx="11018520" cy="1434415"/>
          </a:xfrm>
        </p:spPr>
        <p:txBody>
          <a:bodyPr anchor="b">
            <a:normAutofit/>
          </a:bodyPr>
          <a:lstStyle/>
          <a:p>
            <a:r>
              <a:rPr lang="hu-HU" sz="5400" dirty="0">
                <a:latin typeface="Times New Roman" panose="02020603050405020304" pitchFamily="18" charset="0"/>
                <a:cs typeface="Times New Roman" panose="02020603050405020304" pitchFamily="18" charset="0"/>
              </a:rPr>
              <a:t>Személyre szabott hirdetések</a:t>
            </a:r>
          </a:p>
        </p:txBody>
      </p:sp>
      <p:sp>
        <p:nvSpPr>
          <p:cNvPr id="717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a:extLst>
              <a:ext uri="{FF2B5EF4-FFF2-40B4-BE49-F238E27FC236}">
                <a16:creationId xmlns:a16="http://schemas.microsoft.com/office/drawing/2014/main" id="{C36DA79E-10AE-CC7E-7A47-D44C55863233}"/>
              </a:ext>
            </a:extLst>
          </p:cNvPr>
          <p:cNvSpPr>
            <a:spLocks noGrp="1"/>
          </p:cNvSpPr>
          <p:nvPr>
            <p:ph idx="1"/>
          </p:nvPr>
        </p:nvSpPr>
        <p:spPr>
          <a:xfrm>
            <a:off x="81280" y="1781574"/>
            <a:ext cx="7975378" cy="5000226"/>
          </a:xfrm>
        </p:spPr>
        <p:txBody>
          <a:bodyPr anchor="t">
            <a:normAutofit fontScale="92500" lnSpcReduction="10000"/>
          </a:bodyPr>
          <a:lstStyle/>
          <a:p>
            <a:pPr marL="0" indent="0">
              <a:buNone/>
            </a:pPr>
            <a:r>
              <a:rPr lang="hu-HU" sz="2400" dirty="0">
                <a:latin typeface="Times New Roman" panose="02020603050405020304" pitchFamily="18" charset="0"/>
                <a:cs typeface="Times New Roman" panose="02020603050405020304" pitchFamily="18" charset="0"/>
              </a:rPr>
              <a:t>Adatgyűjtés által személyiségprofilok kialakítása</a:t>
            </a:r>
          </a:p>
          <a:p>
            <a:pPr marL="0" indent="0">
              <a:buNone/>
            </a:pPr>
            <a:r>
              <a:rPr lang="hu-HU" sz="2400" dirty="0">
                <a:latin typeface="Times New Roman" panose="02020603050405020304" pitchFamily="18" charset="0"/>
                <a:cs typeface="Times New Roman" panose="02020603050405020304" pitchFamily="18" charset="0"/>
              </a:rPr>
              <a:t>Big Data: az emberről egyre pontosabb személyiségprofil állítható fel annak függvényében, hogy mennyi adatot oszt meg magáról az interneten keresztül (ide értve a szövegbányászatot a kommentekben, like-</a:t>
            </a:r>
            <a:r>
              <a:rPr lang="hu-HU" sz="2400" dirty="0" err="1">
                <a:latin typeface="Times New Roman" panose="02020603050405020304" pitchFamily="18" charset="0"/>
                <a:cs typeface="Times New Roman" panose="02020603050405020304" pitchFamily="18" charset="0"/>
              </a:rPr>
              <a:t>olásokat</a:t>
            </a:r>
            <a:r>
              <a:rPr lang="hu-HU" sz="2400" dirty="0">
                <a:latin typeface="Times New Roman" panose="02020603050405020304" pitchFamily="18" charset="0"/>
                <a:cs typeface="Times New Roman" panose="02020603050405020304" pitchFamily="18" charset="0"/>
              </a:rPr>
              <a:t>, megosztásokat, stb.)</a:t>
            </a:r>
          </a:p>
          <a:p>
            <a:pPr marL="0" indent="0">
              <a:buNone/>
            </a:pPr>
            <a:endParaRPr lang="hu-HU" sz="2400" dirty="0">
              <a:latin typeface="Times New Roman" panose="02020603050405020304" pitchFamily="18" charset="0"/>
              <a:cs typeface="Times New Roman" panose="02020603050405020304" pitchFamily="18" charset="0"/>
            </a:endParaRPr>
          </a:p>
          <a:p>
            <a:pPr marL="0" indent="0">
              <a:buNone/>
            </a:pPr>
            <a:r>
              <a:rPr lang="hu-HU" sz="2400" dirty="0">
                <a:latin typeface="Times New Roman" panose="02020603050405020304" pitchFamily="18" charset="0"/>
                <a:cs typeface="Times New Roman" panose="02020603050405020304" pitchFamily="18" charset="0"/>
              </a:rPr>
              <a:t>Személyek kategóriákba/csoportokba osztása</a:t>
            </a:r>
          </a:p>
          <a:p>
            <a:pPr marL="0" indent="0">
              <a:buNone/>
            </a:pPr>
            <a:r>
              <a:rPr lang="hu-HU" sz="2400" dirty="0">
                <a:latin typeface="Times New Roman" panose="02020603050405020304" pitchFamily="18" charset="0"/>
                <a:cs typeface="Times New Roman" panose="02020603050405020304" pitchFamily="18" charset="0"/>
              </a:rPr>
              <a:t>(pl. 20-29 év közötti, felsőfokú végzettséggel rendelkező/tanulmányokat végző)</a:t>
            </a:r>
          </a:p>
          <a:p>
            <a:pPr marL="0" indent="0">
              <a:buNone/>
            </a:pPr>
            <a:r>
              <a:rPr lang="hu-HU" sz="2400" dirty="0">
                <a:latin typeface="Times New Roman" panose="02020603050405020304" pitchFamily="18" charset="0"/>
                <a:cs typeface="Times New Roman" panose="02020603050405020304" pitchFamily="18" charset="0"/>
              </a:rPr>
              <a:t>Keresési előzmények vagy a csoport tendenciák alapján ajánlások</a:t>
            </a:r>
          </a:p>
          <a:p>
            <a:pPr marL="0" indent="0">
              <a:buNone/>
            </a:pPr>
            <a:endParaRPr lang="hu-HU" sz="2400" dirty="0">
              <a:latin typeface="Times New Roman" panose="02020603050405020304" pitchFamily="18" charset="0"/>
              <a:cs typeface="Times New Roman" panose="02020603050405020304" pitchFamily="18" charset="0"/>
            </a:endParaRPr>
          </a:p>
          <a:p>
            <a:pPr marL="0" indent="0">
              <a:buNone/>
            </a:pPr>
            <a:r>
              <a:rPr lang="hu-HU" sz="2400" dirty="0">
                <a:latin typeface="Times New Roman" panose="02020603050405020304" pitchFamily="18" charset="0"/>
                <a:cs typeface="Times New Roman" panose="02020603050405020304" pitchFamily="18" charset="0"/>
              </a:rPr>
              <a:t>Gazdasági előnyökkel jár pl. kevesebb hirdetési költség, nagyobb hatékonyság</a:t>
            </a:r>
          </a:p>
          <a:p>
            <a:pPr marL="0" indent="0">
              <a:buNone/>
            </a:pPr>
            <a:r>
              <a:rPr lang="hu-HU" sz="2400" dirty="0">
                <a:latin typeface="Times New Roman" panose="02020603050405020304" pitchFamily="18" charset="0"/>
                <a:cs typeface="Times New Roman" panose="02020603050405020304" pitchFamily="18" charset="0"/>
              </a:rPr>
              <a:t>Hátrány pl. buborékhatás</a:t>
            </a:r>
          </a:p>
          <a:p>
            <a:endParaRPr lang="hu-HU" sz="1500" dirty="0">
              <a:latin typeface="Times New Roman" panose="02020603050405020304" pitchFamily="18" charset="0"/>
              <a:cs typeface="Times New Roman" panose="02020603050405020304" pitchFamily="18" charset="0"/>
            </a:endParaRPr>
          </a:p>
        </p:txBody>
      </p:sp>
      <p:pic>
        <p:nvPicPr>
          <p:cNvPr id="7170" name="Picture 2">
            <a:extLst>
              <a:ext uri="{FF2B5EF4-FFF2-40B4-BE49-F238E27FC236}">
                <a16:creationId xmlns:a16="http://schemas.microsoft.com/office/drawing/2014/main" id="{CC553668-DB0F-84C5-83C3-4CDDCF1BD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397" r="10400" b="2"/>
          <a:stretch/>
        </p:blipFill>
        <p:spPr bwMode="auto">
          <a:xfrm>
            <a:off x="8056658" y="208264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39381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BBB4-CC52-49A1-7030-AC7F3E61D092}"/>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6514DAC8-73D1-00B3-2E51-4EFF192C3A01}"/>
              </a:ext>
            </a:extLst>
          </p:cNvPr>
          <p:cNvSpPr>
            <a:spLocks noGrp="1"/>
          </p:cNvSpPr>
          <p:nvPr>
            <p:ph type="title"/>
          </p:nvPr>
        </p:nvSpPr>
        <p:spPr/>
        <p:txBody>
          <a:bodyPr/>
          <a:lstStyle/>
          <a:p>
            <a:r>
              <a:rPr lang="hu-HU" dirty="0">
                <a:latin typeface="Times New Roman" panose="02020603050405020304" pitchFamily="18" charset="0"/>
                <a:cs typeface="Times New Roman" panose="02020603050405020304" pitchFamily="18" charset="0"/>
              </a:rPr>
              <a:t>Az adatvédelmi jog története</a:t>
            </a:r>
          </a:p>
        </p:txBody>
      </p:sp>
      <p:sp>
        <p:nvSpPr>
          <p:cNvPr id="3" name="Tartalom helye 2">
            <a:extLst>
              <a:ext uri="{FF2B5EF4-FFF2-40B4-BE49-F238E27FC236}">
                <a16:creationId xmlns:a16="http://schemas.microsoft.com/office/drawing/2014/main" id="{9CBFE893-A42F-FD10-52FD-94DB6959FDF4}"/>
              </a:ext>
            </a:extLst>
          </p:cNvPr>
          <p:cNvSpPr>
            <a:spLocks noGrp="1"/>
          </p:cNvSpPr>
          <p:nvPr>
            <p:ph idx="1"/>
          </p:nvPr>
        </p:nvSpPr>
        <p:spPr/>
        <p:txBody>
          <a:bodyPr/>
          <a:lstStyle/>
          <a:p>
            <a:pPr marL="0" indent="0">
              <a:buNone/>
            </a:pPr>
            <a:r>
              <a:rPr lang="hu-HU" dirty="0">
                <a:latin typeface="Times New Roman" panose="02020603050405020304" pitchFamily="18" charset="0"/>
                <a:cs typeface="Times New Roman" panose="02020603050405020304" pitchFamily="18" charset="0"/>
              </a:rPr>
              <a:t>Az európai szabályozás története: </a:t>
            </a:r>
          </a:p>
          <a:p>
            <a:r>
              <a:rPr lang="hu-HU" dirty="0">
                <a:latin typeface="Times New Roman" panose="02020603050405020304" pitchFamily="18" charset="0"/>
                <a:cs typeface="Times New Roman" panose="02020603050405020304" pitchFamily="18" charset="0"/>
              </a:rPr>
              <a:t>Nemzetállami adatvédelmi szabályozás a 60-as 70-es évektől </a:t>
            </a:r>
          </a:p>
          <a:p>
            <a:r>
              <a:rPr lang="hu-HU" dirty="0">
                <a:latin typeface="Times New Roman" panose="02020603050405020304" pitchFamily="18" charset="0"/>
                <a:cs typeface="Times New Roman" panose="02020603050405020304" pitchFamily="18" charset="0"/>
              </a:rPr>
              <a:t>EU Adatvédelmi Irányelv (1995-2016)</a:t>
            </a:r>
          </a:p>
          <a:p>
            <a:r>
              <a:rPr lang="hu-HU" dirty="0">
                <a:latin typeface="Times New Roman" panose="02020603050405020304" pitchFamily="18" charset="0"/>
                <a:cs typeface="Times New Roman" panose="02020603050405020304" pitchFamily="18" charset="0"/>
              </a:rPr>
              <a:t>EU Adatvédelmi Rendelet (2016/679 Rendelet) GDPR </a:t>
            </a:r>
          </a:p>
          <a:p>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89658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0" y="2083117"/>
            <a:ext cx="10515600" cy="1325563"/>
          </a:xfrm>
        </p:spPr>
        <p:txBody>
          <a:bodyPr/>
          <a:lstStyle/>
          <a:p>
            <a:r>
              <a:rPr lang="hu-HU" dirty="0">
                <a:latin typeface="Times New Roman" panose="02020603050405020304" pitchFamily="18" charset="0"/>
                <a:cs typeface="Times New Roman" panose="02020603050405020304" pitchFamily="18" charset="0"/>
              </a:rPr>
              <a:t>Jogforrások</a:t>
            </a:r>
          </a:p>
        </p:txBody>
      </p:sp>
      <p:graphicFrame>
        <p:nvGraphicFramePr>
          <p:cNvPr id="4" name="Tartalom helye 3"/>
          <p:cNvGraphicFramePr>
            <a:graphicFrameLocks noGrp="1"/>
          </p:cNvGraphicFramePr>
          <p:nvPr>
            <p:ph sz="quarter" idx="1"/>
            <p:extLst>
              <p:ext uri="{D42A27DB-BD31-4B8C-83A1-F6EECF244321}">
                <p14:modId xmlns:p14="http://schemas.microsoft.com/office/powerpoint/2010/main" val="2042384859"/>
              </p:ext>
            </p:extLst>
          </p:nvPr>
        </p:nvGraphicFramePr>
        <p:xfrm>
          <a:off x="1287594" y="280515"/>
          <a:ext cx="10752006" cy="6256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897031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Öt éves Magyarország Alaptörvénye - Országgyűlés">
            <a:extLst>
              <a:ext uri="{FF2B5EF4-FFF2-40B4-BE49-F238E27FC236}">
                <a16:creationId xmlns:a16="http://schemas.microsoft.com/office/drawing/2014/main" id="{DF190E7C-4ADD-E5FC-2180-9139317B48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94" r="4989" b="-1"/>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7" name="Rectangle 410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ím 1"/>
          <p:cNvSpPr>
            <a:spLocks noGrp="1"/>
          </p:cNvSpPr>
          <p:nvPr>
            <p:ph type="title"/>
          </p:nvPr>
        </p:nvSpPr>
        <p:spPr>
          <a:xfrm>
            <a:off x="7531608" y="280475"/>
            <a:ext cx="4555615" cy="835025"/>
          </a:xfrm>
        </p:spPr>
        <p:txBody>
          <a:bodyPr>
            <a:normAutofit fontScale="90000"/>
          </a:bodyPr>
          <a:lstStyle/>
          <a:p>
            <a:r>
              <a:rPr lang="hu-HU" sz="4000" dirty="0">
                <a:latin typeface="Times New Roman" panose="02020603050405020304" pitchFamily="18" charset="0"/>
                <a:cs typeface="Times New Roman" panose="02020603050405020304" pitchFamily="18" charset="0"/>
              </a:rPr>
              <a:t>Adatvédelmi jog helye a jogrendszerben</a:t>
            </a:r>
          </a:p>
        </p:txBody>
      </p:sp>
      <p:sp>
        <p:nvSpPr>
          <p:cNvPr id="3" name="Tartalom helye 2"/>
          <p:cNvSpPr>
            <a:spLocks noGrp="1"/>
          </p:cNvSpPr>
          <p:nvPr>
            <p:ph idx="1"/>
          </p:nvPr>
        </p:nvSpPr>
        <p:spPr>
          <a:xfrm>
            <a:off x="7617334" y="1395975"/>
            <a:ext cx="4384165" cy="5181550"/>
          </a:xfrm>
        </p:spPr>
        <p:txBody>
          <a:bodyPr>
            <a:noAutofit/>
          </a:bodyPr>
          <a:lstStyle/>
          <a:p>
            <a:pPr>
              <a:buNone/>
            </a:pPr>
            <a:r>
              <a:rPr lang="hu-HU" sz="1800" b="1" dirty="0">
                <a:latin typeface="Times New Roman" panose="02020603050405020304" pitchFamily="18" charset="0"/>
                <a:cs typeface="Times New Roman" panose="02020603050405020304" pitchFamily="18" charset="0"/>
              </a:rPr>
              <a:t>Alaptörvény VI. cikk</a:t>
            </a:r>
          </a:p>
          <a:p>
            <a:pPr>
              <a:buNone/>
            </a:pPr>
            <a:endParaRPr lang="hu-HU" sz="1800" dirty="0">
              <a:latin typeface="Times New Roman" panose="02020603050405020304" pitchFamily="18" charset="0"/>
              <a:cs typeface="Times New Roman" panose="02020603050405020304" pitchFamily="18" charset="0"/>
            </a:endParaRPr>
          </a:p>
          <a:p>
            <a:pPr>
              <a:buNone/>
            </a:pPr>
            <a:r>
              <a:rPr lang="hu-HU" sz="1800" dirty="0">
                <a:latin typeface="Times New Roman" panose="02020603050405020304" pitchFamily="18" charset="0"/>
                <a:cs typeface="Times New Roman" panose="02020603050405020304" pitchFamily="18" charset="0"/>
              </a:rPr>
              <a:t>(1) Mindenkinek joga van ahhoz, hogy magán- és családi életét, otthonát, kapcsolattartását és jó hírnevét tiszteletben tartsák. A véleménynyilvánítás szabadsága és a gyülekezési jog gyakorlása nem járhat mások magán- és családi életének, valamint otthonának sérelmével.</a:t>
            </a:r>
          </a:p>
          <a:p>
            <a:pPr>
              <a:buNone/>
            </a:pPr>
            <a:r>
              <a:rPr lang="hu-HU" sz="1800" dirty="0">
                <a:latin typeface="Times New Roman" panose="02020603050405020304" pitchFamily="18" charset="0"/>
                <a:cs typeface="Times New Roman" panose="02020603050405020304" pitchFamily="18" charset="0"/>
              </a:rPr>
              <a:t>(2) Az állam jogi védelemben részesíti az otthon nyugalmát.</a:t>
            </a:r>
          </a:p>
          <a:p>
            <a:pPr>
              <a:buNone/>
            </a:pPr>
            <a:r>
              <a:rPr lang="hu-HU" sz="1800" b="1" u="sng" dirty="0">
                <a:latin typeface="Times New Roman" panose="02020603050405020304" pitchFamily="18" charset="0"/>
                <a:cs typeface="Times New Roman" panose="02020603050405020304" pitchFamily="18" charset="0"/>
              </a:rPr>
              <a:t>(3) Mindenkinek joga van személyes adatai védelméhez, </a:t>
            </a:r>
            <a:r>
              <a:rPr lang="hu-HU" sz="1800" dirty="0">
                <a:latin typeface="Times New Roman" panose="02020603050405020304" pitchFamily="18" charset="0"/>
                <a:cs typeface="Times New Roman" panose="02020603050405020304" pitchFamily="18" charset="0"/>
              </a:rPr>
              <a:t>valamint a közérdekű adatok megismeréséhez és terjesztéséhez.</a:t>
            </a:r>
          </a:p>
          <a:p>
            <a:pPr>
              <a:buNone/>
            </a:pPr>
            <a:r>
              <a:rPr lang="hu-HU" sz="1800" b="1" u="sng" dirty="0">
                <a:latin typeface="Times New Roman" panose="02020603050405020304" pitchFamily="18" charset="0"/>
                <a:cs typeface="Times New Roman" panose="02020603050405020304" pitchFamily="18" charset="0"/>
              </a:rPr>
              <a:t>(4) A személyes adatok védelméhez </a:t>
            </a:r>
            <a:r>
              <a:rPr lang="hu-HU" sz="1800" dirty="0">
                <a:latin typeface="Times New Roman" panose="02020603050405020304" pitchFamily="18" charset="0"/>
                <a:cs typeface="Times New Roman" panose="02020603050405020304" pitchFamily="18" charset="0"/>
              </a:rPr>
              <a:t>és a közérdekű adatok megismeréséhez </a:t>
            </a:r>
            <a:r>
              <a:rPr lang="hu-HU" sz="1800" b="1" u="sng" dirty="0">
                <a:latin typeface="Times New Roman" panose="02020603050405020304" pitchFamily="18" charset="0"/>
                <a:cs typeface="Times New Roman" panose="02020603050405020304" pitchFamily="18" charset="0"/>
              </a:rPr>
              <a:t>való jog </a:t>
            </a:r>
            <a:r>
              <a:rPr lang="hu-HU" sz="1800" dirty="0">
                <a:latin typeface="Times New Roman" panose="02020603050405020304" pitchFamily="18" charset="0"/>
                <a:cs typeface="Times New Roman" panose="02020603050405020304" pitchFamily="18" charset="0"/>
              </a:rPr>
              <a:t>érvényesülését </a:t>
            </a:r>
            <a:r>
              <a:rPr lang="hu-HU" sz="1800" b="1" u="sng" dirty="0">
                <a:latin typeface="Times New Roman" panose="02020603050405020304" pitchFamily="18" charset="0"/>
                <a:cs typeface="Times New Roman" panose="02020603050405020304" pitchFamily="18" charset="0"/>
              </a:rPr>
              <a:t>sarkalatos törvénnyel létrehozott, független hatóság ellenőrzi.</a:t>
            </a:r>
          </a:p>
        </p:txBody>
      </p:sp>
    </p:spTree>
    <p:extLst>
      <p:ext uri="{BB962C8B-B14F-4D97-AF65-F5344CB8AC3E}">
        <p14:creationId xmlns:p14="http://schemas.microsoft.com/office/powerpoint/2010/main" val="407011724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1A4734-E609-0423-B6CE-47F18342FB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4C23DFDB-B90B-BA4F-4724-432AC99A6FE6}"/>
              </a:ext>
            </a:extLst>
          </p:cNvPr>
          <p:cNvSpPr>
            <a:spLocks noGrp="1"/>
          </p:cNvSpPr>
          <p:nvPr>
            <p:ph type="title"/>
          </p:nvPr>
        </p:nvSpPr>
        <p:spPr>
          <a:xfrm>
            <a:off x="838200" y="365125"/>
            <a:ext cx="10515600" cy="1325563"/>
          </a:xfrm>
        </p:spPr>
        <p:txBody>
          <a:bodyPr>
            <a:normAutofit/>
          </a:bodyPr>
          <a:lstStyle/>
          <a:p>
            <a:r>
              <a:rPr lang="hu-HU" sz="5000">
                <a:latin typeface="Times New Roman" panose="02020603050405020304" pitchFamily="18" charset="0"/>
                <a:cs typeface="Times New Roman" panose="02020603050405020304" pitchFamily="18" charset="0"/>
              </a:rPr>
              <a:t>Adatvédelmi jog helye a jogrendszerben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a:extLst>
              <a:ext uri="{FF2B5EF4-FFF2-40B4-BE49-F238E27FC236}">
                <a16:creationId xmlns:a16="http://schemas.microsoft.com/office/drawing/2014/main" id="{F00C8951-B5AA-E2A6-FD49-153DB6DE015C}"/>
              </a:ext>
            </a:extLst>
          </p:cNvPr>
          <p:cNvSpPr>
            <a:spLocks noGrp="1"/>
          </p:cNvSpPr>
          <p:nvPr>
            <p:ph idx="1"/>
          </p:nvPr>
        </p:nvSpPr>
        <p:spPr>
          <a:xfrm>
            <a:off x="608076" y="1864070"/>
            <a:ext cx="10972800" cy="4725270"/>
          </a:xfrm>
        </p:spPr>
        <p:txBody>
          <a:bodyPr>
            <a:normAutofit lnSpcReduction="10000"/>
          </a:bodyPr>
          <a:lstStyle/>
          <a:p>
            <a:pPr>
              <a:buNone/>
            </a:pPr>
            <a:r>
              <a:rPr lang="hu-HU" sz="2200" dirty="0">
                <a:latin typeface="Times New Roman" panose="02020603050405020304" pitchFamily="18" charset="0"/>
                <a:cs typeface="Times New Roman" panose="02020603050405020304" pitchFamily="18" charset="0"/>
              </a:rPr>
              <a:t>Ptk.</a:t>
            </a:r>
          </a:p>
          <a:p>
            <a:pPr>
              <a:buNone/>
            </a:pPr>
            <a:r>
              <a:rPr lang="hu-HU" sz="2200" dirty="0">
                <a:latin typeface="Times New Roman" panose="02020603050405020304" pitchFamily="18" charset="0"/>
                <a:cs typeface="Times New Roman" panose="02020603050405020304" pitchFamily="18" charset="0"/>
              </a:rPr>
              <a:t>2:43. § [Nevesített személyiségi jogok]</a:t>
            </a:r>
          </a:p>
          <a:p>
            <a:pPr>
              <a:buNone/>
            </a:pPr>
            <a:r>
              <a:rPr lang="hu-HU" sz="2200" dirty="0">
                <a:latin typeface="Times New Roman" panose="02020603050405020304" pitchFamily="18" charset="0"/>
                <a:cs typeface="Times New Roman" panose="02020603050405020304" pitchFamily="18" charset="0"/>
              </a:rPr>
              <a:t>A személyiségi jogok sérelmét jelenti különösen </a:t>
            </a:r>
          </a:p>
          <a:p>
            <a:pPr marL="342900" indent="-342900">
              <a:buAutoNum type="alphaLcParenR"/>
            </a:pPr>
            <a:r>
              <a:rPr lang="hu-HU" sz="2200" dirty="0">
                <a:latin typeface="Times New Roman" panose="02020603050405020304" pitchFamily="18" charset="0"/>
                <a:cs typeface="Times New Roman" panose="02020603050405020304" pitchFamily="18" charset="0"/>
              </a:rPr>
              <a:t>az élet, a testi épség és az egészség megsértése; </a:t>
            </a:r>
          </a:p>
          <a:p>
            <a:pPr marL="342900" indent="-342900">
              <a:buAutoNum type="alphaLcParenR"/>
            </a:pPr>
            <a:r>
              <a:rPr lang="hu-HU" sz="2200" dirty="0">
                <a:latin typeface="Times New Roman" panose="02020603050405020304" pitchFamily="18" charset="0"/>
                <a:cs typeface="Times New Roman" panose="02020603050405020304" pitchFamily="18" charset="0"/>
              </a:rPr>
              <a:t>a személyes szabadság, a magánélet, a magánlakás megsértése; </a:t>
            </a:r>
          </a:p>
          <a:p>
            <a:pPr marL="342900" indent="-342900">
              <a:buAutoNum type="alphaLcParenR"/>
            </a:pPr>
            <a:r>
              <a:rPr lang="hu-HU" sz="2200" dirty="0">
                <a:latin typeface="Times New Roman" panose="02020603050405020304" pitchFamily="18" charset="0"/>
                <a:cs typeface="Times New Roman" panose="02020603050405020304" pitchFamily="18" charset="0"/>
              </a:rPr>
              <a:t>a személy hátrányos megkülönböztetése; </a:t>
            </a:r>
          </a:p>
          <a:p>
            <a:pPr marL="342900" indent="-342900">
              <a:buAutoNum type="alphaLcParenR"/>
            </a:pPr>
            <a:r>
              <a:rPr lang="hu-HU" sz="2200" dirty="0">
                <a:latin typeface="Times New Roman" panose="02020603050405020304" pitchFamily="18" charset="0"/>
                <a:cs typeface="Times New Roman" panose="02020603050405020304" pitchFamily="18" charset="0"/>
              </a:rPr>
              <a:t>a becsület és a jóhírnév megsértése; </a:t>
            </a:r>
          </a:p>
          <a:p>
            <a:pPr marL="342900" indent="-342900">
              <a:buAutoNum type="alphaLcParenR"/>
            </a:pPr>
            <a:r>
              <a:rPr lang="hu-HU" sz="2200" b="1" dirty="0">
                <a:latin typeface="Times New Roman" panose="02020603050405020304" pitchFamily="18" charset="0"/>
                <a:cs typeface="Times New Roman" panose="02020603050405020304" pitchFamily="18" charset="0"/>
              </a:rPr>
              <a:t>a magántitokhoz és a személyes adatok védelméhez való jog megsértése; </a:t>
            </a:r>
          </a:p>
          <a:p>
            <a:pPr marL="342900" indent="-342900">
              <a:buAutoNum type="alphaLcParenR"/>
            </a:pPr>
            <a:r>
              <a:rPr lang="hu-HU" sz="2200" dirty="0">
                <a:latin typeface="Times New Roman" panose="02020603050405020304" pitchFamily="18" charset="0"/>
                <a:cs typeface="Times New Roman" panose="02020603050405020304" pitchFamily="18" charset="0"/>
              </a:rPr>
              <a:t>a névviseléshez való jog megsértése; </a:t>
            </a:r>
          </a:p>
          <a:p>
            <a:pPr marL="342900" indent="-342900">
              <a:buAutoNum type="alphaLcParenR"/>
            </a:pPr>
            <a:r>
              <a:rPr lang="hu-HU" sz="2200" dirty="0">
                <a:latin typeface="Times New Roman" panose="02020603050405020304" pitchFamily="18" charset="0"/>
                <a:cs typeface="Times New Roman" panose="02020603050405020304" pitchFamily="18" charset="0"/>
              </a:rPr>
              <a:t>a képmáshoz és a hangfelvételhez való jog megsértése.</a:t>
            </a:r>
          </a:p>
          <a:p>
            <a:pPr marL="342900" indent="-342900">
              <a:buAutoNum type="alphaLcParenR"/>
            </a:pPr>
            <a:endParaRPr lang="hu-HU" sz="2200" u="sng" dirty="0">
              <a:latin typeface="Times New Roman" panose="02020603050405020304" pitchFamily="18" charset="0"/>
              <a:cs typeface="Times New Roman" panose="02020603050405020304" pitchFamily="18" charset="0"/>
            </a:endParaRPr>
          </a:p>
          <a:p>
            <a:pPr marL="0" indent="0">
              <a:buNone/>
            </a:pPr>
            <a:r>
              <a:rPr lang="hu-HU" sz="2200" dirty="0">
                <a:latin typeface="Times New Roman" panose="02020603050405020304" pitchFamily="18" charset="0"/>
                <a:cs typeface="Times New Roman" panose="02020603050405020304" pitchFamily="18" charset="0"/>
              </a:rPr>
              <a:t>Szankció </a:t>
            </a:r>
            <a:r>
              <a:rPr lang="hu-HU" sz="2200" dirty="0" err="1">
                <a:latin typeface="Times New Roman" panose="02020603050405020304" pitchFamily="18" charset="0"/>
                <a:cs typeface="Times New Roman" panose="02020603050405020304" pitchFamily="18" charset="0"/>
              </a:rPr>
              <a:t>pl</a:t>
            </a:r>
            <a:r>
              <a:rPr lang="hu-HU" sz="2200" dirty="0">
                <a:latin typeface="Times New Roman" panose="02020603050405020304" pitchFamily="18" charset="0"/>
                <a:cs typeface="Times New Roman" panose="02020603050405020304" pitchFamily="18" charset="0"/>
              </a:rPr>
              <a:t>: jogsértés abbahagyása, megfelelő elégtétel, sérelemdíj</a:t>
            </a:r>
          </a:p>
        </p:txBody>
      </p:sp>
    </p:spTree>
    <p:extLst>
      <p:ext uri="{BB962C8B-B14F-4D97-AF65-F5344CB8AC3E}">
        <p14:creationId xmlns:p14="http://schemas.microsoft.com/office/powerpoint/2010/main" val="316423150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AA3F59-EE6D-AD81-FAB1-7EB772808B9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24509499-4B0C-2804-39A1-5D3AF9E94F8D}"/>
              </a:ext>
            </a:extLst>
          </p:cNvPr>
          <p:cNvSpPr>
            <a:spLocks noGrp="1"/>
          </p:cNvSpPr>
          <p:nvPr>
            <p:ph type="title"/>
          </p:nvPr>
        </p:nvSpPr>
        <p:spPr>
          <a:xfrm>
            <a:off x="1371599" y="294538"/>
            <a:ext cx="9895951" cy="1033669"/>
          </a:xfrm>
        </p:spPr>
        <p:txBody>
          <a:bodyPr>
            <a:normAutofit/>
          </a:bodyPr>
          <a:lstStyle/>
          <a:p>
            <a:r>
              <a:rPr lang="hu-HU" sz="4000">
                <a:solidFill>
                  <a:srgbClr val="FFFFFF"/>
                </a:solidFill>
                <a:latin typeface="Times New Roman" panose="02020603050405020304" pitchFamily="18" charset="0"/>
                <a:cs typeface="Times New Roman" panose="02020603050405020304" pitchFamily="18" charset="0"/>
              </a:rPr>
              <a:t>Adatvédelmi jog helye a jogrendszerben</a:t>
            </a:r>
          </a:p>
        </p:txBody>
      </p:sp>
      <p:sp>
        <p:nvSpPr>
          <p:cNvPr id="3" name="Tartalom helye 2">
            <a:extLst>
              <a:ext uri="{FF2B5EF4-FFF2-40B4-BE49-F238E27FC236}">
                <a16:creationId xmlns:a16="http://schemas.microsoft.com/office/drawing/2014/main" id="{8B4B28A1-02AE-B6EC-B15A-61B5C8C2BE29}"/>
              </a:ext>
            </a:extLst>
          </p:cNvPr>
          <p:cNvSpPr>
            <a:spLocks noGrp="1"/>
          </p:cNvSpPr>
          <p:nvPr>
            <p:ph idx="1"/>
          </p:nvPr>
        </p:nvSpPr>
        <p:spPr>
          <a:xfrm>
            <a:off x="121898" y="1885278"/>
            <a:ext cx="11732645" cy="4678183"/>
          </a:xfrm>
        </p:spPr>
        <p:txBody>
          <a:bodyPr anchor="ctr">
            <a:noAutofit/>
          </a:bodyPr>
          <a:lstStyle/>
          <a:p>
            <a:pPr marL="0" indent="0" rtl="0" eaLnBrk="1" latinLnBrk="0" hangingPunct="1">
              <a:spcBef>
                <a:spcPts val="408"/>
              </a:spcBef>
              <a:spcAft>
                <a:spcPts val="600"/>
              </a:spcAft>
              <a:buNone/>
            </a:pP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Btk.</a:t>
            </a:r>
          </a:p>
          <a:p>
            <a:pPr marL="0" indent="0" rtl="0" eaLnBrk="1" latinLnBrk="0" hangingPunct="1">
              <a:spcBef>
                <a:spcPts val="408"/>
              </a:spcBef>
              <a:spcAft>
                <a:spcPts val="600"/>
              </a:spcAft>
              <a:buNone/>
            </a:pP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Személyes adattal visszaélés 219. §</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(1) *  Aki a személyes adatok védelméről vagy kezeléséről szóló törvényi vagy az Európai Unió kötelező jogi aktusában meghatározott rendelkezések megszegésével haszonszerzési célból vagy jelentős érdeksérelmet okozva </a:t>
            </a:r>
            <a:b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b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a) </a:t>
            </a: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jogosulatlanul vagy a céltól eltérően személyes adatot kezel</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vagy </a:t>
            </a:r>
            <a:b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b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b) az adatok </a:t>
            </a: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biztonságát szolgáló intézkedést elmulasztja</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vétség miatt egy </a:t>
            </a: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évig</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terjedő szabadságvesztéssel büntetendő.</a:t>
            </a:r>
            <a:b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br>
            <a:b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b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Közérdekű adattal visszaélés 220. § </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(1) Aki a közérdekű adatok nyilvánosságáról szóló törvényi rendelkezések megszegésével</a:t>
            </a:r>
            <a:b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b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a) </a:t>
            </a: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közérdekű adatot az adatigénylő elől eltitkol, </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vagy azt követően, hogy a bíróság jogerősen a közérdekű adat közlésére kötelezte, tájékoztatási kötelezettségének nem tesz eleget, </a:t>
            </a:r>
            <a:b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b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b) közérdekű adatot </a:t>
            </a: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hozzáférhetetlenné tesz vagy meghamisít</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illetve </a:t>
            </a:r>
            <a:b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b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c) </a:t>
            </a: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hamis vagy hamisított közérdekű adatot hozzáférhetővé </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vagy közzé tesz, vétség miatt </a:t>
            </a:r>
            <a:r>
              <a:rPr lang="hu-HU" sz="22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két évig </a:t>
            </a:r>
            <a:r>
              <a:rPr lang="hu-HU" sz="22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terjedő szabadságvesztéssel büntetendő.</a:t>
            </a:r>
            <a:endParaRPr lang="hu-HU" sz="22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079878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Rectangle 2067">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2604692" y="81769"/>
            <a:ext cx="9518078" cy="563359"/>
          </a:xfrm>
        </p:spPr>
        <p:txBody>
          <a:bodyPr vert="horz" lIns="91440" tIns="45720" rIns="91440" bIns="45720" rtlCol="0" anchor="b">
            <a:normAutofit fontScale="90000"/>
          </a:bodyPr>
          <a:lstStyle/>
          <a:p>
            <a:pPr algn="ctr"/>
            <a:r>
              <a:rPr lang="en-US" sz="3600" kern="1200" dirty="0">
                <a:latin typeface="+mj-lt"/>
                <a:ea typeface="+mj-ea"/>
                <a:cs typeface="+mj-cs"/>
              </a:rPr>
              <a:t>GDPR </a:t>
            </a:r>
            <a:r>
              <a:rPr lang="en-US" sz="3600" kern="1200" dirty="0" err="1">
                <a:latin typeface="+mj-lt"/>
                <a:ea typeface="+mj-ea"/>
                <a:cs typeface="+mj-cs"/>
              </a:rPr>
              <a:t>jelentősége</a:t>
            </a:r>
            <a:r>
              <a:rPr lang="en-US" sz="3600" kern="1200" dirty="0">
                <a:latin typeface="+mj-lt"/>
                <a:ea typeface="+mj-ea"/>
                <a:cs typeface="+mj-cs"/>
              </a:rPr>
              <a:t> </a:t>
            </a:r>
          </a:p>
        </p:txBody>
      </p:sp>
      <p:grpSp>
        <p:nvGrpSpPr>
          <p:cNvPr id="2070" name="Group 2069">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2071" name="Freeform: Shape 2070">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2" name="Freeform: Shape 2071">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3" name="Freeform: Shape 2072">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4" name="Freeform: Shape 2073">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4" name="Picture 6" descr="Felkészülés a GDPR-ra">
            <a:extLst>
              <a:ext uri="{FF2B5EF4-FFF2-40B4-BE49-F238E27FC236}">
                <a16:creationId xmlns:a16="http://schemas.microsoft.com/office/drawing/2014/main" id="{9C4B1CFC-B7BB-E374-98CA-F1A82A1441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867" r="5781" b="2"/>
          <a:stretch/>
        </p:blipFill>
        <p:spPr bwMode="auto">
          <a:xfrm>
            <a:off x="-305" y="2779991"/>
            <a:ext cx="3925000" cy="2783722"/>
          </a:xfrm>
          <a:prstGeom prst="rect">
            <a:avLst/>
          </a:prstGeom>
          <a:noFill/>
          <a:extLst>
            <a:ext uri="{909E8E84-426E-40DD-AFC4-6F175D3DCCD1}">
              <a14:hiddenFill xmlns:a14="http://schemas.microsoft.com/office/drawing/2010/main">
                <a:solidFill>
                  <a:srgbClr val="FFFFFF"/>
                </a:solidFill>
              </a14:hiddenFill>
            </a:ext>
          </a:extLst>
        </p:spPr>
      </p:pic>
      <p:sp>
        <p:nvSpPr>
          <p:cNvPr id="3" name="Téglalap 2"/>
          <p:cNvSpPr/>
          <p:nvPr/>
        </p:nvSpPr>
        <p:spPr>
          <a:xfrm>
            <a:off x="3530716" y="1016000"/>
            <a:ext cx="8592054" cy="5841479"/>
          </a:xfrm>
          <a:prstGeom prst="rect">
            <a:avLst/>
          </a:prstGeom>
        </p:spPr>
        <p:txBody>
          <a:bodyPr vert="horz" lIns="91440" tIns="45720" rIns="91440" bIns="45720" rtlCol="0" anchor="ctr">
            <a:noAutofit/>
          </a:bodyPr>
          <a:lstStyle/>
          <a:p>
            <a:pPr marL="342900" lvl="0" indent="-228600">
              <a:lnSpc>
                <a:spcPct val="90000"/>
              </a:lnSpc>
              <a:spcAft>
                <a:spcPts val="800"/>
              </a:spcAft>
              <a:buFont typeface="Arial" panose="020B0604020202020204" pitchFamily="34" charset="0"/>
              <a:buChar char="•"/>
              <a:tabLst>
                <a:tab pos="457200" algn="l"/>
              </a:tabLst>
            </a:pPr>
            <a:r>
              <a:rPr lang="en-US" sz="2000" dirty="0"/>
              <a:t>a </a:t>
            </a:r>
            <a:r>
              <a:rPr lang="en-US" sz="2000" dirty="0" err="1"/>
              <a:t>rendelet</a:t>
            </a:r>
            <a:r>
              <a:rPr lang="en-US" sz="2000" dirty="0"/>
              <a:t> </a:t>
            </a:r>
            <a:r>
              <a:rPr lang="en-US" sz="2000" dirty="0" err="1"/>
              <a:t>közvetlen</a:t>
            </a:r>
            <a:r>
              <a:rPr lang="en-US" sz="2000" dirty="0"/>
              <a:t> </a:t>
            </a:r>
            <a:r>
              <a:rPr lang="en-US" sz="2000" dirty="0" err="1"/>
              <a:t>hatállyal</a:t>
            </a:r>
            <a:r>
              <a:rPr lang="en-US" sz="2000" dirty="0"/>
              <a:t> </a:t>
            </a:r>
            <a:r>
              <a:rPr lang="en-US" sz="2000" dirty="0" err="1"/>
              <a:t>alkalmazandó</a:t>
            </a:r>
            <a:r>
              <a:rPr lang="en-US" sz="2000" dirty="0"/>
              <a:t> </a:t>
            </a:r>
            <a:r>
              <a:rPr lang="en-US" sz="2000" dirty="0" err="1"/>
              <a:t>szemben</a:t>
            </a:r>
            <a:r>
              <a:rPr lang="en-US" sz="2000" dirty="0"/>
              <a:t> a </a:t>
            </a:r>
            <a:r>
              <a:rPr lang="en-US" sz="2000" dirty="0" err="1"/>
              <a:t>korábbi</a:t>
            </a:r>
            <a:r>
              <a:rPr lang="en-US" sz="2000" dirty="0"/>
              <a:t> EU </a:t>
            </a:r>
            <a:r>
              <a:rPr lang="en-US" sz="2000" dirty="0" err="1"/>
              <a:t>Irányelvvel</a:t>
            </a:r>
            <a:r>
              <a:rPr lang="en-US" sz="2000" dirty="0"/>
              <a:t>, </a:t>
            </a:r>
            <a:r>
              <a:rPr lang="en-US" sz="2000" dirty="0" err="1"/>
              <a:t>ami</a:t>
            </a:r>
            <a:r>
              <a:rPr lang="en-US" sz="2000" dirty="0"/>
              <a:t> </a:t>
            </a:r>
            <a:r>
              <a:rPr lang="en-US" sz="2000" dirty="0" err="1"/>
              <a:t>implementációt</a:t>
            </a:r>
            <a:r>
              <a:rPr lang="en-US" sz="2000" dirty="0"/>
              <a:t>, </a:t>
            </a:r>
            <a:r>
              <a:rPr lang="en-US" sz="2000" dirty="0" err="1"/>
              <a:t>tagállami</a:t>
            </a:r>
            <a:r>
              <a:rPr lang="en-US" sz="2000" dirty="0"/>
              <a:t> </a:t>
            </a:r>
            <a:r>
              <a:rPr lang="en-US" sz="2000" dirty="0" err="1"/>
              <a:t>jogba</a:t>
            </a:r>
            <a:r>
              <a:rPr lang="en-US" sz="2000" dirty="0"/>
              <a:t> </a:t>
            </a:r>
            <a:r>
              <a:rPr lang="en-US" sz="2000" dirty="0" err="1"/>
              <a:t>való</a:t>
            </a:r>
            <a:r>
              <a:rPr lang="en-US" sz="2000" dirty="0"/>
              <a:t> </a:t>
            </a:r>
            <a:r>
              <a:rPr lang="en-US" sz="2000" dirty="0" err="1"/>
              <a:t>átültetést</a:t>
            </a:r>
            <a:r>
              <a:rPr lang="en-US" sz="2000" dirty="0"/>
              <a:t> </a:t>
            </a:r>
            <a:r>
              <a:rPr lang="en-US" sz="2000" dirty="0" err="1"/>
              <a:t>igényelt</a:t>
            </a:r>
            <a:endParaRPr lang="en-US" sz="2000" dirty="0">
              <a:effectLst/>
            </a:endParaRPr>
          </a:p>
          <a:p>
            <a:pPr marL="342900" lvl="0" indent="-228600">
              <a:lnSpc>
                <a:spcPct val="90000"/>
              </a:lnSpc>
              <a:spcAft>
                <a:spcPts val="800"/>
              </a:spcAft>
              <a:buFont typeface="Arial" panose="020B0604020202020204" pitchFamily="34" charset="0"/>
              <a:buChar char="•"/>
              <a:tabLst>
                <a:tab pos="457200" algn="l"/>
              </a:tabLst>
            </a:pPr>
            <a:r>
              <a:rPr lang="en-US" sz="2000" dirty="0" err="1"/>
              <a:t>extraterritoriális</a:t>
            </a:r>
            <a:r>
              <a:rPr lang="en-US" sz="2000" dirty="0"/>
              <a:t> </a:t>
            </a:r>
            <a:r>
              <a:rPr lang="en-US" sz="2000" dirty="0" err="1"/>
              <a:t>hatály</a:t>
            </a:r>
            <a:endParaRPr lang="en-US" sz="2000" dirty="0"/>
          </a:p>
          <a:p>
            <a:pPr marL="742950" lvl="1" indent="-228600">
              <a:lnSpc>
                <a:spcPct val="90000"/>
              </a:lnSpc>
              <a:buFont typeface="Arial" panose="020B0604020202020204" pitchFamily="34" charset="0"/>
              <a:buChar char="•"/>
            </a:pPr>
            <a:r>
              <a:rPr lang="en-US" sz="2000" dirty="0" err="1"/>
              <a:t>az</a:t>
            </a:r>
            <a:r>
              <a:rPr lang="en-US" sz="2000" dirty="0"/>
              <a:t> </a:t>
            </a:r>
            <a:r>
              <a:rPr lang="en-US" sz="2000" dirty="0" err="1"/>
              <a:t>adatkezelő</a:t>
            </a:r>
            <a:r>
              <a:rPr lang="en-US" sz="2000" dirty="0"/>
              <a:t> </a:t>
            </a:r>
            <a:r>
              <a:rPr lang="en-US" sz="2000" dirty="0" err="1"/>
              <a:t>valamely</a:t>
            </a:r>
            <a:r>
              <a:rPr lang="en-US" sz="2000" dirty="0"/>
              <a:t> </a:t>
            </a:r>
            <a:r>
              <a:rPr lang="en-US" sz="2000" dirty="0" err="1"/>
              <a:t>uniós</a:t>
            </a:r>
            <a:r>
              <a:rPr lang="en-US" sz="2000" dirty="0"/>
              <a:t> </a:t>
            </a:r>
            <a:r>
              <a:rPr lang="en-US" sz="2000" dirty="0" err="1"/>
              <a:t>országban</a:t>
            </a:r>
            <a:r>
              <a:rPr lang="en-US" sz="2000" dirty="0"/>
              <a:t> </a:t>
            </a:r>
            <a:r>
              <a:rPr lang="en-US" sz="2000" dirty="0" err="1"/>
              <a:t>lévő</a:t>
            </a:r>
            <a:r>
              <a:rPr lang="en-US" sz="2000" dirty="0"/>
              <a:t> </a:t>
            </a:r>
            <a:r>
              <a:rPr lang="en-US" sz="2000" dirty="0" err="1"/>
              <a:t>szervezet</a:t>
            </a:r>
            <a:r>
              <a:rPr lang="en-US" sz="2000" dirty="0"/>
              <a:t>, </a:t>
            </a:r>
            <a:r>
              <a:rPr lang="en-US" sz="2000" dirty="0" err="1"/>
              <a:t>fiókja</a:t>
            </a:r>
            <a:r>
              <a:rPr lang="en-US" sz="2000" dirty="0"/>
              <a:t> </a:t>
            </a:r>
            <a:r>
              <a:rPr lang="en-US" sz="2000" dirty="0" err="1"/>
              <a:t>tevékenységének</a:t>
            </a:r>
            <a:r>
              <a:rPr lang="en-US" sz="2000" dirty="0"/>
              <a:t> </a:t>
            </a:r>
            <a:r>
              <a:rPr lang="en-US" sz="2000" dirty="0" err="1"/>
              <a:t>részeként</a:t>
            </a:r>
            <a:r>
              <a:rPr lang="en-US" sz="2000" dirty="0"/>
              <a:t> </a:t>
            </a:r>
            <a:r>
              <a:rPr lang="en-US" sz="2000" dirty="0" err="1"/>
              <a:t>személyes</a:t>
            </a:r>
            <a:r>
              <a:rPr lang="en-US" sz="2000" dirty="0"/>
              <a:t> </a:t>
            </a:r>
            <a:r>
              <a:rPr lang="en-US" sz="2000" dirty="0" err="1"/>
              <a:t>adatokat</a:t>
            </a:r>
            <a:r>
              <a:rPr lang="en-US" sz="2000" dirty="0"/>
              <a:t> </a:t>
            </a:r>
            <a:r>
              <a:rPr lang="en-US" sz="2000" dirty="0" err="1"/>
              <a:t>kezel</a:t>
            </a:r>
            <a:r>
              <a:rPr lang="en-US" sz="2000" dirty="0"/>
              <a:t>, </a:t>
            </a:r>
            <a:r>
              <a:rPr lang="en-US" sz="2000" dirty="0" err="1"/>
              <a:t>függetlenül</a:t>
            </a:r>
            <a:r>
              <a:rPr lang="en-US" sz="2000" dirty="0"/>
              <a:t> </a:t>
            </a:r>
            <a:r>
              <a:rPr lang="en-US" sz="2000" dirty="0" err="1"/>
              <a:t>az</a:t>
            </a:r>
            <a:r>
              <a:rPr lang="en-US" sz="2000" dirty="0"/>
              <a:t> </a:t>
            </a:r>
            <a:r>
              <a:rPr lang="en-US" sz="2000" dirty="0" err="1"/>
              <a:t>adatok</a:t>
            </a:r>
            <a:r>
              <a:rPr lang="en-US" sz="2000" dirty="0"/>
              <a:t> </a:t>
            </a:r>
            <a:r>
              <a:rPr lang="en-US" sz="2000" dirty="0" err="1"/>
              <a:t>kezelési</a:t>
            </a:r>
            <a:r>
              <a:rPr lang="en-US" sz="2000" dirty="0"/>
              <a:t> </a:t>
            </a:r>
            <a:r>
              <a:rPr lang="en-US" sz="2000" dirty="0" err="1"/>
              <a:t>helyétől</a:t>
            </a:r>
            <a:r>
              <a:rPr lang="en-US" sz="2000" dirty="0"/>
              <a:t>; </a:t>
            </a:r>
            <a:r>
              <a:rPr lang="en-US" sz="2000" dirty="0" err="1"/>
              <a:t>vagy</a:t>
            </a:r>
            <a:endParaRPr lang="en-US" sz="2000" dirty="0"/>
          </a:p>
          <a:p>
            <a:pPr marL="742950" lvl="1" indent="-228600">
              <a:lnSpc>
                <a:spcPct val="90000"/>
              </a:lnSpc>
              <a:buFont typeface="Arial" panose="020B0604020202020204" pitchFamily="34" charset="0"/>
              <a:buChar char="•"/>
            </a:pPr>
            <a:endParaRPr lang="en-US" sz="2000" dirty="0"/>
          </a:p>
          <a:p>
            <a:pPr marL="742950" lvl="1" indent="-228600">
              <a:lnSpc>
                <a:spcPct val="90000"/>
              </a:lnSpc>
              <a:buFont typeface="Arial" panose="020B0604020202020204" pitchFamily="34" charset="0"/>
              <a:buChar char="•"/>
            </a:pPr>
            <a:r>
              <a:rPr lang="en-US" sz="2000" dirty="0" err="1"/>
              <a:t>az</a:t>
            </a:r>
            <a:r>
              <a:rPr lang="en-US" sz="2000" dirty="0"/>
              <a:t> </a:t>
            </a:r>
            <a:r>
              <a:rPr lang="en-US" sz="2000" dirty="0" err="1"/>
              <a:t>adatkezelő</a:t>
            </a:r>
            <a:r>
              <a:rPr lang="en-US" sz="2000" dirty="0"/>
              <a:t> </a:t>
            </a:r>
            <a:r>
              <a:rPr lang="en-US" sz="2000" dirty="0" err="1"/>
              <a:t>székhelye</a:t>
            </a:r>
            <a:r>
              <a:rPr lang="en-US" sz="2000" dirty="0"/>
              <a:t> </a:t>
            </a:r>
            <a:r>
              <a:rPr lang="en-US" sz="2000" dirty="0" err="1"/>
              <a:t>az</a:t>
            </a:r>
            <a:r>
              <a:rPr lang="en-US" sz="2000" dirty="0"/>
              <a:t> EU-n </a:t>
            </a:r>
            <a:r>
              <a:rPr lang="en-US" sz="2000" dirty="0" err="1"/>
              <a:t>kívül</a:t>
            </a:r>
            <a:r>
              <a:rPr lang="en-US" sz="2000" dirty="0"/>
              <a:t> van </a:t>
            </a:r>
            <a:r>
              <a:rPr lang="en-US" sz="2000" dirty="0" err="1"/>
              <a:t>és</a:t>
            </a:r>
            <a:r>
              <a:rPr lang="en-US" sz="2000" dirty="0"/>
              <a:t> (</a:t>
            </a:r>
            <a:r>
              <a:rPr lang="en-US" sz="2000" dirty="0" err="1"/>
              <a:t>fizetős</a:t>
            </a:r>
            <a:r>
              <a:rPr lang="en-US" sz="2000" dirty="0"/>
              <a:t> </a:t>
            </a:r>
            <a:r>
              <a:rPr lang="en-US" sz="2000" dirty="0" err="1"/>
              <a:t>vagy</a:t>
            </a:r>
            <a:r>
              <a:rPr lang="en-US" sz="2000" dirty="0"/>
              <a:t> </a:t>
            </a:r>
            <a:r>
              <a:rPr lang="en-US" sz="2000" dirty="0" err="1"/>
              <a:t>ingyenes</a:t>
            </a:r>
            <a:r>
              <a:rPr lang="en-US" sz="2000" dirty="0"/>
              <a:t>) </a:t>
            </a:r>
            <a:r>
              <a:rPr lang="en-US" sz="2000" dirty="0" err="1"/>
              <a:t>árukat</a:t>
            </a:r>
            <a:r>
              <a:rPr lang="en-US" sz="2000" dirty="0"/>
              <a:t> </a:t>
            </a:r>
            <a:r>
              <a:rPr lang="en-US" sz="2000" dirty="0" err="1"/>
              <a:t>vagy</a:t>
            </a:r>
            <a:r>
              <a:rPr lang="en-US" sz="2000" dirty="0"/>
              <a:t> </a:t>
            </a:r>
            <a:r>
              <a:rPr lang="en-US" sz="2000" dirty="0" err="1"/>
              <a:t>szolgáltatásokat</a:t>
            </a:r>
            <a:r>
              <a:rPr lang="en-US" sz="2000" dirty="0"/>
              <a:t> </a:t>
            </a:r>
            <a:r>
              <a:rPr lang="en-US" sz="2000" dirty="0" err="1"/>
              <a:t>kínál</a:t>
            </a:r>
            <a:r>
              <a:rPr lang="en-US" sz="2000" dirty="0"/>
              <a:t>, </a:t>
            </a:r>
            <a:r>
              <a:rPr lang="en-US" sz="2000" dirty="0" err="1"/>
              <a:t>vagy</a:t>
            </a:r>
            <a:r>
              <a:rPr lang="en-US" sz="2000" dirty="0"/>
              <a:t> </a:t>
            </a:r>
            <a:r>
              <a:rPr lang="en-US" sz="2000" dirty="0" err="1"/>
              <a:t>magánszemélyek</a:t>
            </a:r>
            <a:r>
              <a:rPr lang="en-US" sz="2000" dirty="0"/>
              <a:t> </a:t>
            </a:r>
            <a:r>
              <a:rPr lang="en-US" sz="2000" dirty="0" err="1"/>
              <a:t>viselkedését</a:t>
            </a:r>
            <a:r>
              <a:rPr lang="en-US" sz="2000" dirty="0"/>
              <a:t> </a:t>
            </a:r>
            <a:r>
              <a:rPr lang="en-US" sz="2000" dirty="0" err="1"/>
              <a:t>követi</a:t>
            </a:r>
            <a:r>
              <a:rPr lang="en-US" sz="2000" dirty="0"/>
              <a:t> </a:t>
            </a:r>
            <a:r>
              <a:rPr lang="en-US" sz="2000" dirty="0" err="1"/>
              <a:t>nyomon</a:t>
            </a:r>
            <a:r>
              <a:rPr lang="en-US" sz="2000" dirty="0"/>
              <a:t> </a:t>
            </a:r>
            <a:r>
              <a:rPr lang="en-US" sz="2000" dirty="0" err="1"/>
              <a:t>az</a:t>
            </a:r>
            <a:r>
              <a:rPr lang="en-US" sz="2000" dirty="0"/>
              <a:t> EU-ban.</a:t>
            </a:r>
          </a:p>
          <a:p>
            <a:pPr marL="285750" lvl="0" indent="-228600">
              <a:lnSpc>
                <a:spcPct val="90000"/>
              </a:lnSpc>
              <a:buFont typeface="Arial" panose="020B0604020202020204" pitchFamily="34" charset="0"/>
              <a:buChar char="•"/>
            </a:pPr>
            <a:r>
              <a:rPr lang="en-US" sz="2000" b="1" dirty="0" err="1"/>
              <a:t>erősebb</a:t>
            </a:r>
            <a:r>
              <a:rPr lang="en-US" sz="2000" b="1" dirty="0"/>
              <a:t> </a:t>
            </a:r>
            <a:r>
              <a:rPr lang="en-US" sz="2000" b="1" dirty="0" err="1"/>
              <a:t>jogokat</a:t>
            </a:r>
            <a:r>
              <a:rPr lang="en-US" sz="2000" dirty="0"/>
              <a:t> </a:t>
            </a:r>
            <a:r>
              <a:rPr lang="en-US" sz="2000" dirty="0" err="1"/>
              <a:t>biztosít</a:t>
            </a:r>
            <a:r>
              <a:rPr lang="en-US" sz="2000" dirty="0"/>
              <a:t> </a:t>
            </a:r>
            <a:r>
              <a:rPr lang="en-US" sz="2000" dirty="0" err="1"/>
              <a:t>az</a:t>
            </a:r>
            <a:r>
              <a:rPr lang="en-US" sz="2000" dirty="0"/>
              <a:t> </a:t>
            </a:r>
            <a:r>
              <a:rPr lang="en-US" sz="2000" dirty="0" err="1"/>
              <a:t>érintetteknek</a:t>
            </a:r>
            <a:endParaRPr lang="en-US" sz="2000" dirty="0"/>
          </a:p>
          <a:p>
            <a:pPr marL="285750" lvl="0" indent="-228600">
              <a:lnSpc>
                <a:spcPct val="90000"/>
              </a:lnSpc>
              <a:buFont typeface="Arial" panose="020B0604020202020204" pitchFamily="34" charset="0"/>
              <a:buChar char="•"/>
            </a:pPr>
            <a:endParaRPr lang="en-US" sz="2000" dirty="0"/>
          </a:p>
          <a:p>
            <a:pPr marL="285750" lvl="0" indent="-228600">
              <a:lnSpc>
                <a:spcPct val="90000"/>
              </a:lnSpc>
              <a:buFont typeface="Arial" panose="020B0604020202020204" pitchFamily="34" charset="0"/>
              <a:buChar char="•"/>
            </a:pPr>
            <a:r>
              <a:rPr lang="en-US" sz="2000" dirty="0" err="1"/>
              <a:t>jelentősen</a:t>
            </a:r>
            <a:r>
              <a:rPr lang="en-US" sz="2000" dirty="0"/>
              <a:t> </a:t>
            </a:r>
            <a:r>
              <a:rPr lang="en-US" sz="2000" dirty="0" err="1"/>
              <a:t>növeli</a:t>
            </a:r>
            <a:r>
              <a:rPr lang="en-US" sz="2000" b="1" dirty="0"/>
              <a:t> </a:t>
            </a:r>
            <a:r>
              <a:rPr lang="en-US" sz="2000" b="1" dirty="0" err="1"/>
              <a:t>az</a:t>
            </a:r>
            <a:r>
              <a:rPr lang="en-US" sz="2000" b="1" dirty="0"/>
              <a:t> </a:t>
            </a:r>
            <a:r>
              <a:rPr lang="en-US" sz="2000" b="1" dirty="0" err="1"/>
              <a:t>átláthatóságot</a:t>
            </a:r>
            <a:r>
              <a:rPr lang="en-US" sz="2000" b="1" dirty="0"/>
              <a:t>, </a:t>
            </a:r>
            <a:r>
              <a:rPr lang="en-US" sz="2000" b="1" dirty="0" err="1"/>
              <a:t>elszámoltathatóságot</a:t>
            </a:r>
            <a:r>
              <a:rPr lang="en-US" sz="2000" dirty="0"/>
              <a:t> pl. </a:t>
            </a:r>
            <a:r>
              <a:rPr lang="en-US" sz="2000" dirty="0" err="1"/>
              <a:t>érintettet</a:t>
            </a:r>
            <a:r>
              <a:rPr lang="en-US" sz="2000" dirty="0"/>
              <a:t> </a:t>
            </a:r>
            <a:r>
              <a:rPr lang="en-US" sz="2000" dirty="0" err="1"/>
              <a:t>egyszerű</a:t>
            </a:r>
            <a:r>
              <a:rPr lang="en-US" sz="2000" dirty="0"/>
              <a:t>, </a:t>
            </a:r>
            <a:r>
              <a:rPr lang="en-US" sz="2000" dirty="0" err="1"/>
              <a:t>közérthető</a:t>
            </a:r>
            <a:r>
              <a:rPr lang="en-US" sz="2000" dirty="0"/>
              <a:t> </a:t>
            </a:r>
            <a:r>
              <a:rPr lang="en-US" sz="2000" dirty="0" err="1"/>
              <a:t>formában</a:t>
            </a:r>
            <a:r>
              <a:rPr lang="en-US" sz="2000" dirty="0"/>
              <a:t> </a:t>
            </a:r>
            <a:r>
              <a:rPr lang="en-US" sz="2000" dirty="0" err="1"/>
              <a:t>kell</a:t>
            </a:r>
            <a:r>
              <a:rPr lang="en-US" sz="2000" dirty="0"/>
              <a:t> </a:t>
            </a:r>
            <a:r>
              <a:rPr lang="en-US" sz="2000" dirty="0" err="1"/>
              <a:t>tájékoztatni</a:t>
            </a:r>
            <a:r>
              <a:rPr lang="en-US" sz="2000" dirty="0"/>
              <a:t>, </a:t>
            </a:r>
            <a:r>
              <a:rPr lang="en-US" sz="2000" dirty="0" err="1"/>
              <a:t>az</a:t>
            </a:r>
            <a:r>
              <a:rPr lang="en-US" sz="2000" dirty="0"/>
              <a:t> </a:t>
            </a:r>
            <a:r>
              <a:rPr lang="en-US" sz="2000" dirty="0" err="1"/>
              <a:t>adatkezeléshez</a:t>
            </a:r>
            <a:r>
              <a:rPr lang="en-US" sz="2000" dirty="0"/>
              <a:t> </a:t>
            </a:r>
            <a:r>
              <a:rPr lang="en-US" sz="2000" dirty="0" err="1"/>
              <a:t>való</a:t>
            </a:r>
            <a:r>
              <a:rPr lang="en-US" sz="2000" dirty="0"/>
              <a:t> </a:t>
            </a:r>
            <a:r>
              <a:rPr lang="en-US" sz="2000" dirty="0" err="1"/>
              <a:t>hozzájárulásra</a:t>
            </a:r>
            <a:r>
              <a:rPr lang="en-US" sz="2000" dirty="0"/>
              <a:t> </a:t>
            </a:r>
            <a:r>
              <a:rPr lang="en-US" sz="2000" dirty="0" err="1"/>
              <a:t>vonatkozó</a:t>
            </a:r>
            <a:r>
              <a:rPr lang="en-US" sz="2000" dirty="0"/>
              <a:t> </a:t>
            </a:r>
            <a:r>
              <a:rPr lang="en-US" sz="2000" dirty="0" err="1"/>
              <a:t>szabályok</a:t>
            </a:r>
            <a:r>
              <a:rPr lang="en-US" sz="2000" dirty="0"/>
              <a:t> </a:t>
            </a:r>
            <a:r>
              <a:rPr lang="en-US" sz="2000" dirty="0" err="1"/>
              <a:t>szigorodtak</a:t>
            </a:r>
            <a:endParaRPr lang="en-US" sz="2000" dirty="0"/>
          </a:p>
          <a:p>
            <a:pPr marL="285750" lvl="0" indent="-228600">
              <a:lnSpc>
                <a:spcPct val="90000"/>
              </a:lnSpc>
              <a:buFont typeface="Arial" panose="020B0604020202020204" pitchFamily="34" charset="0"/>
              <a:buChar char="•"/>
            </a:pPr>
            <a:endParaRPr lang="en-US" sz="2000" dirty="0"/>
          </a:p>
          <a:p>
            <a:pPr marL="285750" lvl="0" indent="-228600">
              <a:lnSpc>
                <a:spcPct val="90000"/>
              </a:lnSpc>
              <a:buFont typeface="Arial" panose="020B0604020202020204" pitchFamily="34" charset="0"/>
              <a:buChar char="•"/>
            </a:pPr>
            <a:r>
              <a:rPr lang="en-US" sz="2000" dirty="0" err="1"/>
              <a:t>beépített</a:t>
            </a:r>
            <a:r>
              <a:rPr lang="en-US" sz="2000" dirty="0"/>
              <a:t> </a:t>
            </a:r>
            <a:r>
              <a:rPr lang="en-US" sz="2000" dirty="0" err="1"/>
              <a:t>adatvédelem</a:t>
            </a:r>
            <a:r>
              <a:rPr lang="en-US" sz="2000" dirty="0"/>
              <a:t> – „Privacy by design”</a:t>
            </a:r>
          </a:p>
          <a:p>
            <a:pPr marL="285750" lvl="0" indent="-228600">
              <a:lnSpc>
                <a:spcPct val="90000"/>
              </a:lnSpc>
              <a:buFont typeface="Arial" panose="020B0604020202020204" pitchFamily="34" charset="0"/>
              <a:buChar char="•"/>
            </a:pPr>
            <a:endParaRPr lang="en-US" sz="2000" dirty="0"/>
          </a:p>
          <a:p>
            <a:pPr marL="285750" lvl="0" indent="-228600">
              <a:lnSpc>
                <a:spcPct val="90000"/>
              </a:lnSpc>
              <a:buFont typeface="Arial" panose="020B0604020202020204" pitchFamily="34" charset="0"/>
              <a:buChar char="•"/>
            </a:pPr>
            <a:r>
              <a:rPr lang="en-US" sz="2000" b="1" dirty="0" err="1"/>
              <a:t>szigorú</a:t>
            </a:r>
            <a:r>
              <a:rPr lang="en-US" sz="2000" b="1" dirty="0"/>
              <a:t> </a:t>
            </a:r>
            <a:r>
              <a:rPr lang="en-US" sz="2000" b="1" dirty="0" err="1"/>
              <a:t>incidenskezelési</a:t>
            </a:r>
            <a:r>
              <a:rPr lang="en-US" sz="2000" b="1" dirty="0"/>
              <a:t> </a:t>
            </a:r>
            <a:r>
              <a:rPr lang="en-US" sz="2000" b="1" dirty="0" err="1"/>
              <a:t>szabályok</a:t>
            </a:r>
            <a:endParaRPr lang="en-US" sz="2000" b="1" dirty="0"/>
          </a:p>
          <a:p>
            <a:pPr marL="285750" lvl="0" indent="-228600">
              <a:lnSpc>
                <a:spcPct val="90000"/>
              </a:lnSpc>
              <a:buFont typeface="Arial" panose="020B0604020202020204" pitchFamily="34" charset="0"/>
              <a:buChar char="•"/>
            </a:pPr>
            <a:endParaRPr lang="en-US" sz="2000" dirty="0"/>
          </a:p>
          <a:p>
            <a:pPr marL="285750" lvl="0" indent="-228600">
              <a:lnSpc>
                <a:spcPct val="90000"/>
              </a:lnSpc>
              <a:buFont typeface="Arial" panose="020B0604020202020204" pitchFamily="34" charset="0"/>
              <a:buChar char="•"/>
            </a:pPr>
            <a:r>
              <a:rPr lang="en-US" sz="2000" b="1" dirty="0"/>
              <a:t>a </a:t>
            </a:r>
            <a:r>
              <a:rPr lang="en-US" sz="2000" b="1" dirty="0" err="1"/>
              <a:t>bírság</a:t>
            </a:r>
            <a:r>
              <a:rPr lang="en-US" sz="2000" b="1" dirty="0"/>
              <a:t> </a:t>
            </a:r>
            <a:r>
              <a:rPr lang="en-US" sz="2000" dirty="0" err="1"/>
              <a:t>mértéke</a:t>
            </a:r>
            <a:r>
              <a:rPr lang="en-US" sz="2000" dirty="0"/>
              <a:t> </a:t>
            </a:r>
            <a:r>
              <a:rPr lang="en-US" sz="2000" dirty="0" err="1"/>
              <a:t>drasztikusan</a:t>
            </a:r>
            <a:r>
              <a:rPr lang="en-US" sz="2000" dirty="0"/>
              <a:t> </a:t>
            </a:r>
            <a:r>
              <a:rPr lang="en-US" sz="2000" dirty="0" err="1"/>
              <a:t>megnőtt</a:t>
            </a:r>
            <a:endParaRPr lang="en-US" sz="2000" dirty="0"/>
          </a:p>
          <a:p>
            <a:pPr marL="342900" lvl="0" indent="-228600">
              <a:lnSpc>
                <a:spcPct val="90000"/>
              </a:lnSpc>
              <a:spcAft>
                <a:spcPts val="800"/>
              </a:spcAft>
              <a:buFont typeface="Arial" panose="020B0604020202020204" pitchFamily="34" charset="0"/>
              <a:buChar char="•"/>
              <a:tabLst>
                <a:tab pos="457200" algn="l"/>
              </a:tabLst>
            </a:pPr>
            <a:endParaRPr lang="en-US" sz="2000" dirty="0">
              <a:solidFill>
                <a:schemeClr val="tx2"/>
              </a:solidFill>
              <a:effectLst/>
            </a:endParaRPr>
          </a:p>
        </p:txBody>
      </p:sp>
      <p:grpSp>
        <p:nvGrpSpPr>
          <p:cNvPr id="2076" name="Group 2075">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2077" name="Freeform: Shape 2076">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 name="Freeform: Shape 2077">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9" name="Freeform: Shape 2078">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080" name="Freeform: Shape 2079">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844718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hu-HU" sz="4800" dirty="0">
                <a:latin typeface="Times New Roman" panose="02020603050405020304" pitchFamily="18" charset="0"/>
                <a:cs typeface="Times New Roman" panose="02020603050405020304" pitchFamily="18" charset="0"/>
              </a:rPr>
              <a:t>Alapfogalmak - Személyes adat</a:t>
            </a:r>
          </a:p>
        </p:txBody>
      </p:sp>
      <p:sp>
        <p:nvSpPr>
          <p:cNvPr id="3" name="Content Placeholder 2"/>
          <p:cNvSpPr>
            <a:spLocks noGrp="1"/>
          </p:cNvSpPr>
          <p:nvPr>
            <p:ph idx="1"/>
          </p:nvPr>
        </p:nvSpPr>
        <p:spPr>
          <a:xfrm>
            <a:off x="1045028" y="3017522"/>
            <a:ext cx="9941319" cy="3124658"/>
          </a:xfrm>
        </p:spPr>
        <p:txBody>
          <a:bodyPr anchor="ctr">
            <a:normAutofit/>
          </a:bodyPr>
          <a:lstStyle/>
          <a:p>
            <a:r>
              <a:rPr lang="hu-HU" sz="2400" dirty="0">
                <a:latin typeface="Times New Roman" panose="02020603050405020304" pitchFamily="18" charset="0"/>
                <a:cs typeface="Times New Roman" panose="02020603050405020304" pitchFamily="18" charset="0"/>
              </a:rPr>
              <a:t>„személyes adat”: </a:t>
            </a:r>
            <a:r>
              <a:rPr lang="hu-HU" sz="2400" b="1" dirty="0">
                <a:latin typeface="Times New Roman" panose="02020603050405020304" pitchFamily="18" charset="0"/>
                <a:cs typeface="Times New Roman" panose="02020603050405020304" pitchFamily="18" charset="0"/>
              </a:rPr>
              <a:t>azonosított vagy azonosítható természetes személyre</a:t>
            </a:r>
            <a:r>
              <a:rPr lang="hu-HU" sz="2400" dirty="0">
                <a:latin typeface="Times New Roman" panose="02020603050405020304" pitchFamily="18" charset="0"/>
                <a:cs typeface="Times New Roman" panose="02020603050405020304" pitchFamily="18" charset="0"/>
              </a:rPr>
              <a:t> („érintett”) </a:t>
            </a:r>
            <a:r>
              <a:rPr lang="hu-HU" sz="2400" b="1" dirty="0">
                <a:latin typeface="Times New Roman" panose="02020603050405020304" pitchFamily="18" charset="0"/>
                <a:cs typeface="Times New Roman" panose="02020603050405020304" pitchFamily="18" charset="0"/>
              </a:rPr>
              <a:t>vonatkozó bármely információ</a:t>
            </a:r>
            <a:r>
              <a:rPr lang="hu-HU" sz="2400" dirty="0">
                <a:latin typeface="Times New Roman" panose="02020603050405020304" pitchFamily="18" charset="0"/>
                <a:cs typeface="Times New Roman" panose="02020603050405020304" pitchFamily="18" charset="0"/>
              </a:rPr>
              <a:t>; azonosítható az a természetes személy, aki közvetlen vagy közvetett módon, különösen valamely azonosító, például név, szám, helymeghatározó adat, online azonosító vagy a természetes személy testi, fiziológiai, genetikai, szellemi, gazdasági, kulturális vagy szociális azonosságára vonatkozó egy vagy több tényező alapján azonosítható</a:t>
            </a:r>
          </a:p>
          <a:p>
            <a:endParaRPr lang="hu-HU" sz="2400" dirty="0">
              <a:latin typeface="Times New Roman" panose="02020603050405020304" pitchFamily="18"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541428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6CD727-EEC2-D7A9-B986-89BABC5658B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Cím 1">
            <a:extLst>
              <a:ext uri="{FF2B5EF4-FFF2-40B4-BE49-F238E27FC236}">
                <a16:creationId xmlns:a16="http://schemas.microsoft.com/office/drawing/2014/main" id="{8E53E7CC-E4ED-351B-9229-ECB7EE1B6F7D}"/>
              </a:ext>
            </a:extLst>
          </p:cNvPr>
          <p:cNvSpPr>
            <a:spLocks noGrp="1"/>
          </p:cNvSpPr>
          <p:nvPr>
            <p:ph type="title"/>
          </p:nvPr>
        </p:nvSpPr>
        <p:spPr>
          <a:xfrm>
            <a:off x="838200" y="401221"/>
            <a:ext cx="10515600" cy="1348065"/>
          </a:xfrm>
        </p:spPr>
        <p:txBody>
          <a:bodyPr>
            <a:normAutofit/>
          </a:bodyPr>
          <a:lstStyle/>
          <a:p>
            <a:r>
              <a:rPr lang="hu-HU" sz="5400">
                <a:solidFill>
                  <a:srgbClr val="FFFFFF"/>
                </a:solidFill>
                <a:latin typeface="Times New Roman" panose="02020603050405020304" pitchFamily="18" charset="0"/>
                <a:cs typeface="Times New Roman" panose="02020603050405020304" pitchFamily="18" charset="0"/>
              </a:rPr>
              <a:t>Adat</a:t>
            </a:r>
          </a:p>
        </p:txBody>
      </p:sp>
      <p:sp>
        <p:nvSpPr>
          <p:cNvPr id="3" name="Tartalom helye 2">
            <a:extLst>
              <a:ext uri="{FF2B5EF4-FFF2-40B4-BE49-F238E27FC236}">
                <a16:creationId xmlns:a16="http://schemas.microsoft.com/office/drawing/2014/main" id="{195ACC85-51C2-8DED-66EF-D89981B3B512}"/>
              </a:ext>
            </a:extLst>
          </p:cNvPr>
          <p:cNvSpPr>
            <a:spLocks noGrp="1"/>
          </p:cNvSpPr>
          <p:nvPr>
            <p:ph idx="1"/>
          </p:nvPr>
        </p:nvSpPr>
        <p:spPr>
          <a:xfrm>
            <a:off x="468084" y="2347414"/>
            <a:ext cx="11484429" cy="4369072"/>
          </a:xfrm>
        </p:spPr>
        <p:txBody>
          <a:bodyPr>
            <a:noAutofit/>
          </a:bodyPr>
          <a:lstStyle/>
          <a:p>
            <a:pPr marL="283464" indent="-283464" rtl="0" eaLnBrk="1" latinLnBrk="0" hangingPunct="1">
              <a:spcBef>
                <a:spcPts val="432"/>
              </a:spcBef>
              <a:spcAft>
                <a:spcPts val="600"/>
              </a:spcAft>
              <a:buClr>
                <a:schemeClr val="tx1"/>
              </a:buClr>
              <a:buSzPct val="130000"/>
              <a:buFont typeface="Arial" panose="020B0604020202020204" pitchFamily="34" charset="0"/>
              <a:buChar char="•"/>
            </a:pP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személyes adat: </a:t>
            </a:r>
            <a:r>
              <a:rPr lang="hu-HU" sz="21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az érintettre vonatkozó bármely információ</a:t>
            </a:r>
            <a:endParaRPr lang="hu-HU" sz="2100" dirty="0">
              <a:effectLst/>
              <a:latin typeface="Times New Roman" panose="02020603050405020304" pitchFamily="18" charset="0"/>
              <a:cs typeface="Times New Roman" panose="02020603050405020304" pitchFamily="18" charset="0"/>
            </a:endParaRPr>
          </a:p>
          <a:p>
            <a:pPr marL="740664" indent="-283464" rtl="0" eaLnBrk="1" latinLnBrk="0" hangingPunct="1">
              <a:spcBef>
                <a:spcPts val="384"/>
              </a:spcBef>
              <a:spcAft>
                <a:spcPts val="600"/>
              </a:spcAft>
            </a:pPr>
            <a:r>
              <a:rPr lang="hu-HU" sz="2100" b="1"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a:t>
            </a:r>
            <a:r>
              <a:rPr lang="hu-HU" sz="21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ülönleges adat: </a:t>
            </a: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a személyes adatok </a:t>
            </a:r>
            <a:r>
              <a:rPr lang="hu-HU" sz="21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különleges kategóriáiba tartozó minden adat</a:t>
            </a: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azaz a faji vagy etnikai származásra, politikai véleményre, vallási vagy világnézeti meggyőződésre vagy szakszervezeti tagságra utaló személyes adatok, valamint a genetikai adatok, a természetes személyek egyedi azonosítását célzó </a:t>
            </a:r>
            <a:r>
              <a:rPr lang="hu-HU" sz="2100" kern="1200" dirty="0" err="1">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biometrikus</a:t>
            </a: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adatok, az egészségügyi adatok és a természetes személyek szexuális életére vagy szexuális irányultságára vonatkozó személyes adatok</a:t>
            </a:r>
          </a:p>
          <a:p>
            <a:pPr marL="740664" indent="-283464" rtl="0" eaLnBrk="1" latinLnBrk="0" hangingPunct="1">
              <a:spcBef>
                <a:spcPts val="384"/>
              </a:spcBef>
              <a:spcAft>
                <a:spcPts val="600"/>
              </a:spcAft>
            </a:pPr>
            <a:r>
              <a:rPr lang="hu-HU" sz="21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bűnügyi</a:t>
            </a: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 személyes adat</a:t>
            </a:r>
            <a:endParaRPr lang="hu-HU" sz="2100" dirty="0">
              <a:effectLst/>
              <a:latin typeface="Times New Roman" panose="02020603050405020304" pitchFamily="18" charset="0"/>
              <a:cs typeface="Times New Roman" panose="02020603050405020304" pitchFamily="18" charset="0"/>
            </a:endParaRPr>
          </a:p>
          <a:p>
            <a:pPr marL="283464" indent="-283464" rtl="0" eaLnBrk="1" latinLnBrk="0" hangingPunct="1">
              <a:spcBef>
                <a:spcPts val="432"/>
              </a:spcBef>
              <a:spcAft>
                <a:spcPts val="600"/>
              </a:spcAft>
            </a:pP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közérdekű adat: az állami vagy helyi önkormányzati feladatot, valamint jogszabályban meghatározott egyéb </a:t>
            </a:r>
            <a:r>
              <a:rPr lang="hu-HU" sz="21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közfeladatot ellátó szerv </a:t>
            </a: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vagy személy kezelésében lévő és </a:t>
            </a:r>
            <a:r>
              <a:rPr lang="hu-HU" sz="21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tevékenységére vonatkozó </a:t>
            </a: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vagy közfeladatának ellátásával összefüggésben</a:t>
            </a:r>
            <a:endParaRPr lang="hu-HU" sz="2100" dirty="0">
              <a:effectLst/>
              <a:latin typeface="Times New Roman" panose="02020603050405020304" pitchFamily="18" charset="0"/>
              <a:cs typeface="Times New Roman" panose="02020603050405020304" pitchFamily="18" charset="0"/>
            </a:endParaRPr>
          </a:p>
          <a:p>
            <a:pPr marL="283464" indent="-283464" rtl="0" eaLnBrk="1" latinLnBrk="0" hangingPunct="1">
              <a:spcBef>
                <a:spcPts val="432"/>
              </a:spcBef>
              <a:spcAft>
                <a:spcPts val="600"/>
              </a:spcAft>
            </a:pPr>
            <a:r>
              <a:rPr lang="hu-HU" sz="2100"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közérdekből nyilvános adat: a közérdekű adat fogalma alá nem tartozó minden olyan adat, amelynek nyilvánosságra hozatalát, megismerhetőségét vagy </a:t>
            </a:r>
            <a:r>
              <a:rPr lang="hu-HU" sz="2100" b="1" kern="1200" dirty="0">
                <a:effectLst>
                  <a:glow rad="38100">
                    <a:schemeClr val="bg1">
                      <a:lumMod val="50000"/>
                      <a:lumOff val="50000"/>
                      <a:alpha val="20000"/>
                    </a:schemeClr>
                  </a:glow>
                </a:effectLst>
                <a:latin typeface="Times New Roman" panose="02020603050405020304" pitchFamily="18" charset="0"/>
                <a:cs typeface="Times New Roman" panose="02020603050405020304" pitchFamily="18" charset="0"/>
              </a:rPr>
              <a:t>hozzáférhetővé tételét törvény közérdekből elrendeli</a:t>
            </a:r>
            <a:endParaRPr lang="hu-HU" sz="21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349524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523875" y="32097"/>
            <a:ext cx="10515600" cy="1325563"/>
          </a:xfrm>
        </p:spPr>
        <p:txBody>
          <a:bodyPr/>
          <a:lstStyle/>
          <a:p>
            <a:r>
              <a:rPr lang="hu-HU" dirty="0">
                <a:latin typeface="Times New Roman" panose="02020603050405020304" pitchFamily="18" charset="0"/>
                <a:cs typeface="Times New Roman" panose="02020603050405020304" pitchFamily="18" charset="0"/>
              </a:rPr>
              <a:t>Alapfogalmak –adatkezelés</a:t>
            </a:r>
          </a:p>
        </p:txBody>
      </p:sp>
      <p:graphicFrame>
        <p:nvGraphicFramePr>
          <p:cNvPr id="4" name="Tartalom helye 3"/>
          <p:cNvGraphicFramePr>
            <a:graphicFrameLocks noGrp="1"/>
          </p:cNvGraphicFramePr>
          <p:nvPr>
            <p:ph sz="quarter" idx="1"/>
            <p:extLst>
              <p:ext uri="{D42A27DB-BD31-4B8C-83A1-F6EECF244321}">
                <p14:modId xmlns:p14="http://schemas.microsoft.com/office/powerpoint/2010/main" val="1222379994"/>
              </p:ext>
            </p:extLst>
          </p:nvPr>
        </p:nvGraphicFramePr>
        <p:xfrm>
          <a:off x="613781" y="1357660"/>
          <a:ext cx="10964437" cy="53860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481082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latin typeface="Times New Roman" panose="02020603050405020304" pitchFamily="18" charset="0"/>
                <a:cs typeface="Times New Roman" panose="02020603050405020304" pitchFamily="18" charset="0"/>
              </a:rPr>
              <a:t>Alapfogalmak - adatfeldolgozás</a:t>
            </a:r>
          </a:p>
        </p:txBody>
      </p:sp>
      <p:graphicFrame>
        <p:nvGraphicFramePr>
          <p:cNvPr id="4" name="Tartalom helye 3"/>
          <p:cNvGraphicFramePr>
            <a:graphicFrameLocks noGrp="1"/>
          </p:cNvGraphicFramePr>
          <p:nvPr>
            <p:ph sz="quarter" idx="1"/>
            <p:extLst>
              <p:ext uri="{D42A27DB-BD31-4B8C-83A1-F6EECF244321}">
                <p14:modId xmlns:p14="http://schemas.microsoft.com/office/powerpoint/2010/main" val="1738797045"/>
              </p:ext>
            </p:extLst>
          </p:nvPr>
        </p:nvGraphicFramePr>
        <p:xfrm>
          <a:off x="1499839" y="1566863"/>
          <a:ext cx="9192322" cy="5167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321272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841246" y="673770"/>
            <a:ext cx="3644489" cy="2414488"/>
          </a:xfrm>
        </p:spPr>
        <p:txBody>
          <a:bodyPr anchor="t">
            <a:normAutofit/>
          </a:bodyPr>
          <a:lstStyle/>
          <a:p>
            <a:r>
              <a:rPr lang="hu-HU" sz="5400">
                <a:solidFill>
                  <a:srgbClr val="FFFFFF"/>
                </a:solidFill>
                <a:latin typeface="Times New Roman" panose="02020603050405020304" pitchFamily="18" charset="0"/>
                <a:cs typeface="Times New Roman" panose="02020603050405020304" pitchFamily="18" charset="0"/>
              </a:rPr>
              <a:t>A jogszerű adatkezelés feltételei</a:t>
            </a:r>
            <a:r>
              <a:rPr lang="en-US" sz="5400">
                <a:solidFill>
                  <a:srgbClr val="FFFFFF"/>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5801360" y="882315"/>
            <a:ext cx="6167119" cy="5294647"/>
          </a:xfrm>
        </p:spPr>
        <p:txBody>
          <a:bodyPr>
            <a:normAutofit/>
          </a:bodyPr>
          <a:lstStyle/>
          <a:p>
            <a:endParaRPr lang="en-US" sz="2200" dirty="0">
              <a:latin typeface="Times New Roman" panose="02020603050405020304" pitchFamily="18" charset="0"/>
              <a:cs typeface="Times New Roman" panose="02020603050405020304" pitchFamily="18" charset="0"/>
            </a:endParaRPr>
          </a:p>
          <a:p>
            <a:r>
              <a:rPr lang="hu-HU" sz="2200" dirty="0">
                <a:latin typeface="Times New Roman" panose="02020603050405020304" pitchFamily="18" charset="0"/>
                <a:cs typeface="Times New Roman" panose="02020603050405020304" pitchFamily="18" charset="0"/>
              </a:rPr>
              <a:t>Adatkezelési </a:t>
            </a:r>
            <a:r>
              <a:rPr lang="hu-HU" sz="2200" b="1" dirty="0">
                <a:latin typeface="Times New Roman" panose="02020603050405020304" pitchFamily="18" charset="0"/>
                <a:cs typeface="Times New Roman" panose="02020603050405020304" pitchFamily="18" charset="0"/>
              </a:rPr>
              <a:t>alapelvek</a:t>
            </a:r>
            <a:r>
              <a:rPr lang="hu-HU" sz="2200" dirty="0">
                <a:latin typeface="Times New Roman" panose="02020603050405020304" pitchFamily="18" charset="0"/>
                <a:cs typeface="Times New Roman" panose="02020603050405020304" pitchFamily="18" charset="0"/>
              </a:rPr>
              <a:t> betartása</a:t>
            </a:r>
          </a:p>
          <a:p>
            <a:r>
              <a:rPr lang="hu-HU" sz="2200" dirty="0">
                <a:latin typeface="Times New Roman" panose="02020603050405020304" pitchFamily="18" charset="0"/>
                <a:cs typeface="Times New Roman" panose="02020603050405020304" pitchFamily="18" charset="0"/>
              </a:rPr>
              <a:t>Adatkezelésnek mindig kell hogy legyen </a:t>
            </a:r>
            <a:r>
              <a:rPr lang="hu-HU" sz="2200" b="1" dirty="0">
                <a:latin typeface="Times New Roman" panose="02020603050405020304" pitchFamily="18" charset="0"/>
                <a:cs typeface="Times New Roman" panose="02020603050405020304" pitchFamily="18" charset="0"/>
              </a:rPr>
              <a:t>célja</a:t>
            </a:r>
            <a:endParaRPr lang="hu-HU" sz="2200" dirty="0">
              <a:latin typeface="Times New Roman" panose="02020603050405020304" pitchFamily="18" charset="0"/>
              <a:cs typeface="Times New Roman" panose="02020603050405020304" pitchFamily="18" charset="0"/>
            </a:endParaRPr>
          </a:p>
          <a:p>
            <a:r>
              <a:rPr lang="hu-HU" sz="2200" dirty="0">
                <a:latin typeface="Times New Roman" panose="02020603050405020304" pitchFamily="18" charset="0"/>
                <a:cs typeface="Times New Roman" panose="02020603050405020304" pitchFamily="18" charset="0"/>
              </a:rPr>
              <a:t>Adatkezelésnek mindig kell hogy legyen </a:t>
            </a:r>
            <a:r>
              <a:rPr lang="hu-HU" sz="2200" b="1" dirty="0">
                <a:latin typeface="Times New Roman" panose="02020603050405020304" pitchFamily="18" charset="0"/>
                <a:cs typeface="Times New Roman" panose="02020603050405020304" pitchFamily="18" charset="0"/>
              </a:rPr>
              <a:t>jogalapja</a:t>
            </a:r>
          </a:p>
          <a:p>
            <a:r>
              <a:rPr lang="hu-HU" sz="2200" b="1" dirty="0">
                <a:latin typeface="Times New Roman" panose="02020603050405020304" pitchFamily="18" charset="0"/>
                <a:cs typeface="Times New Roman" panose="02020603050405020304" pitchFamily="18" charset="0"/>
              </a:rPr>
              <a:t>Tájékoztatás + egyéb érintetti jogok </a:t>
            </a:r>
            <a:r>
              <a:rPr lang="hu-HU" sz="2200" dirty="0">
                <a:latin typeface="Times New Roman" panose="02020603050405020304" pitchFamily="18" charset="0"/>
                <a:cs typeface="Times New Roman" panose="02020603050405020304" pitchFamily="18" charset="0"/>
              </a:rPr>
              <a:t>gyakorlásának biztosítása</a:t>
            </a:r>
          </a:p>
          <a:p>
            <a:endParaRPr lang="hu-HU" sz="2200" dirty="0">
              <a:latin typeface="Times New Roman" panose="02020603050405020304" pitchFamily="18" charset="0"/>
              <a:cs typeface="Times New Roman" panose="02020603050405020304" pitchFamily="18" charset="0"/>
            </a:endParaRPr>
          </a:p>
          <a:p>
            <a:r>
              <a:rPr lang="hu-HU" sz="2200" b="1" dirty="0">
                <a:latin typeface="Times New Roman" panose="02020603050405020304" pitchFamily="18" charset="0"/>
                <a:cs typeface="Times New Roman" panose="02020603050405020304" pitchFamily="18" charset="0"/>
              </a:rPr>
              <a:t>Bizalmasság</a:t>
            </a:r>
            <a:r>
              <a:rPr lang="hu-HU" sz="2200" dirty="0">
                <a:latin typeface="Times New Roman" panose="02020603050405020304" pitchFamily="18" charset="0"/>
                <a:cs typeface="Times New Roman" panose="02020603050405020304" pitchFamily="18" charset="0"/>
              </a:rPr>
              <a:t>: adatokat nem szabad kiadni senkinek, akinek nincs valamilyen joga vagy jogos érdeke hozzáférni azokhoz</a:t>
            </a:r>
          </a:p>
        </p:txBody>
      </p:sp>
    </p:spTree>
    <p:extLst>
      <p:ext uri="{BB962C8B-B14F-4D97-AF65-F5344CB8AC3E}">
        <p14:creationId xmlns:p14="http://schemas.microsoft.com/office/powerpoint/2010/main" val="139097109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F8D291-F528-729F-56CC-3A74D101175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CEC4D1F2-7201-E189-E0D1-D41717620452}"/>
              </a:ext>
            </a:extLst>
          </p:cNvPr>
          <p:cNvSpPr>
            <a:spLocks noGrp="1"/>
          </p:cNvSpPr>
          <p:nvPr>
            <p:ph type="title"/>
          </p:nvPr>
        </p:nvSpPr>
        <p:spPr>
          <a:xfrm>
            <a:off x="838200" y="713312"/>
            <a:ext cx="4038600" cy="5431376"/>
          </a:xfrm>
        </p:spPr>
        <p:txBody>
          <a:bodyPr>
            <a:normAutofit/>
          </a:bodyPr>
          <a:lstStyle/>
          <a:p>
            <a:r>
              <a:rPr lang="hu-HU" dirty="0">
                <a:latin typeface="Times New Roman" panose="02020603050405020304" pitchFamily="18" charset="0"/>
                <a:cs typeface="Times New Roman" panose="02020603050405020304" pitchFamily="18" charset="0"/>
              </a:rPr>
              <a:t>Az adatkezelés célja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6F0D25-C707-348E-6DC3-9365E36DFDFC}"/>
              </a:ext>
            </a:extLst>
          </p:cNvPr>
          <p:cNvSpPr>
            <a:spLocks noGrp="1"/>
          </p:cNvSpPr>
          <p:nvPr>
            <p:ph idx="1"/>
          </p:nvPr>
        </p:nvSpPr>
        <p:spPr>
          <a:xfrm>
            <a:off x="5511705" y="713313"/>
            <a:ext cx="6677247" cy="5431376"/>
          </a:xfrm>
        </p:spPr>
        <p:txBody>
          <a:bodyPr anchor="ctr">
            <a:normAutofit/>
          </a:bodyPr>
          <a:lstStyle/>
          <a:p>
            <a:endParaRPr lang="en-US" sz="2400" dirty="0">
              <a:latin typeface="Times New Roman" panose="02020603050405020304" pitchFamily="18" charset="0"/>
              <a:cs typeface="Times New Roman" panose="02020603050405020304" pitchFamily="18" charset="0"/>
            </a:endParaRPr>
          </a:p>
          <a:p>
            <a:r>
              <a:rPr lang="hu-HU" sz="2400" dirty="0">
                <a:latin typeface="Times New Roman" panose="02020603050405020304" pitchFamily="18" charset="0"/>
                <a:cs typeface="Times New Roman" panose="02020603050405020304" pitchFamily="18" charset="0"/>
              </a:rPr>
              <a:t>Mi az adatkezelés célja? </a:t>
            </a:r>
          </a:p>
          <a:p>
            <a:r>
              <a:rPr lang="hu-HU" sz="2400" dirty="0">
                <a:latin typeface="Times New Roman" panose="02020603050405020304" pitchFamily="18" charset="0"/>
                <a:cs typeface="Times New Roman" panose="02020603050405020304" pitchFamily="18" charset="0"/>
              </a:rPr>
              <a:t>Mindig kell cél, különben </a:t>
            </a:r>
            <a:r>
              <a:rPr lang="hu-HU" sz="2400" b="1" dirty="0">
                <a:latin typeface="Times New Roman" panose="02020603050405020304" pitchFamily="18" charset="0"/>
                <a:cs typeface="Times New Roman" panose="02020603050405020304" pitchFamily="18" charset="0"/>
              </a:rPr>
              <a:t>készletező adatkezelés</a:t>
            </a:r>
            <a:r>
              <a:rPr lang="hu-HU" sz="2400" dirty="0">
                <a:latin typeface="Times New Roman" panose="02020603050405020304" pitchFamily="18" charset="0"/>
                <a:cs typeface="Times New Roman" panose="02020603050405020304" pitchFamily="18" charset="0"/>
              </a:rPr>
              <a:t>, ami </a:t>
            </a:r>
            <a:r>
              <a:rPr lang="hu-HU" sz="2400" b="1" dirty="0">
                <a:latin typeface="Times New Roman" panose="02020603050405020304" pitchFamily="18" charset="0"/>
                <a:cs typeface="Times New Roman" panose="02020603050405020304" pitchFamily="18" charset="0"/>
              </a:rPr>
              <a:t>jogellenes</a:t>
            </a:r>
            <a:r>
              <a:rPr lang="hu-HU" sz="2400" dirty="0">
                <a:latin typeface="Times New Roman" panose="02020603050405020304" pitchFamily="18" charset="0"/>
                <a:cs typeface="Times New Roman" panose="02020603050405020304" pitchFamily="18" charset="0"/>
              </a:rPr>
              <a:t>, tilos</a:t>
            </a:r>
          </a:p>
          <a:p>
            <a:endParaRPr lang="hu-HU" sz="2400" dirty="0">
              <a:latin typeface="Times New Roman" panose="02020603050405020304" pitchFamily="18" charset="0"/>
              <a:cs typeface="Times New Roman" panose="02020603050405020304" pitchFamily="18" charset="0"/>
            </a:endParaRPr>
          </a:p>
          <a:p>
            <a:r>
              <a:rPr lang="hu-HU" sz="2400" dirty="0">
                <a:latin typeface="Times New Roman" panose="02020603050405020304" pitchFamily="18" charset="0"/>
                <a:cs typeface="Times New Roman" panose="02020603050405020304" pitchFamily="18" charset="0"/>
              </a:rPr>
              <a:t>Példa: cél lehet a hírlevél küldése, egészségügyi szolgáltatás nyújtása során a beteg egészségügyi állapotának nyomon követése, iskolai eredmények nyilvántartása, elektronikus hírközlési szolgáltatás nyújtása, hotelszoba foglalásának megerősítése, kapcsolattartás a szerződő partnerekkel stb.</a:t>
            </a:r>
          </a:p>
        </p:txBody>
      </p:sp>
    </p:spTree>
    <p:extLst>
      <p:ext uri="{BB962C8B-B14F-4D97-AF65-F5344CB8AC3E}">
        <p14:creationId xmlns:p14="http://schemas.microsoft.com/office/powerpoint/2010/main" val="3060058731"/>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dirty="0">
                <a:latin typeface="Times New Roman" panose="02020603050405020304" pitchFamily="18" charset="0"/>
                <a:cs typeface="Times New Roman" panose="02020603050405020304" pitchFamily="18" charset="0"/>
              </a:rPr>
              <a:t>Jogalapok</a:t>
            </a:r>
          </a:p>
        </p:txBody>
      </p:sp>
      <p:sp>
        <p:nvSpPr>
          <p:cNvPr id="5" name="Lekerekített téglalap 4"/>
          <p:cNvSpPr/>
          <p:nvPr/>
        </p:nvSpPr>
        <p:spPr>
          <a:xfrm>
            <a:off x="458229" y="1690687"/>
            <a:ext cx="1505415" cy="31266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dirty="0">
              <a:latin typeface="Times New Roman" panose="02020603050405020304" pitchFamily="18" charset="0"/>
              <a:cs typeface="Times New Roman" panose="02020603050405020304" pitchFamily="18" charset="0"/>
            </a:endParaRPr>
          </a:p>
        </p:txBody>
      </p:sp>
      <p:sp>
        <p:nvSpPr>
          <p:cNvPr id="6" name="Lekerekített téglalap 5"/>
          <p:cNvSpPr/>
          <p:nvPr/>
        </p:nvSpPr>
        <p:spPr>
          <a:xfrm>
            <a:off x="4563635" y="1733143"/>
            <a:ext cx="1618876" cy="3126639"/>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dirty="0">
                <a:ln w="0"/>
                <a:solidFill>
                  <a:schemeClr val="tx1"/>
                </a:solidFill>
                <a:latin typeface="Times New Roman" panose="02020603050405020304" pitchFamily="18" charset="0"/>
                <a:cs typeface="Times New Roman" panose="02020603050405020304" pitchFamily="18" charset="0"/>
              </a:rPr>
              <a:t>Jogi kötelezettség teljesítése  </a:t>
            </a:r>
          </a:p>
        </p:txBody>
      </p:sp>
      <p:sp>
        <p:nvSpPr>
          <p:cNvPr id="7" name="Lekerekített téglalap 6"/>
          <p:cNvSpPr/>
          <p:nvPr/>
        </p:nvSpPr>
        <p:spPr>
          <a:xfrm>
            <a:off x="2614961" y="1733143"/>
            <a:ext cx="1578826" cy="3126639"/>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dirty="0">
                <a:ln w="0"/>
                <a:solidFill>
                  <a:schemeClr val="tx1"/>
                </a:solidFill>
                <a:latin typeface="Times New Roman" panose="02020603050405020304" pitchFamily="18" charset="0"/>
                <a:cs typeface="Times New Roman" panose="02020603050405020304" pitchFamily="18" charset="0"/>
              </a:rPr>
              <a:t>Szerződéses kötelezettség teljesítése</a:t>
            </a:r>
          </a:p>
        </p:txBody>
      </p:sp>
      <p:sp>
        <p:nvSpPr>
          <p:cNvPr id="8" name="Lekerekített téglalap 7"/>
          <p:cNvSpPr/>
          <p:nvPr/>
        </p:nvSpPr>
        <p:spPr>
          <a:xfrm>
            <a:off x="6785505" y="1739992"/>
            <a:ext cx="1618877" cy="3126639"/>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dirty="0">
                <a:ln w="0"/>
                <a:solidFill>
                  <a:schemeClr val="tx1"/>
                </a:solidFill>
                <a:latin typeface="Times New Roman" panose="02020603050405020304" pitchFamily="18" charset="0"/>
                <a:cs typeface="Times New Roman" panose="02020603050405020304" pitchFamily="18" charset="0"/>
              </a:rPr>
              <a:t>Érintett létfontosságú érdeke </a:t>
            </a:r>
          </a:p>
        </p:txBody>
      </p:sp>
      <p:sp>
        <p:nvSpPr>
          <p:cNvPr id="9" name="Lekerekített téglalap 8"/>
          <p:cNvSpPr/>
          <p:nvPr/>
        </p:nvSpPr>
        <p:spPr>
          <a:xfrm>
            <a:off x="8536711" y="1739992"/>
            <a:ext cx="1532365" cy="3126639"/>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dirty="0">
                <a:ln w="0"/>
                <a:solidFill>
                  <a:schemeClr val="tx1"/>
                </a:solidFill>
                <a:latin typeface="Times New Roman" panose="02020603050405020304" pitchFamily="18" charset="0"/>
                <a:cs typeface="Times New Roman" panose="02020603050405020304" pitchFamily="18" charset="0"/>
              </a:rPr>
              <a:t>Közérdek,</a:t>
            </a:r>
          </a:p>
          <a:p>
            <a:pPr algn="ctr"/>
            <a:r>
              <a:rPr lang="hu-HU" dirty="0">
                <a:ln w="0"/>
                <a:solidFill>
                  <a:schemeClr val="tx1"/>
                </a:solidFill>
                <a:latin typeface="Times New Roman" panose="02020603050405020304" pitchFamily="18" charset="0"/>
                <a:cs typeface="Times New Roman" panose="02020603050405020304" pitchFamily="18" charset="0"/>
              </a:rPr>
              <a:t>Közhatalmi jogosítvány</a:t>
            </a:r>
          </a:p>
        </p:txBody>
      </p:sp>
      <p:sp>
        <p:nvSpPr>
          <p:cNvPr id="10" name="Lekerekített téglalap 9"/>
          <p:cNvSpPr/>
          <p:nvPr/>
        </p:nvSpPr>
        <p:spPr>
          <a:xfrm>
            <a:off x="10287917" y="1690687"/>
            <a:ext cx="1532365" cy="3126639"/>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u-HU" dirty="0">
                <a:ln w="0"/>
                <a:solidFill>
                  <a:schemeClr val="tx1"/>
                </a:solidFill>
                <a:latin typeface="Times New Roman" panose="02020603050405020304" pitchFamily="18" charset="0"/>
                <a:cs typeface="Times New Roman" panose="02020603050405020304" pitchFamily="18" charset="0"/>
              </a:rPr>
              <a:t>Az adatkezelő jogos érdeke </a:t>
            </a:r>
          </a:p>
        </p:txBody>
      </p:sp>
      <p:sp>
        <p:nvSpPr>
          <p:cNvPr id="11" name="Szövegdoboz 10"/>
          <p:cNvSpPr txBox="1"/>
          <p:nvPr/>
        </p:nvSpPr>
        <p:spPr>
          <a:xfrm flipH="1">
            <a:off x="504868" y="2831585"/>
            <a:ext cx="1805384" cy="646331"/>
          </a:xfrm>
          <a:prstGeom prst="rect">
            <a:avLst/>
          </a:prstGeom>
          <a:noFill/>
        </p:spPr>
        <p:txBody>
          <a:bodyPr wrap="square" rtlCol="0">
            <a:spAutoFit/>
          </a:bodyPr>
          <a:lstStyle/>
          <a:p>
            <a:r>
              <a:rPr lang="hu-HU" dirty="0">
                <a:latin typeface="Times New Roman" panose="02020603050405020304" pitchFamily="18" charset="0"/>
                <a:cs typeface="Times New Roman" panose="02020603050405020304" pitchFamily="18" charset="0"/>
              </a:rPr>
              <a:t>Érintetett</a:t>
            </a:r>
          </a:p>
          <a:p>
            <a:r>
              <a:rPr lang="hu-HU" dirty="0">
                <a:latin typeface="Times New Roman" panose="02020603050405020304" pitchFamily="18" charset="0"/>
                <a:cs typeface="Times New Roman" panose="02020603050405020304" pitchFamily="18" charset="0"/>
              </a:rPr>
              <a:t>hozzájárulása</a:t>
            </a:r>
          </a:p>
        </p:txBody>
      </p:sp>
      <p:cxnSp>
        <p:nvCxnSpPr>
          <p:cNvPr id="14" name="Egyenes összekötő nyíllal 13"/>
          <p:cNvCxnSpPr/>
          <p:nvPr/>
        </p:nvCxnSpPr>
        <p:spPr>
          <a:xfrm>
            <a:off x="621453" y="5731727"/>
            <a:ext cx="1178966" cy="11151"/>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Egyenes összekötő nyíllal 14"/>
          <p:cNvCxnSpPr/>
          <p:nvPr/>
        </p:nvCxnSpPr>
        <p:spPr>
          <a:xfrm>
            <a:off x="2673223" y="5720576"/>
            <a:ext cx="3422777" cy="11151"/>
          </a:xfrm>
          <a:prstGeom prst="straightConnector1">
            <a:avLst/>
          </a:prstGeom>
          <a:ln w="5715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Egyenes összekötő nyíllal 17"/>
          <p:cNvCxnSpPr/>
          <p:nvPr/>
        </p:nvCxnSpPr>
        <p:spPr>
          <a:xfrm>
            <a:off x="6891454" y="5731727"/>
            <a:ext cx="4839629" cy="11151"/>
          </a:xfrm>
          <a:prstGeom prst="straightConnector1">
            <a:avLst/>
          </a:prstGeom>
          <a:ln w="57150">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Szövegdoboz 18"/>
          <p:cNvSpPr txBox="1"/>
          <p:nvPr/>
        </p:nvSpPr>
        <p:spPr>
          <a:xfrm flipH="1">
            <a:off x="89210" y="6130307"/>
            <a:ext cx="2735270" cy="461665"/>
          </a:xfrm>
          <a:prstGeom prst="rect">
            <a:avLst/>
          </a:prstGeom>
          <a:noFill/>
        </p:spPr>
        <p:txBody>
          <a:bodyPr wrap="square" rtlCol="0">
            <a:spAutoFit/>
          </a:bodyPr>
          <a:lstStyle/>
          <a:p>
            <a:r>
              <a:rPr lang="hu-HU" sz="2400" b="1" dirty="0">
                <a:latin typeface="Times New Roman" panose="02020603050405020304" pitchFamily="18" charset="0"/>
                <a:cs typeface="Times New Roman" panose="02020603050405020304" pitchFamily="18" charset="0"/>
              </a:rPr>
              <a:t>HOZZÁJÁRULÁS    </a:t>
            </a:r>
            <a:r>
              <a:rPr lang="hu-HU" dirty="0">
                <a:latin typeface="Times New Roman" panose="02020603050405020304" pitchFamily="18" charset="0"/>
                <a:cs typeface="Times New Roman" panose="02020603050405020304" pitchFamily="18" charset="0"/>
              </a:rPr>
              <a:t>            </a:t>
            </a:r>
          </a:p>
        </p:txBody>
      </p:sp>
      <p:sp>
        <p:nvSpPr>
          <p:cNvPr id="20" name="Szövegdoboz 19"/>
          <p:cNvSpPr txBox="1"/>
          <p:nvPr/>
        </p:nvSpPr>
        <p:spPr>
          <a:xfrm flipH="1">
            <a:off x="3290724" y="6130307"/>
            <a:ext cx="3295930" cy="461665"/>
          </a:xfrm>
          <a:prstGeom prst="rect">
            <a:avLst/>
          </a:prstGeom>
          <a:noFill/>
        </p:spPr>
        <p:txBody>
          <a:bodyPr wrap="square" rtlCol="0">
            <a:spAutoFit/>
          </a:bodyPr>
          <a:lstStyle/>
          <a:p>
            <a:r>
              <a:rPr lang="hu-HU" sz="2400" b="1" dirty="0">
                <a:latin typeface="Times New Roman" panose="02020603050405020304" pitchFamily="18" charset="0"/>
                <a:cs typeface="Times New Roman" panose="02020603050405020304" pitchFamily="18" charset="0"/>
              </a:rPr>
              <a:t>KÖTELEZETTSÉG</a:t>
            </a:r>
          </a:p>
        </p:txBody>
      </p:sp>
      <p:sp>
        <p:nvSpPr>
          <p:cNvPr id="21" name="Szövegdoboz 20"/>
          <p:cNvSpPr txBox="1"/>
          <p:nvPr/>
        </p:nvSpPr>
        <p:spPr>
          <a:xfrm>
            <a:off x="8798312" y="6146309"/>
            <a:ext cx="1676648" cy="461665"/>
          </a:xfrm>
          <a:prstGeom prst="rect">
            <a:avLst/>
          </a:prstGeom>
          <a:noFill/>
        </p:spPr>
        <p:txBody>
          <a:bodyPr wrap="square" rtlCol="0">
            <a:spAutoFit/>
          </a:bodyPr>
          <a:lstStyle/>
          <a:p>
            <a:r>
              <a:rPr lang="hu-HU" sz="2400" b="1" dirty="0">
                <a:latin typeface="Times New Roman" panose="02020603050405020304" pitchFamily="18" charset="0"/>
                <a:cs typeface="Times New Roman" panose="02020603050405020304" pitchFamily="18" charset="0"/>
              </a:rPr>
              <a:t>ÉRDEK</a:t>
            </a:r>
          </a:p>
        </p:txBody>
      </p:sp>
    </p:spTree>
    <p:extLst>
      <p:ext uri="{BB962C8B-B14F-4D97-AF65-F5344CB8AC3E}">
        <p14:creationId xmlns:p14="http://schemas.microsoft.com/office/powerpoint/2010/main" val="206546807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691" y="180109"/>
            <a:ext cx="10515600" cy="1325563"/>
          </a:xfrm>
        </p:spPr>
        <p:txBody>
          <a:bodyPr/>
          <a:lstStyle/>
          <a:p>
            <a:r>
              <a:rPr lang="hu-HU" dirty="0">
                <a:latin typeface="Times New Roman" panose="02020603050405020304" pitchFamily="18" charset="0"/>
                <a:cs typeface="Times New Roman" panose="02020603050405020304" pitchFamily="18" charset="0"/>
              </a:rPr>
              <a:t>Jogalapok – 6. cikk</a:t>
            </a:r>
          </a:p>
        </p:txBody>
      </p:sp>
      <p:sp>
        <p:nvSpPr>
          <p:cNvPr id="3" name="Content Placeholder 2"/>
          <p:cNvSpPr>
            <a:spLocks noGrp="1"/>
          </p:cNvSpPr>
          <p:nvPr>
            <p:ph idx="1"/>
          </p:nvPr>
        </p:nvSpPr>
        <p:spPr>
          <a:xfrm>
            <a:off x="378691" y="1450109"/>
            <a:ext cx="11499273" cy="5227782"/>
          </a:xfrm>
        </p:spPr>
        <p:txBody>
          <a:bodyPr>
            <a:normAutofit fontScale="55000" lnSpcReduction="20000"/>
          </a:bodyPr>
          <a:lstStyle/>
          <a:p>
            <a:pPr marL="0" indent="0">
              <a:buNone/>
            </a:pPr>
            <a:r>
              <a:rPr lang="hu-HU" sz="4400" dirty="0">
                <a:latin typeface="Times New Roman" panose="02020603050405020304" pitchFamily="18" charset="0"/>
                <a:cs typeface="Times New Roman" panose="02020603050405020304" pitchFamily="18" charset="0"/>
              </a:rPr>
              <a:t>A személyes adatok kezelése kizárólag akkor jogszerű, ha:</a:t>
            </a:r>
          </a:p>
          <a:p>
            <a:r>
              <a:rPr lang="hu-HU" sz="4400" dirty="0">
                <a:latin typeface="Times New Roman" panose="02020603050405020304" pitchFamily="18" charset="0"/>
                <a:cs typeface="Times New Roman" panose="02020603050405020304" pitchFamily="18" charset="0"/>
              </a:rPr>
              <a:t> </a:t>
            </a:r>
            <a:r>
              <a:rPr lang="hu-HU" sz="4400" b="1" dirty="0">
                <a:latin typeface="Times New Roman" panose="02020603050405020304" pitchFamily="18" charset="0"/>
                <a:cs typeface="Times New Roman" panose="02020603050405020304" pitchFamily="18" charset="0"/>
              </a:rPr>
              <a:t>érintett hozzájárulását </a:t>
            </a:r>
            <a:r>
              <a:rPr lang="hu-HU" sz="4400" dirty="0">
                <a:latin typeface="Times New Roman" panose="02020603050405020304" pitchFamily="18" charset="0"/>
                <a:cs typeface="Times New Roman" panose="02020603050405020304" pitchFamily="18" charset="0"/>
              </a:rPr>
              <a:t>adta személyes adatainak egy vagy több konkrét célból történő kezeléséhez;</a:t>
            </a:r>
          </a:p>
          <a:p>
            <a:r>
              <a:rPr lang="hu-HU" sz="4400" dirty="0">
                <a:latin typeface="Times New Roman" panose="02020603050405020304" pitchFamily="18" charset="0"/>
                <a:cs typeface="Times New Roman" panose="02020603050405020304" pitchFamily="18" charset="0"/>
              </a:rPr>
              <a:t>az adatkezelés olyan </a:t>
            </a:r>
            <a:r>
              <a:rPr lang="hu-HU" sz="4400" b="1" dirty="0">
                <a:latin typeface="Times New Roman" panose="02020603050405020304" pitchFamily="18" charset="0"/>
                <a:cs typeface="Times New Roman" panose="02020603050405020304" pitchFamily="18" charset="0"/>
              </a:rPr>
              <a:t>szerződés teljesítéséhez </a:t>
            </a:r>
            <a:r>
              <a:rPr lang="hu-HU" sz="4400" dirty="0">
                <a:latin typeface="Times New Roman" panose="02020603050405020304" pitchFamily="18" charset="0"/>
                <a:cs typeface="Times New Roman" panose="02020603050405020304" pitchFamily="18" charset="0"/>
              </a:rPr>
              <a:t>szükséges, amelyben az érintett az egyik fél, vagy az a szerződés megkötését megelőzően az érintett kérésére történő lépések megtételéhez szükséges</a:t>
            </a:r>
          </a:p>
          <a:p>
            <a:r>
              <a:rPr lang="hu-HU" sz="4400" dirty="0">
                <a:latin typeface="Times New Roman" panose="02020603050405020304" pitchFamily="18" charset="0"/>
                <a:cs typeface="Times New Roman" panose="02020603050405020304" pitchFamily="18" charset="0"/>
              </a:rPr>
              <a:t>az adatkezelés az adatkezelőre vonatkozó </a:t>
            </a:r>
            <a:r>
              <a:rPr lang="hu-HU" sz="4400" b="1" dirty="0">
                <a:latin typeface="Times New Roman" panose="02020603050405020304" pitchFamily="18" charset="0"/>
                <a:cs typeface="Times New Roman" panose="02020603050405020304" pitchFamily="18" charset="0"/>
              </a:rPr>
              <a:t>jogi kötelezettség teljesítéséhez </a:t>
            </a:r>
            <a:r>
              <a:rPr lang="hu-HU" sz="4400" dirty="0">
                <a:latin typeface="Times New Roman" panose="02020603050405020304" pitchFamily="18" charset="0"/>
                <a:cs typeface="Times New Roman" panose="02020603050405020304" pitchFamily="18" charset="0"/>
              </a:rPr>
              <a:t>szükséges</a:t>
            </a:r>
          </a:p>
          <a:p>
            <a:r>
              <a:rPr lang="hu-HU" sz="4400" dirty="0">
                <a:latin typeface="Times New Roman" panose="02020603050405020304" pitchFamily="18" charset="0"/>
                <a:cs typeface="Times New Roman" panose="02020603050405020304" pitchFamily="18" charset="0"/>
              </a:rPr>
              <a:t>az adatkezelés az érintett vagy egy másik természetes személy </a:t>
            </a:r>
            <a:r>
              <a:rPr lang="hu-HU" sz="4400" b="1" dirty="0">
                <a:latin typeface="Times New Roman" panose="02020603050405020304" pitchFamily="18" charset="0"/>
                <a:cs typeface="Times New Roman" panose="02020603050405020304" pitchFamily="18" charset="0"/>
              </a:rPr>
              <a:t>létfontosságú érdekeinek</a:t>
            </a:r>
            <a:r>
              <a:rPr lang="hu-HU" sz="4400" dirty="0">
                <a:latin typeface="Times New Roman" panose="02020603050405020304" pitchFamily="18" charset="0"/>
                <a:cs typeface="Times New Roman" panose="02020603050405020304" pitchFamily="18" charset="0"/>
              </a:rPr>
              <a:t> védelme miatt szükséges</a:t>
            </a:r>
          </a:p>
          <a:p>
            <a:r>
              <a:rPr lang="hu-HU" sz="4400" dirty="0">
                <a:latin typeface="Times New Roman" panose="02020603050405020304" pitchFamily="18" charset="0"/>
                <a:cs typeface="Times New Roman" panose="02020603050405020304" pitchFamily="18" charset="0"/>
              </a:rPr>
              <a:t>az adatkezelés </a:t>
            </a:r>
            <a:r>
              <a:rPr lang="hu-HU" sz="4400" b="1" dirty="0">
                <a:latin typeface="Times New Roman" panose="02020603050405020304" pitchFamily="18" charset="0"/>
                <a:cs typeface="Times New Roman" panose="02020603050405020304" pitchFamily="18" charset="0"/>
              </a:rPr>
              <a:t>közérdekű vagy az adatkezelőre ruházott közhatalmi jogosítvány gyakorlásának </a:t>
            </a:r>
            <a:r>
              <a:rPr lang="hu-HU" sz="4400" dirty="0">
                <a:latin typeface="Times New Roman" panose="02020603050405020304" pitchFamily="18" charset="0"/>
                <a:cs typeface="Times New Roman" panose="02020603050405020304" pitchFamily="18" charset="0"/>
              </a:rPr>
              <a:t>keretében végzett feladat végrehajtásához szükséges</a:t>
            </a:r>
          </a:p>
          <a:p>
            <a:r>
              <a:rPr lang="hu-HU" sz="4400" dirty="0">
                <a:latin typeface="Times New Roman" panose="02020603050405020304" pitchFamily="18" charset="0"/>
                <a:cs typeface="Times New Roman" panose="02020603050405020304" pitchFamily="18" charset="0"/>
              </a:rPr>
              <a:t>az adatkezelés az adatkezelő vagy egy harmadik fél </a:t>
            </a:r>
            <a:r>
              <a:rPr lang="hu-HU" sz="4400" b="1" dirty="0">
                <a:latin typeface="Times New Roman" panose="02020603050405020304" pitchFamily="18" charset="0"/>
                <a:cs typeface="Times New Roman" panose="02020603050405020304" pitchFamily="18" charset="0"/>
              </a:rPr>
              <a:t>jogos érdekeinek </a:t>
            </a:r>
            <a:r>
              <a:rPr lang="hu-HU" sz="4400" dirty="0">
                <a:latin typeface="Times New Roman" panose="02020603050405020304" pitchFamily="18" charset="0"/>
                <a:cs typeface="Times New Roman" panose="02020603050405020304" pitchFamily="18" charset="0"/>
              </a:rPr>
              <a:t>érvényesítéséhez szükséges, kivéve, ha ezen érdekekkel szemben elsőbbséget élveznek az érintett olyan érdekei vagy alapvető jogai és szabadságai, amelyek személyes adatok védelmét teszik szükségessé, különösen, ha az érintett gyermek</a:t>
            </a:r>
          </a:p>
          <a:p>
            <a:endParaRPr lang="hu-HU" dirty="0">
              <a:latin typeface="Times New Roman" panose="02020603050405020304" pitchFamily="18" charset="0"/>
              <a:cs typeface="Times New Roman" panose="02020603050405020304" pitchFamily="18" charset="0"/>
            </a:endParaRPr>
          </a:p>
          <a:p>
            <a:endParaRPr lang="hu-HU" dirty="0">
              <a:latin typeface="Times New Roman" panose="02020603050405020304" pitchFamily="18" charset="0"/>
              <a:cs typeface="Times New Roman" panose="02020603050405020304" pitchFamily="18" charset="0"/>
            </a:endParaRPr>
          </a:p>
          <a:p>
            <a:pPr marL="0" indent="0">
              <a:buNone/>
            </a:pPr>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970126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hu-HU" dirty="0">
                <a:latin typeface="Times New Roman" panose="02020603050405020304" pitchFamily="18" charset="0"/>
                <a:cs typeface="Times New Roman" panose="02020603050405020304" pitchFamily="18" charset="0"/>
              </a:rPr>
              <a:t>Az adatkezelés jogalapja - hozzájárulás</a:t>
            </a:r>
          </a:p>
        </p:txBody>
      </p:sp>
      <p:sp>
        <p:nvSpPr>
          <p:cNvPr id="3" name="Content Placeholder 2"/>
          <p:cNvSpPr>
            <a:spLocks noGrp="1"/>
          </p:cNvSpPr>
          <p:nvPr>
            <p:ph idx="1"/>
          </p:nvPr>
        </p:nvSpPr>
        <p:spPr>
          <a:xfrm>
            <a:off x="457200" y="1325562"/>
            <a:ext cx="11551920" cy="5430837"/>
          </a:xfrm>
        </p:spPr>
        <p:txBody>
          <a:bodyPr>
            <a:normAutofit fontScale="85000" lnSpcReduction="20000"/>
          </a:bodyPr>
          <a:lstStyle/>
          <a:p>
            <a:r>
              <a:rPr lang="hu-HU" dirty="0">
                <a:latin typeface="Times New Roman" panose="02020603050405020304" pitchFamily="18" charset="0"/>
                <a:cs typeface="Times New Roman" panose="02020603050405020304" pitchFamily="18" charset="0"/>
              </a:rPr>
              <a:t>Továbbra is megmarad mint elsődleges jogalap</a:t>
            </a:r>
          </a:p>
          <a:p>
            <a:r>
              <a:rPr lang="hu-HU" dirty="0">
                <a:latin typeface="Times New Roman" panose="02020603050405020304" pitchFamily="18" charset="0"/>
                <a:cs typeface="Times New Roman" panose="02020603050405020304" pitchFamily="18" charset="0"/>
              </a:rPr>
              <a:t>A fogalma lényegében azonos a gyakorlat számára kialakult fogalommal</a:t>
            </a:r>
          </a:p>
          <a:p>
            <a:r>
              <a:rPr lang="hu-HU" dirty="0">
                <a:latin typeface="Times New Roman" panose="02020603050405020304" pitchFamily="18" charset="0"/>
                <a:cs typeface="Times New Roman" panose="02020603050405020304" pitchFamily="18" charset="0"/>
              </a:rPr>
              <a:t>GDPR (32) preambulumbekezdés: </a:t>
            </a:r>
          </a:p>
          <a:p>
            <a:pPr lvl="1"/>
            <a:r>
              <a:rPr lang="hu-HU" sz="2800" dirty="0">
                <a:latin typeface="Times New Roman" panose="02020603050405020304" pitchFamily="18" charset="0"/>
                <a:cs typeface="Times New Roman" panose="02020603050405020304" pitchFamily="18" charset="0"/>
              </a:rPr>
              <a:t>érintett </a:t>
            </a:r>
            <a:r>
              <a:rPr lang="hu-HU" sz="2800" b="1" dirty="0">
                <a:latin typeface="Times New Roman" panose="02020603050405020304" pitchFamily="18" charset="0"/>
                <a:cs typeface="Times New Roman" panose="02020603050405020304" pitchFamily="18" charset="0"/>
              </a:rPr>
              <a:t>egyértelmű megerősítő cselekedettel</a:t>
            </a:r>
            <a:r>
              <a:rPr lang="hu-HU" sz="2800" dirty="0">
                <a:latin typeface="Times New Roman" panose="02020603050405020304" pitchFamily="18" charset="0"/>
                <a:cs typeface="Times New Roman" panose="02020603050405020304" pitchFamily="18" charset="0"/>
              </a:rPr>
              <a:t>, például írásbeli – ideértve az elektronikus úton tett –, vagy szóbeli nyilatkozattal </a:t>
            </a:r>
          </a:p>
          <a:p>
            <a:pPr lvl="1"/>
            <a:r>
              <a:rPr lang="hu-HU" sz="2800" b="1" dirty="0">
                <a:latin typeface="Times New Roman" panose="02020603050405020304" pitchFamily="18" charset="0"/>
                <a:cs typeface="Times New Roman" panose="02020603050405020304" pitchFamily="18" charset="0"/>
              </a:rPr>
              <a:t>önkéntes </a:t>
            </a:r>
          </a:p>
          <a:p>
            <a:pPr lvl="1"/>
            <a:r>
              <a:rPr lang="hu-HU" sz="2800" b="1" dirty="0">
                <a:latin typeface="Times New Roman" panose="02020603050405020304" pitchFamily="18" charset="0"/>
                <a:cs typeface="Times New Roman" panose="02020603050405020304" pitchFamily="18" charset="0"/>
              </a:rPr>
              <a:t>konkrét</a:t>
            </a:r>
          </a:p>
          <a:p>
            <a:pPr lvl="1"/>
            <a:r>
              <a:rPr lang="hu-HU" sz="2800" b="1" dirty="0">
                <a:latin typeface="Times New Roman" panose="02020603050405020304" pitchFamily="18" charset="0"/>
                <a:cs typeface="Times New Roman" panose="02020603050405020304" pitchFamily="18" charset="0"/>
              </a:rPr>
              <a:t>tájékoztatáson alapuló</a:t>
            </a:r>
          </a:p>
          <a:p>
            <a:pPr lvl="1"/>
            <a:r>
              <a:rPr lang="hu-HU" sz="2800" b="1" dirty="0">
                <a:latin typeface="Times New Roman" panose="02020603050405020304" pitchFamily="18" charset="0"/>
                <a:cs typeface="Times New Roman" panose="02020603050405020304" pitchFamily="18" charset="0"/>
              </a:rPr>
              <a:t>egyértelmű hozzájárulását adja</a:t>
            </a:r>
          </a:p>
          <a:p>
            <a:r>
              <a:rPr lang="hu-HU" dirty="0">
                <a:latin typeface="Times New Roman" panose="02020603050405020304" pitchFamily="18" charset="0"/>
                <a:cs typeface="Times New Roman" panose="02020603050405020304" pitchFamily="18" charset="0"/>
              </a:rPr>
              <a:t>Kötelező biztosítani, hogy bármikor és könnyen visszavonható legyen a hozzájárulás</a:t>
            </a:r>
            <a:endParaRPr lang="hu-HU" b="1" dirty="0">
              <a:latin typeface="Times New Roman" panose="02020603050405020304" pitchFamily="18" charset="0"/>
              <a:cs typeface="Times New Roman" panose="02020603050405020304" pitchFamily="18" charset="0"/>
            </a:endParaRPr>
          </a:p>
          <a:p>
            <a:r>
              <a:rPr lang="hu-HU" dirty="0">
                <a:latin typeface="Times New Roman" panose="02020603050405020304" pitchFamily="18" charset="0"/>
                <a:cs typeface="Times New Roman" panose="02020603050405020304" pitchFamily="18" charset="0"/>
              </a:rPr>
              <a:t>Félreérthetetlen megerősítés például: </a:t>
            </a:r>
          </a:p>
          <a:p>
            <a:pPr marL="0" indent="0">
              <a:buNone/>
            </a:pPr>
            <a:r>
              <a:rPr lang="hu-HU" dirty="0">
                <a:latin typeface="Times New Roman" panose="02020603050405020304" pitchFamily="18" charset="0"/>
                <a:cs typeface="Times New Roman" panose="02020603050405020304" pitchFamily="18" charset="0"/>
              </a:rPr>
              <a:t>	- a </a:t>
            </a:r>
            <a:r>
              <a:rPr lang="hu-HU" dirty="0" err="1">
                <a:latin typeface="Times New Roman" panose="02020603050405020304" pitchFamily="18" charset="0"/>
                <a:cs typeface="Times New Roman" panose="02020603050405020304" pitchFamily="18" charset="0"/>
              </a:rPr>
              <a:t>checkbox</a:t>
            </a:r>
            <a:r>
              <a:rPr lang="hu-HU" dirty="0">
                <a:latin typeface="Times New Roman" panose="02020603050405020304" pitchFamily="18" charset="0"/>
                <a:cs typeface="Times New Roman" panose="02020603050405020304" pitchFamily="18" charset="0"/>
              </a:rPr>
              <a:t> kipipálása</a:t>
            </a:r>
          </a:p>
          <a:p>
            <a:pPr marL="0" indent="0">
              <a:buNone/>
            </a:pPr>
            <a:r>
              <a:rPr lang="hu-HU" dirty="0">
                <a:latin typeface="Times New Roman" panose="02020603050405020304" pitchFamily="18" charset="0"/>
                <a:cs typeface="Times New Roman" panose="02020603050405020304" pitchFamily="18" charset="0"/>
              </a:rPr>
              <a:t>	- adatvédelmi beállítások megadása / megváltoztatása</a:t>
            </a:r>
          </a:p>
          <a:p>
            <a:pPr marL="0" indent="0">
              <a:buNone/>
            </a:pPr>
            <a:r>
              <a:rPr lang="hu-HU" dirty="0">
                <a:latin typeface="Times New Roman" panose="02020603050405020304" pitchFamily="18" charset="0"/>
                <a:cs typeface="Times New Roman" panose="02020603050405020304" pitchFamily="18" charset="0"/>
              </a:rPr>
              <a:t>	- fontos: nem elegendő sem a ráutaló magatartás (“</a:t>
            </a:r>
            <a:r>
              <a:rPr lang="hu-HU" dirty="0" err="1">
                <a:latin typeface="Times New Roman" panose="02020603050405020304" pitchFamily="18" charset="0"/>
                <a:cs typeface="Times New Roman" panose="02020603050405020304" pitchFamily="18" charset="0"/>
              </a:rPr>
              <a:t>silence</a:t>
            </a:r>
            <a:r>
              <a:rPr lang="hu-HU" dirty="0">
                <a:latin typeface="Times New Roman" panose="02020603050405020304" pitchFamily="18" charset="0"/>
                <a:cs typeface="Times New Roman" panose="02020603050405020304" pitchFamily="18" charset="0"/>
              </a:rPr>
              <a:t>”), </a:t>
            </a:r>
          </a:p>
          <a:p>
            <a:r>
              <a:rPr lang="hu-HU" dirty="0">
                <a:latin typeface="Times New Roman" panose="02020603050405020304" pitchFamily="18" charset="0"/>
                <a:cs typeface="Times New Roman" panose="02020603050405020304" pitchFamily="18" charset="0"/>
              </a:rPr>
              <a:t>Hozzájárulás megfogalmazása: szövegnek érthetőnek és egyszerűnek kell lennie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99447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latin typeface="Times New Roman" panose="02020603050405020304" pitchFamily="18" charset="0"/>
                <a:cs typeface="Times New Roman" panose="02020603050405020304" pitchFamily="18" charset="0"/>
              </a:rPr>
              <a:t>Az adatkezelés jogalapja - jogos érdek </a:t>
            </a:r>
          </a:p>
        </p:txBody>
      </p:sp>
      <p:graphicFrame>
        <p:nvGraphicFramePr>
          <p:cNvPr id="4" name="Diagram 3"/>
          <p:cNvGraphicFramePr/>
          <p:nvPr>
            <p:extLst>
              <p:ext uri="{D42A27DB-BD31-4B8C-83A1-F6EECF244321}">
                <p14:modId xmlns:p14="http://schemas.microsoft.com/office/powerpoint/2010/main" val="3323934871"/>
              </p:ext>
            </p:extLst>
          </p:nvPr>
        </p:nvGraphicFramePr>
        <p:xfrm>
          <a:off x="514815" y="1416204"/>
          <a:ext cx="11162370" cy="52685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112908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p:cNvSpPr txBox="1"/>
          <p:nvPr/>
        </p:nvSpPr>
        <p:spPr>
          <a:xfrm>
            <a:off x="2063552" y="168976"/>
            <a:ext cx="184731" cy="584775"/>
          </a:xfrm>
          <a:prstGeom prst="rect">
            <a:avLst/>
          </a:prstGeom>
          <a:noFill/>
        </p:spPr>
        <p:txBody>
          <a:bodyPr wrap="none" rtlCol="0">
            <a:spAutoFit/>
          </a:bodyPr>
          <a:lstStyle/>
          <a:p>
            <a:endParaRPr lang="hu-HU" sz="3200" dirty="0"/>
          </a:p>
        </p:txBody>
      </p:sp>
      <p:sp>
        <p:nvSpPr>
          <p:cNvPr id="3" name="Szövegdoboz 2"/>
          <p:cNvSpPr txBox="1"/>
          <p:nvPr/>
        </p:nvSpPr>
        <p:spPr>
          <a:xfrm flipH="1">
            <a:off x="687161" y="2750000"/>
            <a:ext cx="5159456" cy="1477328"/>
          </a:xfrm>
          <a:prstGeom prst="rect">
            <a:avLst/>
          </a:prstGeom>
          <a:noFill/>
        </p:spPr>
        <p:txBody>
          <a:bodyPr wrap="square" rtlCol="0">
            <a:spAutoFit/>
          </a:bodyPr>
          <a:lstStyle/>
          <a:p>
            <a:endParaRPr lang="hu-HU" dirty="0"/>
          </a:p>
          <a:p>
            <a:endParaRPr lang="hu-HU" dirty="0"/>
          </a:p>
          <a:p>
            <a:endParaRPr lang="hu-HU" dirty="0"/>
          </a:p>
          <a:p>
            <a:r>
              <a:rPr lang="hu-HU" dirty="0"/>
              <a:t> </a:t>
            </a:r>
          </a:p>
          <a:p>
            <a:endParaRPr lang="hu-HU" dirty="0"/>
          </a:p>
        </p:txBody>
      </p:sp>
      <p:pic>
        <p:nvPicPr>
          <p:cNvPr id="4" name="Kép 3"/>
          <p:cNvPicPr>
            <a:picLocks noChangeAspect="1"/>
          </p:cNvPicPr>
          <p:nvPr/>
        </p:nvPicPr>
        <p:blipFill>
          <a:blip r:embed="rId2"/>
          <a:stretch>
            <a:fillRect/>
          </a:stretch>
        </p:blipFill>
        <p:spPr>
          <a:xfrm>
            <a:off x="5715538" y="1457247"/>
            <a:ext cx="5477886" cy="2565592"/>
          </a:xfrm>
          <a:prstGeom prst="rect">
            <a:avLst/>
          </a:prstGeom>
        </p:spPr>
      </p:pic>
      <p:pic>
        <p:nvPicPr>
          <p:cNvPr id="13" name="Kép 12"/>
          <p:cNvPicPr>
            <a:picLocks noChangeAspect="1"/>
          </p:cNvPicPr>
          <p:nvPr/>
        </p:nvPicPr>
        <p:blipFill>
          <a:blip r:embed="rId3"/>
          <a:stretch>
            <a:fillRect/>
          </a:stretch>
        </p:blipFill>
        <p:spPr>
          <a:xfrm>
            <a:off x="235752" y="2089139"/>
            <a:ext cx="4429365" cy="4314953"/>
          </a:xfrm>
          <a:prstGeom prst="rect">
            <a:avLst/>
          </a:prstGeom>
        </p:spPr>
      </p:pic>
      <p:sp>
        <p:nvSpPr>
          <p:cNvPr id="6" name="Ellipszis 5"/>
          <p:cNvSpPr/>
          <p:nvPr/>
        </p:nvSpPr>
        <p:spPr>
          <a:xfrm>
            <a:off x="3177309" y="2750001"/>
            <a:ext cx="1117600" cy="79724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Ellipszis 8"/>
          <p:cNvSpPr/>
          <p:nvPr/>
        </p:nvSpPr>
        <p:spPr>
          <a:xfrm>
            <a:off x="8545781" y="2750000"/>
            <a:ext cx="1117600" cy="58509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Szövegdoboz 7"/>
          <p:cNvSpPr txBox="1"/>
          <p:nvPr/>
        </p:nvSpPr>
        <p:spPr>
          <a:xfrm flipH="1">
            <a:off x="687160" y="583324"/>
            <a:ext cx="8441073" cy="923330"/>
          </a:xfrm>
          <a:prstGeom prst="rect">
            <a:avLst/>
          </a:prstGeom>
          <a:noFill/>
        </p:spPr>
        <p:txBody>
          <a:bodyPr wrap="square" rtlCol="0">
            <a:spAutoFit/>
          </a:bodyPr>
          <a:lstStyle/>
          <a:p>
            <a:r>
              <a:rPr lang="hu-HU" dirty="0">
                <a:latin typeface="Times New Roman" panose="02020603050405020304" pitchFamily="18" charset="0"/>
                <a:cs typeface="Times New Roman" panose="02020603050405020304" pitchFamily="18" charset="0"/>
              </a:rPr>
              <a:t>Jogos érdek, mint jogalap a Google </a:t>
            </a:r>
            <a:r>
              <a:rPr lang="hu-HU" dirty="0" err="1">
                <a:latin typeface="Times New Roman" panose="02020603050405020304" pitchFamily="18" charset="0"/>
                <a:cs typeface="Times New Roman" panose="02020603050405020304" pitchFamily="18" charset="0"/>
              </a:rPr>
              <a:t>street</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view</a:t>
            </a:r>
            <a:r>
              <a:rPr lang="hu-HU" dirty="0">
                <a:latin typeface="Times New Roman" panose="02020603050405020304" pitchFamily="18" charset="0"/>
                <a:cs typeface="Times New Roman" panose="02020603050405020304" pitchFamily="18" charset="0"/>
              </a:rPr>
              <a:t> szolgáltatás esetén: garanciális megoldások az érintettek személyes adatainak védelmére pl. az emberi arc és a rendszámtáblák elhomályosítása. </a:t>
            </a:r>
          </a:p>
        </p:txBody>
      </p:sp>
    </p:spTree>
    <p:extLst>
      <p:ext uri="{BB962C8B-B14F-4D97-AF65-F5344CB8AC3E}">
        <p14:creationId xmlns:p14="http://schemas.microsoft.com/office/powerpoint/2010/main" val="90106053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0" y="19685"/>
            <a:ext cx="10515600" cy="1325563"/>
          </a:xfrm>
        </p:spPr>
        <p:txBody>
          <a:bodyPr/>
          <a:lstStyle/>
          <a:p>
            <a:r>
              <a:rPr lang="hu-HU" dirty="0">
                <a:latin typeface="Times New Roman" panose="02020603050405020304" pitchFamily="18" charset="0"/>
                <a:cs typeface="Times New Roman" panose="02020603050405020304" pitchFamily="18" charset="0"/>
              </a:rPr>
              <a:t>Alapelvek</a:t>
            </a:r>
          </a:p>
        </p:txBody>
      </p:sp>
      <p:sp>
        <p:nvSpPr>
          <p:cNvPr id="3" name="Tartalom helye 2"/>
          <p:cNvSpPr>
            <a:spLocks noGrp="1"/>
          </p:cNvSpPr>
          <p:nvPr>
            <p:ph idx="1"/>
          </p:nvPr>
        </p:nvSpPr>
        <p:spPr/>
        <p:txBody>
          <a:bodyPr>
            <a:normAutofit/>
          </a:bodyPr>
          <a:lstStyle/>
          <a:p>
            <a:endParaRPr lang="hu-HU" dirty="0"/>
          </a:p>
          <a:p>
            <a:endParaRPr lang="hu-HU" dirty="0"/>
          </a:p>
          <a:p>
            <a:endParaRPr lang="hu-HU" dirty="0"/>
          </a:p>
          <a:p>
            <a:endParaRPr lang="hu-HU" dirty="0"/>
          </a:p>
        </p:txBody>
      </p:sp>
      <p:graphicFrame>
        <p:nvGraphicFramePr>
          <p:cNvPr id="5" name="Diagram 4">
            <a:extLst>
              <a:ext uri="{FF2B5EF4-FFF2-40B4-BE49-F238E27FC236}">
                <a16:creationId xmlns:a16="http://schemas.microsoft.com/office/drawing/2014/main" id="{61B789E6-163A-D069-3871-A2680D024457}"/>
              </a:ext>
            </a:extLst>
          </p:cNvPr>
          <p:cNvGraphicFramePr/>
          <p:nvPr>
            <p:extLst>
              <p:ext uri="{D42A27DB-BD31-4B8C-83A1-F6EECF244321}">
                <p14:modId xmlns:p14="http://schemas.microsoft.com/office/powerpoint/2010/main" val="517501606"/>
              </p:ext>
            </p:extLst>
          </p:nvPr>
        </p:nvGraphicFramePr>
        <p:xfrm>
          <a:off x="838200" y="1074208"/>
          <a:ext cx="105156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552661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0" y="18255"/>
            <a:ext cx="10515600" cy="1325563"/>
          </a:xfrm>
        </p:spPr>
        <p:txBody>
          <a:bodyPr/>
          <a:lstStyle/>
          <a:p>
            <a:r>
              <a:rPr lang="hu-HU" dirty="0" err="1">
                <a:latin typeface="Times New Roman" panose="02020603050405020304" pitchFamily="18" charset="0"/>
                <a:cs typeface="Times New Roman" panose="02020603050405020304" pitchFamily="18" charset="0"/>
              </a:rPr>
              <a:t>Érintetti</a:t>
            </a:r>
            <a:r>
              <a:rPr lang="hu-HU" dirty="0">
                <a:latin typeface="Times New Roman" panose="02020603050405020304" pitchFamily="18" charset="0"/>
                <a:cs typeface="Times New Roman" panose="02020603050405020304" pitchFamily="18" charset="0"/>
              </a:rPr>
              <a:t> jogok</a:t>
            </a:r>
          </a:p>
        </p:txBody>
      </p:sp>
      <p:graphicFrame>
        <p:nvGraphicFramePr>
          <p:cNvPr id="6" name="Diagram 5">
            <a:extLst>
              <a:ext uri="{FF2B5EF4-FFF2-40B4-BE49-F238E27FC236}">
                <a16:creationId xmlns:a16="http://schemas.microsoft.com/office/drawing/2014/main" id="{8B5F07FE-1A8B-86CC-DB84-C13C3945EA6B}"/>
              </a:ext>
            </a:extLst>
          </p:cNvPr>
          <p:cNvGraphicFramePr/>
          <p:nvPr>
            <p:extLst>
              <p:ext uri="{D42A27DB-BD31-4B8C-83A1-F6EECF244321}">
                <p14:modId xmlns:p14="http://schemas.microsoft.com/office/powerpoint/2010/main" val="1817269474"/>
              </p:ext>
            </p:extLst>
          </p:nvPr>
        </p:nvGraphicFramePr>
        <p:xfrm>
          <a:off x="294640" y="1205970"/>
          <a:ext cx="1114552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145793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901932-23D4-069F-4253-1F62D826D2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B05136-BEB4-F91A-3415-2A30F45B4DB9}"/>
              </a:ext>
            </a:extLst>
          </p:cNvPr>
          <p:cNvSpPr>
            <a:spLocks noGrp="1"/>
          </p:cNvSpPr>
          <p:nvPr>
            <p:ph type="title"/>
          </p:nvPr>
        </p:nvSpPr>
        <p:spPr>
          <a:xfrm>
            <a:off x="841248" y="548640"/>
            <a:ext cx="3600860" cy="5431536"/>
          </a:xfrm>
        </p:spPr>
        <p:txBody>
          <a:bodyPr>
            <a:normAutofit/>
          </a:bodyPr>
          <a:lstStyle/>
          <a:p>
            <a:r>
              <a:rPr lang="hu-HU" sz="3800">
                <a:latin typeface="Times New Roman" panose="02020603050405020304" pitchFamily="18" charset="0"/>
                <a:cs typeface="Times New Roman" panose="02020603050405020304" pitchFamily="18" charset="0"/>
              </a:rPr>
              <a:t>Tájékoztatáshoz való jog</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5DF96C2-A57F-AF78-CA31-1B0B9257473E}"/>
              </a:ext>
            </a:extLst>
          </p:cNvPr>
          <p:cNvSpPr>
            <a:spLocks noGrp="1"/>
          </p:cNvSpPr>
          <p:nvPr>
            <p:ph idx="1"/>
          </p:nvPr>
        </p:nvSpPr>
        <p:spPr>
          <a:xfrm>
            <a:off x="5126418" y="552091"/>
            <a:ext cx="6224335" cy="5431536"/>
          </a:xfrm>
        </p:spPr>
        <p:txBody>
          <a:bodyPr anchor="ctr">
            <a:normAutofit/>
          </a:bodyPr>
          <a:lstStyle/>
          <a:p>
            <a:r>
              <a:rPr lang="hu-HU" sz="2400" dirty="0">
                <a:latin typeface="Times New Roman" panose="02020603050405020304" pitchFamily="18" charset="0"/>
                <a:cs typeface="Times New Roman" panose="02020603050405020304" pitchFamily="18" charset="0"/>
              </a:rPr>
              <a:t>13. cikk- érintettől gyűjtik</a:t>
            </a:r>
          </a:p>
          <a:p>
            <a:r>
              <a:rPr lang="hu-HU" sz="2400" dirty="0">
                <a:latin typeface="Times New Roman" panose="02020603050405020304" pitchFamily="18" charset="0"/>
                <a:cs typeface="Times New Roman" panose="02020603050405020304" pitchFamily="18" charset="0"/>
              </a:rPr>
              <a:t>14. cikk- nem érintettől gyűjtik</a:t>
            </a:r>
          </a:p>
          <a:p>
            <a:pPr marL="0" indent="0">
              <a:buNone/>
            </a:pPr>
            <a:endParaRPr lang="hu-HU" sz="2400" dirty="0">
              <a:latin typeface="Times New Roman" panose="02020603050405020304" pitchFamily="18" charset="0"/>
              <a:cs typeface="Times New Roman" panose="02020603050405020304" pitchFamily="18" charset="0"/>
            </a:endParaRPr>
          </a:p>
          <a:p>
            <a:pPr marL="0" indent="0">
              <a:buNone/>
            </a:pPr>
            <a:r>
              <a:rPr lang="hu-HU" sz="2400" dirty="0" err="1">
                <a:latin typeface="Times New Roman" panose="02020603050405020304" pitchFamily="18" charset="0"/>
                <a:cs typeface="Times New Roman" panose="02020603050405020304" pitchFamily="18" charset="0"/>
              </a:rPr>
              <a:t>Pl</a:t>
            </a:r>
            <a:r>
              <a:rPr lang="hu-HU" sz="2400" dirty="0">
                <a:latin typeface="Times New Roman" panose="02020603050405020304" pitchFamily="18" charset="0"/>
                <a:cs typeface="Times New Roman" panose="02020603050405020304" pitchFamily="18" charset="0"/>
              </a:rPr>
              <a:t>:</a:t>
            </a:r>
          </a:p>
          <a:p>
            <a:r>
              <a:rPr lang="hu-HU" sz="2400" dirty="0">
                <a:latin typeface="Times New Roman" panose="02020603050405020304" pitchFamily="18" charset="0"/>
                <a:cs typeface="Times New Roman" panose="02020603050405020304" pitchFamily="18" charset="0"/>
              </a:rPr>
              <a:t>Adatkezelő/képviselője kiléte, elérhetőségei</a:t>
            </a:r>
          </a:p>
          <a:p>
            <a:r>
              <a:rPr lang="hu-HU" sz="2400" dirty="0">
                <a:latin typeface="Times New Roman" panose="02020603050405020304" pitchFamily="18" charset="0"/>
                <a:cs typeface="Times New Roman" panose="02020603050405020304" pitchFamily="18" charset="0"/>
              </a:rPr>
              <a:t>Adatkezelés célja, jogalapja (jogos érdek)</a:t>
            </a:r>
          </a:p>
          <a:p>
            <a:r>
              <a:rPr lang="hu-HU" sz="2400" dirty="0">
                <a:latin typeface="Times New Roman" panose="02020603050405020304" pitchFamily="18" charset="0"/>
                <a:cs typeface="Times New Roman" panose="02020603050405020304" pitchFamily="18" charset="0"/>
              </a:rPr>
              <a:t>Harmadik országba továbbítás</a:t>
            </a:r>
          </a:p>
          <a:p>
            <a:r>
              <a:rPr lang="hu-HU" sz="2400" dirty="0">
                <a:latin typeface="Times New Roman" panose="02020603050405020304" pitchFamily="18" charset="0"/>
                <a:cs typeface="Times New Roman" panose="02020603050405020304" pitchFamily="18" charset="0"/>
              </a:rPr>
              <a:t>Időtartam</a:t>
            </a:r>
          </a:p>
          <a:p>
            <a:r>
              <a:rPr lang="hu-HU" sz="2400" dirty="0">
                <a:latin typeface="Times New Roman" panose="02020603050405020304" pitchFamily="18" charset="0"/>
                <a:cs typeface="Times New Roman" panose="02020603050405020304" pitchFamily="18" charset="0"/>
              </a:rPr>
              <a:t>Felügyeleti hatóság, panaszbenyújtás joga</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548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2B45B8-5DD0-6F95-864A-6E3F5257ABC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621A8A-A5B4-30A6-0AAB-7946843CFB9D}"/>
              </a:ext>
            </a:extLst>
          </p:cNvPr>
          <p:cNvSpPr>
            <a:spLocks noGrp="1"/>
          </p:cNvSpPr>
          <p:nvPr>
            <p:ph type="title"/>
          </p:nvPr>
        </p:nvSpPr>
        <p:spPr>
          <a:xfrm>
            <a:off x="145194" y="1122816"/>
            <a:ext cx="3103808" cy="4421876"/>
          </a:xfrm>
        </p:spPr>
        <p:txBody>
          <a:bodyPr anchor="t">
            <a:normAutofit/>
          </a:bodyPr>
          <a:lstStyle/>
          <a:p>
            <a:pPr algn="r"/>
            <a:r>
              <a:rPr lang="hu-HU" sz="3700" dirty="0">
                <a:latin typeface="Times New Roman" panose="02020603050405020304" pitchFamily="18" charset="0"/>
                <a:cs typeface="Times New Roman" panose="02020603050405020304" pitchFamily="18" charset="0"/>
              </a:rPr>
              <a:t>Hozzáféréshez való jog</a:t>
            </a:r>
          </a:p>
        </p:txBody>
      </p:sp>
      <p:sp>
        <p:nvSpPr>
          <p:cNvPr id="3" name="Content Placeholder 2">
            <a:extLst>
              <a:ext uri="{FF2B5EF4-FFF2-40B4-BE49-F238E27FC236}">
                <a16:creationId xmlns:a16="http://schemas.microsoft.com/office/drawing/2014/main" id="{7BC9EF08-38E3-7A6B-56D2-3C0279527F75}"/>
              </a:ext>
            </a:extLst>
          </p:cNvPr>
          <p:cNvSpPr>
            <a:spLocks noGrp="1"/>
          </p:cNvSpPr>
          <p:nvPr>
            <p:ph idx="1"/>
          </p:nvPr>
        </p:nvSpPr>
        <p:spPr>
          <a:xfrm>
            <a:off x="4088929" y="962167"/>
            <a:ext cx="7776500" cy="5079404"/>
          </a:xfrm>
        </p:spPr>
        <p:txBody>
          <a:bodyPr anchor="t">
            <a:normAutofit/>
          </a:bodyPr>
          <a:lstStyle/>
          <a:p>
            <a:r>
              <a:rPr lang="hu-HU" sz="2400" dirty="0">
                <a:latin typeface="Times New Roman" panose="02020603050405020304" pitchFamily="18" charset="0"/>
                <a:cs typeface="Times New Roman" panose="02020603050405020304" pitchFamily="18" charset="0"/>
              </a:rPr>
              <a:t>15. cikk- adatkezelés folyamatban van-e, ha igen információt kapjon </a:t>
            </a:r>
          </a:p>
          <a:p>
            <a:endParaRPr lang="hu-HU" sz="2400" dirty="0">
              <a:latin typeface="Times New Roman" panose="02020603050405020304" pitchFamily="18" charset="0"/>
              <a:cs typeface="Times New Roman" panose="02020603050405020304" pitchFamily="18" charset="0"/>
            </a:endParaRPr>
          </a:p>
          <a:p>
            <a:pPr marL="0" indent="0">
              <a:buNone/>
            </a:pPr>
            <a:r>
              <a:rPr lang="hu-HU" sz="2400" dirty="0" err="1">
                <a:latin typeface="Times New Roman" panose="02020603050405020304" pitchFamily="18" charset="0"/>
                <a:cs typeface="Times New Roman" panose="02020603050405020304" pitchFamily="18" charset="0"/>
              </a:rPr>
              <a:t>pl</a:t>
            </a:r>
            <a:r>
              <a:rPr lang="hu-HU" sz="2400" dirty="0">
                <a:latin typeface="Times New Roman" panose="02020603050405020304" pitchFamily="18" charset="0"/>
                <a:cs typeface="Times New Roman" panose="02020603050405020304" pitchFamily="18" charset="0"/>
              </a:rPr>
              <a:t>:</a:t>
            </a:r>
          </a:p>
          <a:p>
            <a:r>
              <a:rPr lang="hu-HU" sz="2400" dirty="0">
                <a:latin typeface="Times New Roman" panose="02020603050405020304" pitchFamily="18" charset="0"/>
                <a:cs typeface="Times New Roman" panose="02020603050405020304" pitchFamily="18" charset="0"/>
              </a:rPr>
              <a:t>Kezelés céljai</a:t>
            </a:r>
          </a:p>
          <a:p>
            <a:r>
              <a:rPr lang="hu-HU" sz="2400" dirty="0">
                <a:latin typeface="Times New Roman" panose="02020603050405020304" pitchFamily="18" charset="0"/>
                <a:cs typeface="Times New Roman" panose="02020603050405020304" pitchFamily="18" charset="0"/>
              </a:rPr>
              <a:t>Adatok kategóriái</a:t>
            </a:r>
          </a:p>
          <a:p>
            <a:r>
              <a:rPr lang="hu-HU" sz="2400" dirty="0">
                <a:latin typeface="Times New Roman" panose="02020603050405020304" pitchFamily="18" charset="0"/>
                <a:cs typeface="Times New Roman" panose="02020603050405020304" pitchFamily="18" charset="0"/>
              </a:rPr>
              <a:t>Panaszbenyújtás joga</a:t>
            </a:r>
          </a:p>
          <a:p>
            <a:r>
              <a:rPr lang="hu-HU" sz="2400" dirty="0">
                <a:latin typeface="Times New Roman" panose="02020603050405020304" pitchFamily="18" charset="0"/>
                <a:cs typeface="Times New Roman" panose="02020603050405020304" pitchFamily="18" charset="0"/>
              </a:rPr>
              <a:t>Nem tőle gyűjtötték, akkor forrásról minden információ</a:t>
            </a:r>
          </a:p>
          <a:p>
            <a:endParaRPr lang="en-US" sz="2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3427790"/>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 y="151765"/>
            <a:ext cx="10515600" cy="1325563"/>
          </a:xfrm>
        </p:spPr>
        <p:txBody>
          <a:bodyPr>
            <a:normAutofit/>
          </a:bodyPr>
          <a:lstStyle/>
          <a:p>
            <a:r>
              <a:rPr lang="hu-HU" dirty="0">
                <a:latin typeface="Times New Roman" panose="02020603050405020304" pitchFamily="18" charset="0"/>
                <a:cs typeface="Times New Roman" panose="02020603050405020304" pitchFamily="18" charset="0"/>
              </a:rPr>
              <a:t>Érintetti jogok – elfeledtetéshez való jog</a:t>
            </a:r>
          </a:p>
        </p:txBody>
      </p:sp>
      <p:sp>
        <p:nvSpPr>
          <p:cNvPr id="3" name="Content Placeholder 2"/>
          <p:cNvSpPr>
            <a:spLocks noGrp="1"/>
          </p:cNvSpPr>
          <p:nvPr>
            <p:ph idx="1"/>
          </p:nvPr>
        </p:nvSpPr>
        <p:spPr>
          <a:xfrm>
            <a:off x="365760" y="1673860"/>
            <a:ext cx="10988040" cy="4819015"/>
          </a:xfrm>
        </p:spPr>
        <p:txBody>
          <a:bodyPr>
            <a:normAutofit fontScale="85000" lnSpcReduction="10000"/>
          </a:bodyPr>
          <a:lstStyle/>
          <a:p>
            <a:r>
              <a:rPr lang="hu-HU" dirty="0">
                <a:latin typeface="Times New Roman" panose="02020603050405020304" pitchFamily="18" charset="0"/>
                <a:cs typeface="Times New Roman" panose="02020603050405020304" pitchFamily="18" charset="0"/>
              </a:rPr>
              <a:t> Az </a:t>
            </a:r>
            <a:r>
              <a:rPr lang="hu-HU" dirty="0" err="1">
                <a:latin typeface="Times New Roman" panose="02020603050405020304" pitchFamily="18" charset="0"/>
                <a:cs typeface="Times New Roman" panose="02020603050405020304" pitchFamily="18" charset="0"/>
              </a:rPr>
              <a:t>érintett</a:t>
            </a:r>
            <a:r>
              <a:rPr lang="hu-HU" dirty="0">
                <a:latin typeface="Times New Roman" panose="02020603050405020304" pitchFamily="18" charset="0"/>
                <a:cs typeface="Times New Roman" panose="02020603050405020304" pitchFamily="18" charset="0"/>
              </a:rPr>
              <a:t> jogosult arra, hogy </a:t>
            </a:r>
            <a:r>
              <a:rPr lang="hu-HU" dirty="0" err="1">
                <a:latin typeface="Times New Roman" panose="02020603050405020304" pitchFamily="18" charset="0"/>
                <a:cs typeface="Times New Roman" panose="02020603050405020304" pitchFamily="18" charset="0"/>
              </a:rPr>
              <a:t>kérésére</a:t>
            </a:r>
            <a:r>
              <a:rPr lang="hu-HU" dirty="0">
                <a:latin typeface="Times New Roman" panose="02020603050405020304" pitchFamily="18" charset="0"/>
                <a:cs typeface="Times New Roman" panose="02020603050405020304" pitchFamily="18" charset="0"/>
              </a:rPr>
              <a:t> az </a:t>
            </a:r>
            <a:r>
              <a:rPr lang="hu-HU" dirty="0" err="1">
                <a:latin typeface="Times New Roman" panose="02020603050405020304" pitchFamily="18" charset="0"/>
                <a:cs typeface="Times New Roman" panose="02020603050405020304" pitchFamily="18" charset="0"/>
              </a:rPr>
              <a:t>adatkezelo</a:t>
            </a:r>
            <a:r>
              <a:rPr lang="hu-HU" dirty="0">
                <a:latin typeface="Times New Roman" panose="02020603050405020304" pitchFamily="18" charset="0"/>
                <a:cs typeface="Times New Roman" panose="02020603050405020304" pitchFamily="18" charset="0"/>
              </a:rPr>
              <a:t>̋ indokolatlan </a:t>
            </a:r>
            <a:r>
              <a:rPr lang="hu-HU" dirty="0" err="1">
                <a:latin typeface="Times New Roman" panose="02020603050405020304" pitchFamily="18" charset="0"/>
                <a:cs typeface="Times New Roman" panose="02020603050405020304" pitchFamily="18" charset="0"/>
              </a:rPr>
              <a:t>késedelem</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nélkül</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törölje</a:t>
            </a:r>
            <a:r>
              <a:rPr lang="hu-HU" dirty="0">
                <a:latin typeface="Times New Roman" panose="02020603050405020304" pitchFamily="18" charset="0"/>
                <a:cs typeface="Times New Roman" panose="02020603050405020304" pitchFamily="18" charset="0"/>
              </a:rPr>
              <a:t> a </a:t>
            </a:r>
            <a:r>
              <a:rPr lang="hu-HU" dirty="0" err="1">
                <a:latin typeface="Times New Roman" panose="02020603050405020304" pitchFamily="18" charset="0"/>
                <a:cs typeface="Times New Roman" panose="02020603050405020304" pitchFamily="18" charset="0"/>
              </a:rPr>
              <a:t>ra</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vonatkozo</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személyes</a:t>
            </a:r>
            <a:r>
              <a:rPr lang="hu-HU" dirty="0">
                <a:latin typeface="Times New Roman" panose="02020603050405020304" pitchFamily="18" charset="0"/>
                <a:cs typeface="Times New Roman" panose="02020603050405020304" pitchFamily="18" charset="0"/>
              </a:rPr>
              <a:t> adatokat, az </a:t>
            </a:r>
            <a:r>
              <a:rPr lang="hu-HU" dirty="0" err="1">
                <a:latin typeface="Times New Roman" panose="02020603050405020304" pitchFamily="18" charset="0"/>
                <a:cs typeface="Times New Roman" panose="02020603050405020304" pitchFamily="18" charset="0"/>
              </a:rPr>
              <a:t>adatkezelo</a:t>
            </a:r>
            <a:r>
              <a:rPr lang="hu-HU" dirty="0">
                <a:latin typeface="Times New Roman" panose="02020603050405020304" pitchFamily="18" charset="0"/>
                <a:cs typeface="Times New Roman" panose="02020603050405020304" pitchFamily="18" charset="0"/>
              </a:rPr>
              <a:t>̋ pedig </a:t>
            </a:r>
            <a:r>
              <a:rPr lang="hu-HU" dirty="0" err="1">
                <a:latin typeface="Times New Roman" panose="02020603050405020304" pitchFamily="18" charset="0"/>
                <a:cs typeface="Times New Roman" panose="02020603050405020304" pitchFamily="18" charset="0"/>
              </a:rPr>
              <a:t>köteles</a:t>
            </a:r>
            <a:r>
              <a:rPr lang="hu-HU" dirty="0">
                <a:latin typeface="Times New Roman" panose="02020603050405020304" pitchFamily="18" charset="0"/>
                <a:cs typeface="Times New Roman" panose="02020603050405020304" pitchFamily="18" charset="0"/>
              </a:rPr>
              <a:t> arra, hogy az </a:t>
            </a:r>
            <a:r>
              <a:rPr lang="hu-HU" dirty="0" err="1">
                <a:latin typeface="Times New Roman" panose="02020603050405020304" pitchFamily="18" charset="0"/>
                <a:cs typeface="Times New Roman" panose="02020603050405020304" pitchFamily="18" charset="0"/>
              </a:rPr>
              <a:t>érintettre</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vonatkozo</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személyes</a:t>
            </a:r>
            <a:r>
              <a:rPr lang="hu-HU" dirty="0">
                <a:latin typeface="Times New Roman" panose="02020603050405020304" pitchFamily="18" charset="0"/>
                <a:cs typeface="Times New Roman" panose="02020603050405020304" pitchFamily="18" charset="0"/>
              </a:rPr>
              <a:t> adatokat indokolatlan </a:t>
            </a:r>
            <a:r>
              <a:rPr lang="hu-HU" dirty="0" err="1">
                <a:latin typeface="Times New Roman" panose="02020603050405020304" pitchFamily="18" charset="0"/>
                <a:cs typeface="Times New Roman" panose="02020603050405020304" pitchFamily="18" charset="0"/>
              </a:rPr>
              <a:t>késedelem</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nélkül</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törölje</a:t>
            </a:r>
            <a:r>
              <a:rPr lang="hu-HU" dirty="0">
                <a:latin typeface="Times New Roman" panose="02020603050405020304" pitchFamily="18" charset="0"/>
                <a:cs typeface="Times New Roman" panose="02020603050405020304" pitchFamily="18" charset="0"/>
              </a:rPr>
              <a:t>. </a:t>
            </a:r>
          </a:p>
          <a:p>
            <a:r>
              <a:rPr lang="hu-HU" dirty="0">
                <a:latin typeface="Times New Roman" panose="02020603050405020304" pitchFamily="18" charset="0"/>
                <a:cs typeface="Times New Roman" panose="02020603050405020304" pitchFamily="18" charset="0"/>
              </a:rPr>
              <a:t>a) a személyes adatokra már </a:t>
            </a:r>
            <a:r>
              <a:rPr lang="hu-HU" b="1" dirty="0">
                <a:latin typeface="Times New Roman" panose="02020603050405020304" pitchFamily="18" charset="0"/>
                <a:cs typeface="Times New Roman" panose="02020603050405020304" pitchFamily="18" charset="0"/>
              </a:rPr>
              <a:t>nincs szükség abból a célból</a:t>
            </a:r>
            <a:r>
              <a:rPr lang="hu-HU" dirty="0">
                <a:latin typeface="Times New Roman" panose="02020603050405020304" pitchFamily="18" charset="0"/>
                <a:cs typeface="Times New Roman" panose="02020603050405020304" pitchFamily="18" charset="0"/>
              </a:rPr>
              <a:t>, amelyből azokat gyűjtötték vagy más módon kezelték</a:t>
            </a:r>
          </a:p>
          <a:p>
            <a:r>
              <a:rPr lang="hu-HU" dirty="0">
                <a:latin typeface="Times New Roman" panose="02020603050405020304" pitchFamily="18" charset="0"/>
                <a:cs typeface="Times New Roman" panose="02020603050405020304" pitchFamily="18" charset="0"/>
              </a:rPr>
              <a:t>b) az érintett </a:t>
            </a:r>
            <a:r>
              <a:rPr lang="hu-HU" b="1" dirty="0">
                <a:latin typeface="Times New Roman" panose="02020603050405020304" pitchFamily="18" charset="0"/>
                <a:cs typeface="Times New Roman" panose="02020603050405020304" pitchFamily="18" charset="0"/>
              </a:rPr>
              <a:t>visszavonja hozzájárulását</a:t>
            </a:r>
            <a:r>
              <a:rPr lang="hu-HU" dirty="0">
                <a:latin typeface="Times New Roman" panose="02020603050405020304" pitchFamily="18" charset="0"/>
                <a:cs typeface="Times New Roman" panose="02020603050405020304" pitchFamily="18" charset="0"/>
              </a:rPr>
              <a:t>, és az adatkezelésnek nincs más jogalapja</a:t>
            </a:r>
          </a:p>
          <a:p>
            <a:r>
              <a:rPr lang="hu-HU" dirty="0">
                <a:latin typeface="Times New Roman" panose="02020603050405020304" pitchFamily="18" charset="0"/>
                <a:cs typeface="Times New Roman" panose="02020603050405020304" pitchFamily="18" charset="0"/>
              </a:rPr>
              <a:t>c) az érintett </a:t>
            </a:r>
            <a:r>
              <a:rPr lang="hu-HU" b="1" dirty="0">
                <a:latin typeface="Times New Roman" panose="02020603050405020304" pitchFamily="18" charset="0"/>
                <a:cs typeface="Times New Roman" panose="02020603050405020304" pitchFamily="18" charset="0"/>
              </a:rPr>
              <a:t>tiltakozik</a:t>
            </a:r>
            <a:r>
              <a:rPr lang="hu-HU" dirty="0">
                <a:latin typeface="Times New Roman" panose="02020603050405020304" pitchFamily="18" charset="0"/>
                <a:cs typeface="Times New Roman" panose="02020603050405020304" pitchFamily="18" charset="0"/>
              </a:rPr>
              <a:t> az adatkezelés ellen, és nincs elsőbbséget élvező jogszerű ok az adatkezelésre</a:t>
            </a:r>
          </a:p>
          <a:p>
            <a:r>
              <a:rPr lang="hu-HU" dirty="0">
                <a:latin typeface="Times New Roman" panose="02020603050405020304" pitchFamily="18" charset="0"/>
                <a:cs typeface="Times New Roman" panose="02020603050405020304" pitchFamily="18" charset="0"/>
              </a:rPr>
              <a:t>d) a személyes adatokat </a:t>
            </a:r>
            <a:r>
              <a:rPr lang="hu-HU" b="1" dirty="0">
                <a:latin typeface="Times New Roman" panose="02020603050405020304" pitchFamily="18" charset="0"/>
                <a:cs typeface="Times New Roman" panose="02020603050405020304" pitchFamily="18" charset="0"/>
              </a:rPr>
              <a:t>jogellenesen kezelték</a:t>
            </a:r>
          </a:p>
          <a:p>
            <a:r>
              <a:rPr lang="hu-HU" dirty="0">
                <a:latin typeface="Times New Roman" panose="02020603050405020304" pitchFamily="18" charset="0"/>
                <a:cs typeface="Times New Roman" panose="02020603050405020304" pitchFamily="18" charset="0"/>
              </a:rPr>
              <a:t>e) a személyes adatokat </a:t>
            </a:r>
            <a:r>
              <a:rPr lang="hu-HU" b="1" dirty="0">
                <a:latin typeface="Times New Roman" panose="02020603050405020304" pitchFamily="18" charset="0"/>
                <a:cs typeface="Times New Roman" panose="02020603050405020304" pitchFamily="18" charset="0"/>
              </a:rPr>
              <a:t>jogi kötelezettség </a:t>
            </a:r>
            <a:r>
              <a:rPr lang="hu-HU" dirty="0">
                <a:latin typeface="Times New Roman" panose="02020603050405020304" pitchFamily="18" charset="0"/>
                <a:cs typeface="Times New Roman" panose="02020603050405020304" pitchFamily="18" charset="0"/>
              </a:rPr>
              <a:t>teljesítéséhez törölni kell</a:t>
            </a:r>
          </a:p>
          <a:p>
            <a:r>
              <a:rPr lang="hu-HU" dirty="0">
                <a:latin typeface="Times New Roman" panose="02020603050405020304" pitchFamily="18" charset="0"/>
                <a:cs typeface="Times New Roman" panose="02020603050405020304" pitchFamily="18" charset="0"/>
              </a:rPr>
              <a:t>f) a személyes adatok gyűjtésére információs társadalommal összefüggő szolgáltatások kínálásával kapcsolatosan került sor </a:t>
            </a:r>
            <a:r>
              <a:rPr lang="hu-HU" b="1" dirty="0">
                <a:latin typeface="Times New Roman" panose="02020603050405020304" pitchFamily="18" charset="0"/>
                <a:cs typeface="Times New Roman" panose="02020603050405020304" pitchFamily="18" charset="0"/>
              </a:rPr>
              <a:t>16 évnél fiatalabb gyermek </a:t>
            </a:r>
            <a:r>
              <a:rPr lang="hu-HU" dirty="0">
                <a:latin typeface="Times New Roman" panose="02020603050405020304" pitchFamily="18" charset="0"/>
                <a:cs typeface="Times New Roman" panose="02020603050405020304" pitchFamily="18" charset="0"/>
              </a:rPr>
              <a:t>esetén</a:t>
            </a:r>
          </a:p>
          <a:p>
            <a:endParaRPr lang="hu-HU"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1261571"/>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66FC7-71BA-5AE3-7826-CA501FA950F2}"/>
            </a:ext>
          </a:extLst>
        </p:cNvPr>
        <p:cNvGrpSpPr/>
        <p:nvPr/>
      </p:nvGrpSpPr>
      <p:grpSpPr>
        <a:xfrm>
          <a:off x="0" y="0"/>
          <a:ext cx="0" cy="0"/>
          <a:chOff x="0" y="0"/>
          <a:chExt cx="0" cy="0"/>
        </a:xfrm>
      </p:grpSpPr>
      <p:pic>
        <p:nvPicPr>
          <p:cNvPr id="4098" name="Picture 2" descr="A képen szöveg, zászló, molinó látható&#10;&#10;Előfordulhat, hogy a mesterséges intelligencia által létrehozott tartalom helytelen.">
            <a:extLst>
              <a:ext uri="{FF2B5EF4-FFF2-40B4-BE49-F238E27FC236}">
                <a16:creationId xmlns:a16="http://schemas.microsoft.com/office/drawing/2014/main" id="{EFD50553-A32B-88F9-30EF-1D82C2189F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58" r="1462" b="3"/>
          <a:stretch/>
        </p:blipFill>
        <p:spPr bwMode="auto">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3945EA8-AA6A-9F7E-DCCD-0FEFB010C0C0}"/>
              </a:ext>
            </a:extLst>
          </p:cNvPr>
          <p:cNvSpPr>
            <a:spLocks noGrp="1"/>
          </p:cNvSpPr>
          <p:nvPr>
            <p:ph idx="1"/>
          </p:nvPr>
        </p:nvSpPr>
        <p:spPr>
          <a:xfrm>
            <a:off x="-11006" y="-3"/>
            <a:ext cx="12192000" cy="3105154"/>
          </a:xfrm>
        </p:spPr>
        <p:txBody>
          <a:bodyPr anchor="t">
            <a:normAutofit/>
          </a:bodyPr>
          <a:lstStyle/>
          <a:p>
            <a:pPr marL="228600" indent="-228600" rtl="0" eaLnBrk="1" latinLnBrk="0" hangingPunct="1">
              <a:spcBef>
                <a:spcPts val="1000"/>
              </a:spcBef>
            </a:pPr>
            <a:r>
              <a:rPr lang="hu-HU" sz="2200" kern="1200" dirty="0">
                <a:effectLst/>
                <a:latin typeface="Times New Roman" panose="02020603050405020304" pitchFamily="18" charset="0"/>
                <a:ea typeface="+mn-ea"/>
                <a:cs typeface="Times New Roman" panose="02020603050405020304" pitchFamily="18" charset="0"/>
              </a:rPr>
              <a:t>Európai Unió Bírósága C-131/12 “Google Spain” ügy</a:t>
            </a:r>
          </a:p>
          <a:p>
            <a:pPr marL="228600" indent="-228600" rtl="0" eaLnBrk="1" latinLnBrk="0" hangingPunct="1">
              <a:spcBef>
                <a:spcPts val="1000"/>
              </a:spcBef>
            </a:pPr>
            <a:r>
              <a:rPr lang="hu-HU" sz="2200" dirty="0">
                <a:latin typeface="Times New Roman" panose="02020603050405020304" pitchFamily="18" charset="0"/>
                <a:cs typeface="Times New Roman" panose="02020603050405020304" pitchFamily="18" charset="0"/>
              </a:rPr>
              <a:t>E</a:t>
            </a:r>
            <a:r>
              <a:rPr lang="hu-HU" sz="2200" kern="1200" dirty="0">
                <a:effectLst/>
                <a:latin typeface="Times New Roman" panose="02020603050405020304" pitchFamily="18" charset="0"/>
                <a:ea typeface="+mn-ea"/>
                <a:cs typeface="Times New Roman" panose="02020603050405020304" pitchFamily="18" charset="0"/>
              </a:rPr>
              <a:t>gy újság online hozzáférhető, már nem aktuális személyes adatokat tartalmazó, 16 évvel korábban közzétett</a:t>
            </a:r>
            <a:r>
              <a:rPr lang="hu-HU" sz="2200" dirty="0">
                <a:latin typeface="Times New Roman" panose="02020603050405020304" pitchFamily="18" charset="0"/>
                <a:cs typeface="Times New Roman" panose="02020603050405020304" pitchFamily="18" charset="0"/>
              </a:rPr>
              <a:t> </a:t>
            </a:r>
            <a:r>
              <a:rPr lang="hu-HU" sz="2200" kern="1200" dirty="0">
                <a:effectLst/>
                <a:latin typeface="Times New Roman" panose="02020603050405020304" pitchFamily="18" charset="0"/>
                <a:ea typeface="+mn-ea"/>
                <a:cs typeface="Times New Roman" panose="02020603050405020304" pitchFamily="18" charset="0"/>
              </a:rPr>
              <a:t>archív lapszámaira mutatnak a Google keresőjének találati linkjei.</a:t>
            </a:r>
          </a:p>
          <a:p>
            <a:pPr marL="228600" indent="-228600" rtl="0" eaLnBrk="1" latinLnBrk="0" hangingPunct="1">
              <a:spcBef>
                <a:spcPts val="1000"/>
              </a:spcBef>
            </a:pPr>
            <a:r>
              <a:rPr lang="hu-HU" sz="2200" dirty="0">
                <a:latin typeface="Times New Roman" panose="02020603050405020304" pitchFamily="18" charset="0"/>
                <a:cs typeface="Times New Roman" panose="02020603050405020304" pitchFamily="18" charset="0"/>
              </a:rPr>
              <a:t>A Google Spain, a Google Inc., a lengyel kormány, valamint a Bizottság e tekintetben arra hivatkozik, hogy csak azzal a feltétellel biztosít a jogszabály jogokat az érintettnek, hogy a szóban forgó adatkezelés ellentétes az irányelvvel, illetve az érintett sajátos helyzetére vonatkozó nyomós és jogszerű okból, nem pedig pusztán azért, mert az érintettek úgy vélik, hogy ezen adatkezelés folytán kár érheti őket, vagy mert azt kívánják, hogy az említett adatkezelés tárgyát képező adatok tárolását megszüntessék. A görög és az osztrák kormány szerint az érintettnek az érintett honlap szerkesztőjéhez kell fordulnia. </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78110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16157-32E4-A57D-F985-9806063030FC}"/>
            </a:ext>
          </a:extLst>
        </p:cNvPr>
        <p:cNvGrpSpPr/>
        <p:nvPr/>
      </p:nvGrpSpPr>
      <p:grpSpPr>
        <a:xfrm>
          <a:off x="0" y="0"/>
          <a:ext cx="0" cy="0"/>
          <a:chOff x="0" y="0"/>
          <a:chExt cx="0" cy="0"/>
        </a:xfrm>
      </p:grpSpPr>
      <p:pic>
        <p:nvPicPr>
          <p:cNvPr id="4098" name="Picture 2" descr="A képen szöveg, zászló, molinó látható&#10;&#10;Előfordulhat, hogy a mesterséges intelligencia által létrehozott tartalom helytelen.">
            <a:extLst>
              <a:ext uri="{FF2B5EF4-FFF2-40B4-BE49-F238E27FC236}">
                <a16:creationId xmlns:a16="http://schemas.microsoft.com/office/drawing/2014/main" id="{BDA4E7AB-DBC3-8B31-9999-D547F13C26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58" r="1462" b="3"/>
          <a:stretch/>
        </p:blipFill>
        <p:spPr bwMode="auto">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5F06C9E-9FF8-9664-AB07-8A0DBFE06E0E}"/>
              </a:ext>
            </a:extLst>
          </p:cNvPr>
          <p:cNvSpPr>
            <a:spLocks noGrp="1"/>
          </p:cNvSpPr>
          <p:nvPr>
            <p:ph idx="1"/>
          </p:nvPr>
        </p:nvSpPr>
        <p:spPr>
          <a:xfrm>
            <a:off x="0" y="-1"/>
            <a:ext cx="12192000" cy="3635829"/>
          </a:xfrm>
        </p:spPr>
        <p:txBody>
          <a:bodyPr anchor="t">
            <a:noAutofit/>
          </a:bodyPr>
          <a:lstStyle/>
          <a:p>
            <a:pPr marL="228600" indent="-228600" rtl="0" eaLnBrk="1" latinLnBrk="0" hangingPunct="1">
              <a:spcBef>
                <a:spcPts val="1000"/>
              </a:spcBef>
            </a:pPr>
            <a:r>
              <a:rPr lang="hu-HU" sz="2200" kern="1200" dirty="0">
                <a:effectLst/>
                <a:latin typeface="Times New Roman" panose="02020603050405020304" pitchFamily="18" charset="0"/>
                <a:cs typeface="Times New Roman" panose="02020603050405020304" pitchFamily="18" charset="0"/>
              </a:rPr>
              <a:t>C-131/12 “Google Spain” ügy</a:t>
            </a:r>
          </a:p>
          <a:p>
            <a:pPr marL="228600" indent="-228600" rtl="0" eaLnBrk="1" latinLnBrk="0" hangingPunct="1">
              <a:spcBef>
                <a:spcPts val="1000"/>
              </a:spcBef>
            </a:pPr>
            <a:r>
              <a:rPr lang="hu-HU" sz="2200" kern="1200" dirty="0">
                <a:effectLst/>
                <a:latin typeface="Times New Roman" panose="02020603050405020304" pitchFamily="18" charset="0"/>
                <a:cs typeface="Times New Roman" panose="02020603050405020304" pitchFamily="18" charset="0"/>
              </a:rPr>
              <a:t>M. </a:t>
            </a:r>
            <a:r>
              <a:rPr lang="hu-HU" sz="2200" kern="1200" dirty="0" err="1">
                <a:effectLst/>
                <a:latin typeface="Times New Roman" panose="02020603050405020304" pitchFamily="18" charset="0"/>
                <a:cs typeface="Times New Roman" panose="02020603050405020304" pitchFamily="18" charset="0"/>
              </a:rPr>
              <a:t>Costeja</a:t>
            </a:r>
            <a:r>
              <a:rPr lang="hu-HU" sz="2200" kern="1200" dirty="0">
                <a:effectLst/>
                <a:latin typeface="Times New Roman" panose="02020603050405020304" pitchFamily="18" charset="0"/>
                <a:cs typeface="Times New Roman" panose="02020603050405020304" pitchFamily="18" charset="0"/>
              </a:rPr>
              <a:t> González, valamint a spanyol és az olasz kormány véleménye szerint az érintett tiltakozhat az ellen, hogy személyes adatait egy keresőmotor indexálja, ha adatainak az e keresőmotor közvetítésével való terjesztése kárt okoz a számára, és ha az említett adatok védelméhez, valamint a magánélet tiszteletben tartásához fűződő alapvető jogai, amelyek kiterjednek a tárolás megszüntetéséhez (az internet „felejtéséhez”) való jogra is, nagyobb súllyal esnek számításba, mint az említett keresőmotor működtetőjének jogos érdekei, illetve mint az információszabadsághoz fűződő általános érdek.</a:t>
            </a:r>
          </a:p>
          <a:p>
            <a:pPr marL="228600" indent="-228600" rtl="0" eaLnBrk="1" latinLnBrk="0" hangingPunct="1">
              <a:spcBef>
                <a:spcPts val="1000"/>
              </a:spcBef>
            </a:pPr>
            <a:r>
              <a:rPr lang="hu-HU" sz="2200" kern="1200" dirty="0">
                <a:effectLst/>
                <a:latin typeface="Times New Roman" panose="02020603050405020304" pitchFamily="18" charset="0"/>
                <a:cs typeface="Times New Roman" panose="02020603050405020304" pitchFamily="18" charset="0"/>
              </a:rPr>
              <a:t>Kimondta az EUB, hogy az adatok törlését az érintett kérheti az Alapjogi Charta a magánélet tiszteletben tartását kimondó, valamint a személyes adatok védelméről szóló rendelkezései alapján. </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26202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5DFA5-2D90-D0B2-4E02-0E09CE8F7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33A78-4121-C57F-054F-6F200F84D45A}"/>
              </a:ext>
            </a:extLst>
          </p:cNvPr>
          <p:cNvSpPr>
            <a:spLocks noGrp="1"/>
          </p:cNvSpPr>
          <p:nvPr>
            <p:ph type="title"/>
          </p:nvPr>
        </p:nvSpPr>
        <p:spPr/>
        <p:txBody>
          <a:bodyPr>
            <a:normAutofit/>
          </a:bodyPr>
          <a:lstStyle/>
          <a:p>
            <a:r>
              <a:rPr lang="hu-HU" dirty="0">
                <a:latin typeface="Times New Roman" panose="02020603050405020304" pitchFamily="18" charset="0"/>
                <a:cs typeface="Times New Roman" panose="02020603050405020304" pitchFamily="18" charset="0"/>
              </a:rPr>
              <a:t>Profilalkotás</a:t>
            </a:r>
          </a:p>
        </p:txBody>
      </p:sp>
      <p:sp>
        <p:nvSpPr>
          <p:cNvPr id="3" name="Content Placeholder 2">
            <a:extLst>
              <a:ext uri="{FF2B5EF4-FFF2-40B4-BE49-F238E27FC236}">
                <a16:creationId xmlns:a16="http://schemas.microsoft.com/office/drawing/2014/main" id="{F08A5053-3BD7-4D6A-A0D7-0927D29E6F10}"/>
              </a:ext>
            </a:extLst>
          </p:cNvPr>
          <p:cNvSpPr>
            <a:spLocks noGrp="1"/>
          </p:cNvSpPr>
          <p:nvPr>
            <p:ph idx="1"/>
          </p:nvPr>
        </p:nvSpPr>
        <p:spPr/>
        <p:txBody>
          <a:bodyPr>
            <a:normAutofit/>
          </a:bodyPr>
          <a:lstStyle/>
          <a:p>
            <a:r>
              <a:rPr lang="hu-HU" dirty="0">
                <a:latin typeface="Times New Roman" panose="02020603050405020304" pitchFamily="18" charset="0"/>
                <a:cs typeface="Times New Roman" panose="02020603050405020304" pitchFamily="18" charset="0"/>
              </a:rPr>
              <a:t> „profilalkotás”: </a:t>
            </a:r>
            <a:r>
              <a:rPr lang="hu-HU" b="1" dirty="0">
                <a:latin typeface="Times New Roman" panose="02020603050405020304" pitchFamily="18" charset="0"/>
                <a:cs typeface="Times New Roman" panose="02020603050405020304" pitchFamily="18" charset="0"/>
              </a:rPr>
              <a:t>személyes adatok automatizált kezelésé</a:t>
            </a:r>
            <a:r>
              <a:rPr lang="hu-HU" dirty="0">
                <a:latin typeface="Times New Roman" panose="02020603050405020304" pitchFamily="18" charset="0"/>
                <a:cs typeface="Times New Roman" panose="02020603050405020304" pitchFamily="18" charset="0"/>
              </a:rPr>
              <a:t>nek bármely olyan formája, amelynek során a személyes adatokat valamely természetes személyhez fűződő bizonyos </a:t>
            </a:r>
            <a:r>
              <a:rPr lang="hu-HU" b="1" dirty="0">
                <a:latin typeface="Times New Roman" panose="02020603050405020304" pitchFamily="18" charset="0"/>
                <a:cs typeface="Times New Roman" panose="02020603050405020304" pitchFamily="18" charset="0"/>
              </a:rPr>
              <a:t>személyes jellemzők értékelésére, </a:t>
            </a:r>
            <a:r>
              <a:rPr lang="hu-HU" dirty="0">
                <a:latin typeface="Times New Roman" panose="02020603050405020304" pitchFamily="18" charset="0"/>
                <a:cs typeface="Times New Roman" panose="02020603050405020304" pitchFamily="18" charset="0"/>
              </a:rPr>
              <a:t>különösen a munkahelyi teljesítményhez, gazdasági helyzethez, egészségi állapothoz, személyes preferenciákhoz, érdeklődéshez, megbízhatósághoz, viselkedéshez, tartózkodási helyhez vagy mozgáshoz kapcsolódó jellemzők elemzésére vagy előrejelzésére használják</a:t>
            </a:r>
          </a:p>
        </p:txBody>
      </p:sp>
    </p:spTree>
    <p:extLst>
      <p:ext uri="{BB962C8B-B14F-4D97-AF65-F5344CB8AC3E}">
        <p14:creationId xmlns:p14="http://schemas.microsoft.com/office/powerpoint/2010/main" val="2531410980"/>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DB3A1-C843-ACF5-E885-8F7120C20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E72B9-447B-8194-1F67-A77DE542CE0D}"/>
              </a:ext>
            </a:extLst>
          </p:cNvPr>
          <p:cNvSpPr>
            <a:spLocks noGrp="1"/>
          </p:cNvSpPr>
          <p:nvPr>
            <p:ph type="title"/>
          </p:nvPr>
        </p:nvSpPr>
        <p:spPr>
          <a:xfrm>
            <a:off x="247650" y="165100"/>
            <a:ext cx="10515600" cy="1325563"/>
          </a:xfrm>
        </p:spPr>
        <p:txBody>
          <a:bodyPr>
            <a:normAutofit/>
          </a:bodyPr>
          <a:lstStyle/>
          <a:p>
            <a:r>
              <a:rPr lang="hu-HU" dirty="0">
                <a:latin typeface="Times New Roman" panose="02020603050405020304" pitchFamily="18" charset="0"/>
                <a:cs typeface="Times New Roman" panose="02020603050405020304" pitchFamily="18" charset="0"/>
              </a:rPr>
              <a:t>Profilalkotás</a:t>
            </a:r>
          </a:p>
        </p:txBody>
      </p:sp>
      <p:sp>
        <p:nvSpPr>
          <p:cNvPr id="5" name="Tartalom helye 4">
            <a:extLst>
              <a:ext uri="{FF2B5EF4-FFF2-40B4-BE49-F238E27FC236}">
                <a16:creationId xmlns:a16="http://schemas.microsoft.com/office/drawing/2014/main" id="{435BBDA0-C323-999D-C09F-DCDD8801B6A6}"/>
              </a:ext>
            </a:extLst>
          </p:cNvPr>
          <p:cNvSpPr>
            <a:spLocks noGrp="1"/>
          </p:cNvSpPr>
          <p:nvPr>
            <p:ph idx="1"/>
          </p:nvPr>
        </p:nvSpPr>
        <p:spPr>
          <a:xfrm>
            <a:off x="485775" y="1253330"/>
            <a:ext cx="11458575" cy="5166520"/>
          </a:xfrm>
        </p:spPr>
        <p:txBody>
          <a:bodyPr>
            <a:noAutofit/>
          </a:bodyPr>
          <a:lstStyle/>
          <a:p>
            <a:pPr marL="0" indent="0" algn="ctr">
              <a:buNone/>
            </a:pPr>
            <a:r>
              <a:rPr lang="hu-HU" sz="1800" i="1" dirty="0">
                <a:latin typeface="Times New Roman" panose="02020603050405020304" pitchFamily="18" charset="0"/>
                <a:cs typeface="Times New Roman" panose="02020603050405020304" pitchFamily="18" charset="0"/>
              </a:rPr>
              <a:t>22. cikk</a:t>
            </a:r>
          </a:p>
          <a:p>
            <a:pPr marL="0" indent="0" algn="ctr">
              <a:buNone/>
            </a:pPr>
            <a:r>
              <a:rPr lang="hu-HU" sz="1800" b="1" dirty="0">
                <a:latin typeface="Times New Roman" panose="02020603050405020304" pitchFamily="18" charset="0"/>
                <a:cs typeface="Times New Roman" panose="02020603050405020304" pitchFamily="18" charset="0"/>
              </a:rPr>
              <a:t>Automatizált döntéshozatal egyedi ügyekben, beleértve a profilalkotást</a:t>
            </a:r>
          </a:p>
          <a:p>
            <a:pPr marL="0" indent="0">
              <a:buNone/>
            </a:pPr>
            <a:r>
              <a:rPr lang="hu-HU" sz="1800" dirty="0">
                <a:latin typeface="Times New Roman" panose="02020603050405020304" pitchFamily="18" charset="0"/>
                <a:cs typeface="Times New Roman" panose="02020603050405020304" pitchFamily="18" charset="0"/>
              </a:rPr>
              <a:t>(1) Az érintett jogosult arra, hogy ne terjedjen ki rá az olyan, kizárólag automatizált adatkezelésen – ideértve a profilalkotást is – alapuló döntés hatálya, amely rá nézve joghatással járna vagy őt hasonlóképpen jelentős mértékben érintené.</a:t>
            </a:r>
          </a:p>
          <a:p>
            <a:pPr marL="0" indent="0">
              <a:buNone/>
            </a:pPr>
            <a:r>
              <a:rPr lang="hu-HU" sz="1800" dirty="0">
                <a:latin typeface="Times New Roman" panose="02020603050405020304" pitchFamily="18" charset="0"/>
                <a:cs typeface="Times New Roman" panose="02020603050405020304" pitchFamily="18" charset="0"/>
              </a:rPr>
              <a:t>(2) Az (1) bekezdés nem alkalmazandó abban az esetben, ha a döntés:</a:t>
            </a:r>
          </a:p>
          <a:p>
            <a:pPr marL="0" indent="0">
              <a:buNone/>
            </a:pPr>
            <a:r>
              <a:rPr lang="hu-HU" sz="1800" dirty="0">
                <a:latin typeface="Times New Roman" panose="02020603050405020304" pitchFamily="18" charset="0"/>
                <a:cs typeface="Times New Roman" panose="02020603050405020304" pitchFamily="18" charset="0"/>
              </a:rPr>
              <a:t>a) az érintett és az adatkezelő közötti </a:t>
            </a:r>
            <a:r>
              <a:rPr lang="hu-HU" sz="1800" b="1" dirty="0">
                <a:latin typeface="Times New Roman" panose="02020603050405020304" pitchFamily="18" charset="0"/>
                <a:cs typeface="Times New Roman" panose="02020603050405020304" pitchFamily="18" charset="0"/>
              </a:rPr>
              <a:t>szerződés megkötése vagy teljesítése </a:t>
            </a:r>
            <a:r>
              <a:rPr lang="hu-HU" sz="1800" dirty="0">
                <a:latin typeface="Times New Roman" panose="02020603050405020304" pitchFamily="18" charset="0"/>
                <a:cs typeface="Times New Roman" panose="02020603050405020304" pitchFamily="18" charset="0"/>
              </a:rPr>
              <a:t>érdekében szükséges;</a:t>
            </a:r>
          </a:p>
          <a:p>
            <a:pPr marL="0" indent="0">
              <a:buNone/>
            </a:pPr>
            <a:r>
              <a:rPr lang="hu-HU" sz="1800" dirty="0">
                <a:latin typeface="Times New Roman" panose="02020603050405020304" pitchFamily="18" charset="0"/>
                <a:cs typeface="Times New Roman" panose="02020603050405020304" pitchFamily="18" charset="0"/>
              </a:rPr>
              <a:t>b) meghozatalát az adatkezelőre alkalmazandó olyan uniós vagy tagállami </a:t>
            </a:r>
            <a:r>
              <a:rPr lang="hu-HU" sz="1800" b="1" dirty="0">
                <a:latin typeface="Times New Roman" panose="02020603050405020304" pitchFamily="18" charset="0"/>
                <a:cs typeface="Times New Roman" panose="02020603050405020304" pitchFamily="18" charset="0"/>
              </a:rPr>
              <a:t>jog teszi lehetővé</a:t>
            </a:r>
            <a:r>
              <a:rPr lang="hu-HU" sz="1800" dirty="0">
                <a:latin typeface="Times New Roman" panose="02020603050405020304" pitchFamily="18" charset="0"/>
                <a:cs typeface="Times New Roman" panose="02020603050405020304" pitchFamily="18" charset="0"/>
              </a:rPr>
              <a:t>, amely az érintett jogainak és szabadságainak, valamint jogos érdekeinek védelmét szolgáló megfelelő intézkedéseket is megállapít; vagy</a:t>
            </a:r>
          </a:p>
          <a:p>
            <a:pPr marL="0" indent="0">
              <a:buNone/>
            </a:pPr>
            <a:r>
              <a:rPr lang="hu-HU" sz="1800" dirty="0">
                <a:latin typeface="Times New Roman" panose="02020603050405020304" pitchFamily="18" charset="0"/>
                <a:cs typeface="Times New Roman" panose="02020603050405020304" pitchFamily="18" charset="0"/>
              </a:rPr>
              <a:t>c) az </a:t>
            </a:r>
            <a:r>
              <a:rPr lang="hu-HU" sz="1800" b="1" dirty="0">
                <a:latin typeface="Times New Roman" panose="02020603050405020304" pitchFamily="18" charset="0"/>
                <a:cs typeface="Times New Roman" panose="02020603050405020304" pitchFamily="18" charset="0"/>
              </a:rPr>
              <a:t>érintett</a:t>
            </a:r>
            <a:r>
              <a:rPr lang="hu-HU" sz="1800" dirty="0">
                <a:latin typeface="Times New Roman" panose="02020603050405020304" pitchFamily="18" charset="0"/>
                <a:cs typeface="Times New Roman" panose="02020603050405020304" pitchFamily="18" charset="0"/>
              </a:rPr>
              <a:t> </a:t>
            </a:r>
            <a:r>
              <a:rPr lang="hu-HU" sz="1800" b="1" dirty="0">
                <a:latin typeface="Times New Roman" panose="02020603050405020304" pitchFamily="18" charset="0"/>
                <a:cs typeface="Times New Roman" panose="02020603050405020304" pitchFamily="18" charset="0"/>
              </a:rPr>
              <a:t>kifejezett hozzájárulásán </a:t>
            </a:r>
            <a:r>
              <a:rPr lang="hu-HU" sz="1800" dirty="0">
                <a:latin typeface="Times New Roman" panose="02020603050405020304" pitchFamily="18" charset="0"/>
                <a:cs typeface="Times New Roman" panose="02020603050405020304" pitchFamily="18" charset="0"/>
              </a:rPr>
              <a:t>alapul.</a:t>
            </a:r>
          </a:p>
          <a:p>
            <a:pPr marL="0" indent="0">
              <a:buNone/>
            </a:pPr>
            <a:r>
              <a:rPr lang="hu-HU" sz="1800" dirty="0">
                <a:latin typeface="Times New Roman" panose="02020603050405020304" pitchFamily="18" charset="0"/>
                <a:cs typeface="Times New Roman" panose="02020603050405020304" pitchFamily="18" charset="0"/>
              </a:rPr>
              <a:t>(3) A (2) bekezdés a) és c) pontjában említett esetekben az adatkezelő köteles megfelelő intézkedéseket tenni az érintett jogainak, szabadságainak és jogos érdekeinek védelme érdekében, ideértve az érintettnek legalább azt a jogát, hogy az adatkezelő részéről emberi beavatkozást kérjen, álláspontját kifejezze, és a döntéssel szemben kifogást nyújtson be.</a:t>
            </a:r>
          </a:p>
          <a:p>
            <a:pPr marL="0" indent="0">
              <a:buNone/>
            </a:pPr>
            <a:r>
              <a:rPr lang="hu-HU" sz="1800" dirty="0">
                <a:latin typeface="Times New Roman" panose="02020603050405020304" pitchFamily="18" charset="0"/>
                <a:cs typeface="Times New Roman" panose="02020603050405020304" pitchFamily="18" charset="0"/>
              </a:rPr>
              <a:t>(4) A (2) bekezdésben említett döntések nem alapulhatnak a személyes adatoknak a 9. cikk (1) bekezdésében említett különleges kategóriáin, kivéve, ha a 9. cikk (2) bekezdésének a) vagy g) pontja alkalmazandó, és az érintett jogainak, szabadságainak és jogos érdekeinek védelme érdekében megfelelő intézkedések megtételére került sor.</a:t>
            </a:r>
          </a:p>
        </p:txBody>
      </p:sp>
    </p:spTree>
    <p:extLst>
      <p:ext uri="{BB962C8B-B14F-4D97-AF65-F5344CB8AC3E}">
        <p14:creationId xmlns:p14="http://schemas.microsoft.com/office/powerpoint/2010/main" val="3867475124"/>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87336F-C686-16F3-8FF9-F957B850274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D6E40-56BB-5954-885B-69B430E4A694}"/>
              </a:ext>
            </a:extLst>
          </p:cNvPr>
          <p:cNvSpPr>
            <a:spLocks noGrp="1"/>
          </p:cNvSpPr>
          <p:nvPr>
            <p:ph type="title"/>
          </p:nvPr>
        </p:nvSpPr>
        <p:spPr>
          <a:xfrm>
            <a:off x="841248" y="548640"/>
            <a:ext cx="3600860" cy="5431536"/>
          </a:xfrm>
        </p:spPr>
        <p:txBody>
          <a:bodyPr>
            <a:normAutofit/>
          </a:bodyPr>
          <a:lstStyle/>
          <a:p>
            <a:r>
              <a:rPr lang="hu-HU" sz="5000">
                <a:latin typeface="Times New Roman" panose="02020603050405020304" pitchFamily="18" charset="0"/>
                <a:cs typeface="Times New Roman" panose="02020603050405020304" pitchFamily="18" charset="0"/>
              </a:rPr>
              <a:t>Korlátozások – 23. cikk</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AA8A40-4D8C-7A50-73B1-CCB1A16EBD5C}"/>
              </a:ext>
            </a:extLst>
          </p:cNvPr>
          <p:cNvSpPr>
            <a:spLocks noGrp="1"/>
          </p:cNvSpPr>
          <p:nvPr>
            <p:ph idx="1"/>
          </p:nvPr>
        </p:nvSpPr>
        <p:spPr>
          <a:xfrm>
            <a:off x="5126418" y="713232"/>
            <a:ext cx="6224335" cy="5431536"/>
          </a:xfrm>
        </p:spPr>
        <p:txBody>
          <a:bodyPr anchor="ctr">
            <a:noAutofit/>
          </a:bodyPr>
          <a:lstStyle/>
          <a:p>
            <a:r>
              <a:rPr lang="hu-HU" sz="2400" dirty="0">
                <a:latin typeface="Times New Roman" panose="02020603050405020304" pitchFamily="18" charset="0"/>
                <a:cs typeface="Times New Roman" panose="02020603050405020304" pitchFamily="18" charset="0"/>
              </a:rPr>
              <a:t>(…) ha a korlátozás </a:t>
            </a:r>
            <a:r>
              <a:rPr lang="hu-HU" sz="2400" b="1" dirty="0">
                <a:latin typeface="Times New Roman" panose="02020603050405020304" pitchFamily="18" charset="0"/>
                <a:cs typeface="Times New Roman" panose="02020603050405020304" pitchFamily="18" charset="0"/>
              </a:rPr>
              <a:t>tiszteletben tartja az alapvető jogok </a:t>
            </a:r>
            <a:r>
              <a:rPr lang="hu-HU" sz="2400" dirty="0">
                <a:latin typeface="Times New Roman" panose="02020603050405020304" pitchFamily="18" charset="0"/>
                <a:cs typeface="Times New Roman" panose="02020603050405020304" pitchFamily="18" charset="0"/>
              </a:rPr>
              <a:t>és szabadságok </a:t>
            </a:r>
            <a:r>
              <a:rPr lang="hu-HU" sz="2400" b="1" dirty="0">
                <a:latin typeface="Times New Roman" panose="02020603050405020304" pitchFamily="18" charset="0"/>
                <a:cs typeface="Times New Roman" panose="02020603050405020304" pitchFamily="18" charset="0"/>
              </a:rPr>
              <a:t>lényeges tartalmát</a:t>
            </a:r>
            <a:r>
              <a:rPr lang="hu-HU" sz="2400" dirty="0">
                <a:latin typeface="Times New Roman" panose="02020603050405020304" pitchFamily="18" charset="0"/>
                <a:cs typeface="Times New Roman" panose="02020603050405020304" pitchFamily="18" charset="0"/>
              </a:rPr>
              <a:t>, valamint az alábbiak védelméhez </a:t>
            </a:r>
            <a:r>
              <a:rPr lang="hu-HU" sz="2400" b="1" dirty="0">
                <a:latin typeface="Times New Roman" panose="02020603050405020304" pitchFamily="18" charset="0"/>
                <a:cs typeface="Times New Roman" panose="02020603050405020304" pitchFamily="18" charset="0"/>
              </a:rPr>
              <a:t>szükséges és arányos intézkedés</a:t>
            </a:r>
            <a:r>
              <a:rPr lang="hu-HU" sz="2400" dirty="0">
                <a:latin typeface="Times New Roman" panose="02020603050405020304" pitchFamily="18" charset="0"/>
                <a:cs typeface="Times New Roman" panose="02020603050405020304" pitchFamily="18" charset="0"/>
              </a:rPr>
              <a:t> egy demokratikus társadalomban</a:t>
            </a:r>
          </a:p>
          <a:p>
            <a:endParaRPr lang="hu-HU" sz="2400" dirty="0">
              <a:latin typeface="Times New Roman" panose="02020603050405020304" pitchFamily="18" charset="0"/>
              <a:cs typeface="Times New Roman" panose="02020603050405020304" pitchFamily="18" charset="0"/>
            </a:endParaRPr>
          </a:p>
          <a:p>
            <a:r>
              <a:rPr lang="hu-HU" sz="2400" dirty="0">
                <a:latin typeface="Times New Roman" panose="02020603050405020304" pitchFamily="18" charset="0"/>
                <a:cs typeface="Times New Roman" panose="02020603050405020304" pitchFamily="18" charset="0"/>
              </a:rPr>
              <a:t>Nemzetbiztonság</a:t>
            </a:r>
          </a:p>
          <a:p>
            <a:r>
              <a:rPr lang="hu-HU" sz="2400" dirty="0">
                <a:latin typeface="Times New Roman" panose="02020603050405020304" pitchFamily="18" charset="0"/>
                <a:cs typeface="Times New Roman" panose="02020603050405020304" pitchFamily="18" charset="0"/>
              </a:rPr>
              <a:t>Honvédelem</a:t>
            </a:r>
          </a:p>
          <a:p>
            <a:r>
              <a:rPr lang="hu-HU" sz="2400" dirty="0">
                <a:latin typeface="Times New Roman" panose="02020603050405020304" pitchFamily="18" charset="0"/>
                <a:cs typeface="Times New Roman" panose="02020603050405020304" pitchFamily="18" charset="0"/>
              </a:rPr>
              <a:t>Közbiztonság</a:t>
            </a:r>
          </a:p>
          <a:p>
            <a:r>
              <a:rPr lang="hu-HU" sz="2400" dirty="0">
                <a:latin typeface="Times New Roman" panose="02020603050405020304" pitchFamily="18" charset="0"/>
                <a:cs typeface="Times New Roman" panose="02020603050405020304" pitchFamily="18" charset="0"/>
              </a:rPr>
              <a:t>Bűncselekmény megelőzése, nyomozás</a:t>
            </a:r>
          </a:p>
          <a:p>
            <a:r>
              <a:rPr lang="hu-HU" sz="2400" dirty="0">
                <a:latin typeface="Times New Roman" panose="02020603050405020304" pitchFamily="18" charset="0"/>
                <a:cs typeface="Times New Roman" panose="02020603050405020304" pitchFamily="18" charset="0"/>
              </a:rPr>
              <a:t>Bírói függetlenség és a bírósági eljárások védelme</a:t>
            </a:r>
          </a:p>
          <a:p>
            <a:r>
              <a:rPr lang="hu-HU" sz="2400" dirty="0">
                <a:latin typeface="Times New Roman" panose="02020603050405020304" pitchFamily="18" charset="0"/>
                <a:cs typeface="Times New Roman" panose="02020603050405020304" pitchFamily="18" charset="0"/>
              </a:rPr>
              <a:t>Érintett védelme vagy mások jogainak és szabadságainak védelme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3816873"/>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55" y="0"/>
            <a:ext cx="10515600" cy="1325563"/>
          </a:xfrm>
        </p:spPr>
        <p:txBody>
          <a:bodyPr/>
          <a:lstStyle/>
          <a:p>
            <a:r>
              <a:rPr lang="hu-HU" dirty="0">
                <a:latin typeface="Times New Roman" panose="02020603050405020304" pitchFamily="18" charset="0"/>
                <a:cs typeface="Times New Roman" panose="02020603050405020304" pitchFamily="18" charset="0"/>
              </a:rPr>
              <a:t>Biztonsági követelmények</a:t>
            </a:r>
          </a:p>
        </p:txBody>
      </p:sp>
      <p:sp>
        <p:nvSpPr>
          <p:cNvPr id="3" name="Content Placeholder 2"/>
          <p:cNvSpPr>
            <a:spLocks noGrp="1"/>
          </p:cNvSpPr>
          <p:nvPr>
            <p:ph idx="1"/>
          </p:nvPr>
        </p:nvSpPr>
        <p:spPr>
          <a:xfrm>
            <a:off x="405781" y="1088305"/>
            <a:ext cx="10515600" cy="1466618"/>
          </a:xfrm>
        </p:spPr>
        <p:txBody>
          <a:bodyPr>
            <a:normAutofit/>
          </a:bodyPr>
          <a:lstStyle/>
          <a:p>
            <a:r>
              <a:rPr lang="hu-HU" dirty="0">
                <a:latin typeface="Times New Roman" panose="02020603050405020304" pitchFamily="18" charset="0"/>
                <a:cs typeface="Times New Roman" panose="02020603050405020304" pitchFamily="18" charset="0"/>
              </a:rPr>
              <a:t>Jelentősebb vívmány: az adatbiztonsági követelmények megerősítése, és a visszaélés (incidens) jelentési kötelezettség</a:t>
            </a:r>
          </a:p>
          <a:p>
            <a:r>
              <a:rPr lang="hu-HU" dirty="0">
                <a:latin typeface="Times New Roman" panose="02020603050405020304" pitchFamily="18" charset="0"/>
                <a:cs typeface="Times New Roman" panose="02020603050405020304" pitchFamily="18" charset="0"/>
              </a:rPr>
              <a:t>“megfelelő biztonság” az adatkezelő kötelezettsége</a:t>
            </a:r>
          </a:p>
          <a:p>
            <a:endParaRPr lang="en-US" dirty="0">
              <a:latin typeface="Times New Roman" panose="02020603050405020304" pitchFamily="18" charset="0"/>
              <a:cs typeface="Times New Roman" panose="02020603050405020304" pitchFamily="18" charset="0"/>
            </a:endParaRPr>
          </a:p>
        </p:txBody>
      </p:sp>
      <p:graphicFrame>
        <p:nvGraphicFramePr>
          <p:cNvPr id="7" name="Diagram 6"/>
          <p:cNvGraphicFramePr/>
          <p:nvPr>
            <p:extLst>
              <p:ext uri="{D42A27DB-BD31-4B8C-83A1-F6EECF244321}">
                <p14:modId xmlns:p14="http://schemas.microsoft.com/office/powerpoint/2010/main" val="70885184"/>
              </p:ext>
            </p:extLst>
          </p:nvPr>
        </p:nvGraphicFramePr>
        <p:xfrm>
          <a:off x="405781" y="2317665"/>
          <a:ext cx="10948019" cy="44210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5593841"/>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3" name="Rectangle 2056">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74" name="Freeform: Shape 2058">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2" name="Picture 4" descr="Data Protection Guideline">
            <a:extLst>
              <a:ext uri="{FF2B5EF4-FFF2-40B4-BE49-F238E27FC236}">
                <a16:creationId xmlns:a16="http://schemas.microsoft.com/office/drawing/2014/main" id="{AFD12D4F-6F9B-2143-403B-72A6EC5929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977835" y="2739904"/>
            <a:ext cx="4777381" cy="250812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2075" name="Arc 2060">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141515" y="218235"/>
            <a:ext cx="5257800" cy="1325563"/>
          </a:xfrm>
        </p:spPr>
        <p:txBody>
          <a:bodyPr>
            <a:normAutofit/>
          </a:bodyPr>
          <a:lstStyle/>
          <a:p>
            <a:r>
              <a:rPr lang="hu-HU" dirty="0">
                <a:latin typeface="Times New Roman" panose="02020603050405020304" pitchFamily="18" charset="0"/>
                <a:cs typeface="Times New Roman" panose="02020603050405020304" pitchFamily="18" charset="0"/>
              </a:rPr>
              <a:t>Adatbiztonság – </a:t>
            </a:r>
            <a:br>
              <a:rPr lang="hu-HU" dirty="0">
                <a:latin typeface="Times New Roman" panose="02020603050405020304" pitchFamily="18" charset="0"/>
                <a:cs typeface="Times New Roman" panose="02020603050405020304" pitchFamily="18" charset="0"/>
              </a:rPr>
            </a:br>
            <a:r>
              <a:rPr lang="hu-HU" dirty="0">
                <a:latin typeface="Times New Roman" panose="02020603050405020304" pitchFamily="18" charset="0"/>
                <a:cs typeface="Times New Roman" panose="02020603050405020304" pitchFamily="18" charset="0"/>
              </a:rPr>
              <a:t>32. cikk</a:t>
            </a:r>
          </a:p>
        </p:txBody>
      </p:sp>
      <p:graphicFrame>
        <p:nvGraphicFramePr>
          <p:cNvPr id="5" name="Content Placeholder 2">
            <a:extLst>
              <a:ext uri="{FF2B5EF4-FFF2-40B4-BE49-F238E27FC236}">
                <a16:creationId xmlns:a16="http://schemas.microsoft.com/office/drawing/2014/main" id="{6C90F7A7-439F-F241-B05D-80EE69252BB4}"/>
              </a:ext>
            </a:extLst>
          </p:cNvPr>
          <p:cNvGraphicFramePr>
            <a:graphicFrameLocks noGrp="1"/>
          </p:cNvGraphicFramePr>
          <p:nvPr>
            <p:ph idx="1"/>
            <p:extLst>
              <p:ext uri="{D42A27DB-BD31-4B8C-83A1-F6EECF244321}">
                <p14:modId xmlns:p14="http://schemas.microsoft.com/office/powerpoint/2010/main" val="4280021332"/>
              </p:ext>
            </p:extLst>
          </p:nvPr>
        </p:nvGraphicFramePr>
        <p:xfrm>
          <a:off x="183667" y="1632645"/>
          <a:ext cx="6357385" cy="5007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9117762"/>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2D8290-C090-F991-FF33-42043192C3B6}"/>
            </a:ext>
          </a:extLst>
        </p:cNvPr>
        <p:cNvGrpSpPr/>
        <p:nvPr/>
      </p:nvGrpSpPr>
      <p:grpSpPr>
        <a:xfrm>
          <a:off x="0" y="0"/>
          <a:ext cx="0" cy="0"/>
          <a:chOff x="0" y="0"/>
          <a:chExt cx="0" cy="0"/>
        </a:xfrm>
      </p:grpSpPr>
      <p:sp useBgFill="1">
        <p:nvSpPr>
          <p:cNvPr id="6182" name="Rectangle 618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D902CF-B05E-70C5-3369-526FD25D0410}"/>
              </a:ext>
            </a:extLst>
          </p:cNvPr>
          <p:cNvSpPr>
            <a:spLocks noGrp="1"/>
          </p:cNvSpPr>
          <p:nvPr>
            <p:ph type="title"/>
          </p:nvPr>
        </p:nvSpPr>
        <p:spPr>
          <a:xfrm>
            <a:off x="793662" y="386930"/>
            <a:ext cx="10066122" cy="1298448"/>
          </a:xfrm>
        </p:spPr>
        <p:txBody>
          <a:bodyPr anchor="b">
            <a:normAutofit fontScale="90000"/>
          </a:bodyPr>
          <a:lstStyle/>
          <a:p>
            <a:r>
              <a:rPr lang="hu-HU" sz="4800" dirty="0">
                <a:latin typeface="Times New Roman" panose="02020603050405020304" pitchFamily="18" charset="0"/>
                <a:cs typeface="Times New Roman" panose="02020603050405020304" pitchFamily="18" charset="0"/>
              </a:rPr>
              <a:t>Ír adatbiztonsági útmutatás</a:t>
            </a:r>
            <a:br>
              <a:rPr lang="hu-HU" sz="4800" dirty="0">
                <a:latin typeface="Times New Roman" panose="02020603050405020304" pitchFamily="18" charset="0"/>
                <a:cs typeface="Times New Roman" panose="02020603050405020304" pitchFamily="18" charset="0"/>
              </a:rPr>
            </a:br>
            <a:r>
              <a:rPr lang="hu-HU" sz="2400" dirty="0">
                <a:latin typeface="Times New Roman" panose="02020603050405020304" pitchFamily="18" charset="0"/>
                <a:cs typeface="Times New Roman" panose="02020603050405020304" pitchFamily="18" charset="0"/>
              </a:rPr>
              <a:t>https://www.dataprotection.ie/en/organisations/know-your-obligations/data-security-guidance </a:t>
            </a:r>
          </a:p>
        </p:txBody>
      </p:sp>
      <p:sp>
        <p:nvSpPr>
          <p:cNvPr id="6184" name="Rectangle 618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6" name="Rectangle 618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A2873F4-BD8A-0005-2C01-AEB044B18382}"/>
              </a:ext>
            </a:extLst>
          </p:cNvPr>
          <p:cNvSpPr>
            <a:spLocks noGrp="1"/>
          </p:cNvSpPr>
          <p:nvPr>
            <p:ph idx="1"/>
          </p:nvPr>
        </p:nvSpPr>
        <p:spPr>
          <a:xfrm>
            <a:off x="123826" y="2286000"/>
            <a:ext cx="5787706" cy="4185069"/>
          </a:xfrm>
        </p:spPr>
        <p:txBody>
          <a:bodyPr anchor="ctr">
            <a:normAutofit/>
          </a:bodyPr>
          <a:lstStyle/>
          <a:p>
            <a:pPr marL="0" indent="0">
              <a:buNone/>
            </a:pPr>
            <a:r>
              <a:rPr lang="hu-HU" sz="1700" dirty="0">
                <a:latin typeface="Times New Roman" panose="02020603050405020304" pitchFamily="18" charset="0"/>
                <a:cs typeface="Times New Roman" panose="02020603050405020304" pitchFamily="18" charset="0"/>
              </a:rPr>
              <a:t>Adatok gyűjtésére és megőrzésére vonatkozó szabályozás 	</a:t>
            </a:r>
          </a:p>
          <a:p>
            <a:pPr marL="0" indent="0">
              <a:buNone/>
            </a:pPr>
            <a:r>
              <a:rPr lang="en-US" sz="1700" dirty="0" err="1">
                <a:latin typeface="Times New Roman" panose="02020603050405020304" pitchFamily="18" charset="0"/>
                <a:cs typeface="Times New Roman" panose="02020603050405020304" pitchFamily="18" charset="0"/>
              </a:rPr>
              <a:t>Hozzáférések</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szabályozása</a:t>
            </a:r>
            <a:endParaRPr lang="hu-HU" sz="1700" dirty="0">
              <a:latin typeface="Times New Roman" panose="02020603050405020304" pitchFamily="18" charset="0"/>
              <a:cs typeface="Times New Roman" panose="02020603050405020304" pitchFamily="18" charset="0"/>
            </a:endParaRPr>
          </a:p>
          <a:p>
            <a:pPr marL="0" indent="0">
              <a:buNone/>
            </a:pPr>
            <a:r>
              <a:rPr lang="en-US" sz="1700" dirty="0" err="1">
                <a:latin typeface="Times New Roman" panose="02020603050405020304" pitchFamily="18" charset="0"/>
                <a:cs typeface="Times New Roman" panose="02020603050405020304" pitchFamily="18" charset="0"/>
              </a:rPr>
              <a:t>Automatikus</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képernyővédők</a:t>
            </a:r>
            <a:r>
              <a:rPr lang="hu-HU"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Titkosítás</a:t>
            </a:r>
            <a:r>
              <a:rPr lang="hu-HU" sz="1700" dirty="0">
                <a:latin typeface="Times New Roman" panose="02020603050405020304" pitchFamily="18" charset="0"/>
                <a:cs typeface="Times New Roman" panose="02020603050405020304" pitchFamily="18" charset="0"/>
              </a:rPr>
              <a:t> </a:t>
            </a:r>
          </a:p>
          <a:p>
            <a:pPr marL="0" indent="0">
              <a:buNone/>
            </a:pPr>
            <a:r>
              <a:rPr lang="en-US" sz="1700" dirty="0">
                <a:latin typeface="Times New Roman" panose="02020603050405020304" pitchFamily="18" charset="0"/>
                <a:cs typeface="Times New Roman" panose="02020603050405020304" pitchFamily="18" charset="0"/>
              </a:rPr>
              <a:t>Anti-</a:t>
            </a:r>
            <a:r>
              <a:rPr lang="en-US" sz="1700" dirty="0" err="1">
                <a:latin typeface="Times New Roman" panose="02020603050405020304" pitchFamily="18" charset="0"/>
                <a:cs typeface="Times New Roman" panose="02020603050405020304" pitchFamily="18" charset="0"/>
              </a:rPr>
              <a:t>vírus</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szoftver</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alkalmazása</a:t>
            </a:r>
            <a:r>
              <a:rPr lang="hu-HU" sz="1700" dirty="0">
                <a:latin typeface="Times New Roman" panose="02020603050405020304" pitchFamily="18" charset="0"/>
                <a:cs typeface="Times New Roman" panose="02020603050405020304" pitchFamily="18" charset="0"/>
              </a:rPr>
              <a:t> 	Tűzfalak </a:t>
            </a:r>
          </a:p>
          <a:p>
            <a:pPr marL="0" indent="0">
              <a:buNone/>
            </a:pPr>
            <a:r>
              <a:rPr lang="en-US" sz="1700" dirty="0" err="1">
                <a:latin typeface="Times New Roman" panose="02020603050405020304" pitchFamily="18" charset="0"/>
                <a:cs typeface="Times New Roman" panose="02020603050405020304" pitchFamily="18" charset="0"/>
              </a:rPr>
              <a:t>Szoftverek</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frissítése</a:t>
            </a:r>
            <a:r>
              <a:rPr lang="hu-HU"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Távoli</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hozzáférés</a:t>
            </a:r>
            <a:endParaRPr lang="hu-HU" sz="1700" dirty="0">
              <a:latin typeface="Times New Roman" panose="02020603050405020304" pitchFamily="18" charset="0"/>
              <a:cs typeface="Times New Roman" panose="02020603050405020304" pitchFamily="18" charset="0"/>
            </a:endParaRPr>
          </a:p>
          <a:p>
            <a:pPr marL="0" indent="0">
              <a:buNone/>
            </a:pPr>
            <a:r>
              <a:rPr lang="hu-HU" sz="1700" dirty="0">
                <a:latin typeface="Times New Roman" panose="02020603050405020304" pitchFamily="18" charset="0"/>
                <a:cs typeface="Times New Roman" panose="02020603050405020304" pitchFamily="18" charset="0"/>
              </a:rPr>
              <a:t>V</a:t>
            </a:r>
            <a:r>
              <a:rPr lang="en-US" sz="1700" dirty="0" err="1">
                <a:latin typeface="Times New Roman" panose="02020603050405020304" pitchFamily="18" charset="0"/>
                <a:cs typeface="Times New Roman" panose="02020603050405020304" pitchFamily="18" charset="0"/>
              </a:rPr>
              <a:t>ezeték</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nélküli</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hálózatok</a:t>
            </a:r>
            <a:r>
              <a:rPr lang="hu-HU"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Hordozható</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eszközök</a:t>
            </a:r>
            <a:endParaRPr lang="hu-HU" sz="1700" dirty="0">
              <a:latin typeface="Times New Roman" panose="02020603050405020304" pitchFamily="18" charset="0"/>
              <a:cs typeface="Times New Roman" panose="02020603050405020304" pitchFamily="18" charset="0"/>
            </a:endParaRPr>
          </a:p>
          <a:p>
            <a:pPr marL="0" indent="0">
              <a:buNone/>
            </a:pPr>
            <a:r>
              <a:rPr lang="en-US" sz="1700" dirty="0" err="1">
                <a:latin typeface="Times New Roman" panose="02020603050405020304" pitchFamily="18" charset="0"/>
                <a:cs typeface="Times New Roman" panose="02020603050405020304" pitchFamily="18" charset="0"/>
              </a:rPr>
              <a:t>Logolás</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és</a:t>
            </a:r>
            <a:r>
              <a:rPr lang="en-US" sz="1700" dirty="0">
                <a:latin typeface="Times New Roman" panose="02020603050405020304" pitchFamily="18" charset="0"/>
                <a:cs typeface="Times New Roman" panose="02020603050405020304" pitchFamily="18" charset="0"/>
              </a:rPr>
              <a:t> audit</a:t>
            </a:r>
            <a:r>
              <a:rPr lang="hu-HU"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Mentések</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készítése</a:t>
            </a:r>
            <a:endParaRPr lang="hu-HU" sz="1700" dirty="0">
              <a:latin typeface="Times New Roman" panose="02020603050405020304" pitchFamily="18" charset="0"/>
              <a:cs typeface="Times New Roman" panose="02020603050405020304" pitchFamily="18" charset="0"/>
            </a:endParaRPr>
          </a:p>
          <a:p>
            <a:pPr marL="0" indent="0">
              <a:buNone/>
            </a:pPr>
            <a:r>
              <a:rPr lang="en-US" sz="1700" dirty="0" err="1">
                <a:latin typeface="Times New Roman" panose="02020603050405020304" pitchFamily="18" charset="0"/>
                <a:cs typeface="Times New Roman" panose="02020603050405020304" pitchFamily="18" charset="0"/>
              </a:rPr>
              <a:t>Incidenskezelés</a:t>
            </a:r>
            <a:r>
              <a:rPr lang="hu-HU" sz="1700" dirty="0">
                <a:latin typeface="Times New Roman" panose="02020603050405020304" pitchFamily="18" charset="0"/>
                <a:cs typeface="Times New Roman" panose="02020603050405020304" pitchFamily="18" charset="0"/>
              </a:rPr>
              <a:t>			</a:t>
            </a:r>
          </a:p>
          <a:p>
            <a:pPr marL="0" indent="0">
              <a:buNone/>
            </a:pPr>
            <a:r>
              <a:rPr lang="en-US" sz="1700" dirty="0" err="1">
                <a:latin typeface="Times New Roman" panose="02020603050405020304" pitchFamily="18" charset="0"/>
                <a:cs typeface="Times New Roman" panose="02020603050405020304" pitchFamily="18" charset="0"/>
              </a:rPr>
              <a:t>Használt</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eszközök</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lecserélése</a:t>
            </a:r>
            <a:r>
              <a:rPr lang="hu-HU"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Fizikai</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biztonság</a:t>
            </a:r>
            <a:endParaRPr lang="hu-HU" sz="1700" dirty="0">
              <a:latin typeface="Times New Roman" panose="02020603050405020304" pitchFamily="18" charset="0"/>
              <a:cs typeface="Times New Roman" panose="02020603050405020304" pitchFamily="18" charset="0"/>
            </a:endParaRPr>
          </a:p>
          <a:p>
            <a:pPr marL="0" indent="0">
              <a:buNone/>
            </a:pPr>
            <a:r>
              <a:rPr lang="en-US" sz="1700" dirty="0" err="1">
                <a:latin typeface="Times New Roman" panose="02020603050405020304" pitchFamily="18" charset="0"/>
                <a:cs typeface="Times New Roman" panose="02020603050405020304" pitchFamily="18" charset="0"/>
              </a:rPr>
              <a:t>Emberi</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tényező</a:t>
            </a:r>
            <a:r>
              <a:rPr lang="hu-HU"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Tanúsítványok</a:t>
            </a:r>
            <a:endParaRPr lang="en-US" sz="1700" dirty="0">
              <a:latin typeface="Times New Roman" panose="02020603050405020304" pitchFamily="18" charset="0"/>
              <a:cs typeface="Times New Roman" panose="02020603050405020304" pitchFamily="18" charset="0"/>
            </a:endParaRPr>
          </a:p>
        </p:txBody>
      </p:sp>
      <p:pic>
        <p:nvPicPr>
          <p:cNvPr id="6146" name="Picture 2" descr="Homepage | Data Protection Commission">
            <a:extLst>
              <a:ext uri="{FF2B5EF4-FFF2-40B4-BE49-F238E27FC236}">
                <a16:creationId xmlns:a16="http://schemas.microsoft.com/office/drawing/2014/main" id="{1151A722-6549-16E9-B508-1A6B9DEA42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3515512"/>
            <a:ext cx="5150277" cy="1651730"/>
          </a:xfrm>
          <a:prstGeom prst="rect">
            <a:avLst/>
          </a:prstGeom>
          <a:noFill/>
          <a:extLst>
            <a:ext uri="{909E8E84-426E-40DD-AFC4-6F175D3DCCD1}">
              <a14:hiddenFill xmlns:a14="http://schemas.microsoft.com/office/drawing/2010/main">
                <a:solidFill>
                  <a:srgbClr val="FFFFFF"/>
                </a:solidFill>
              </a14:hiddenFill>
            </a:ext>
          </a:extLst>
        </p:spPr>
      </p:pic>
      <p:sp>
        <p:nvSpPr>
          <p:cNvPr id="6188" name="Rectangle 618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8723156"/>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5" name="Rectangle 1044">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Cím 1"/>
          <p:cNvSpPr>
            <a:spLocks noGrp="1"/>
          </p:cNvSpPr>
          <p:nvPr>
            <p:ph type="title"/>
          </p:nvPr>
        </p:nvSpPr>
        <p:spPr>
          <a:xfrm>
            <a:off x="152361" y="190210"/>
            <a:ext cx="6346410" cy="1325563"/>
          </a:xfrm>
        </p:spPr>
        <p:txBody>
          <a:bodyPr>
            <a:normAutofit/>
          </a:bodyPr>
          <a:lstStyle/>
          <a:p>
            <a:r>
              <a:rPr lang="hu-HU" dirty="0">
                <a:latin typeface="Times New Roman" panose="02020603050405020304" pitchFamily="18" charset="0"/>
                <a:cs typeface="Times New Roman" panose="02020603050405020304" pitchFamily="18" charset="0"/>
              </a:rPr>
              <a:t>Ha valami balul sül el…</a:t>
            </a:r>
            <a:endParaRPr lang="de-DE" b="1"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2D88B6B3-B983-4619-9170-B8FD553F335C}"/>
              </a:ext>
            </a:extLst>
          </p:cNvPr>
          <p:cNvSpPr>
            <a:spLocks noGrp="1"/>
          </p:cNvSpPr>
          <p:nvPr>
            <p:ph idx="1"/>
          </p:nvPr>
        </p:nvSpPr>
        <p:spPr>
          <a:xfrm>
            <a:off x="280956" y="1815007"/>
            <a:ext cx="5393361" cy="4351338"/>
          </a:xfrm>
        </p:spPr>
        <p:txBody>
          <a:bodyPr>
            <a:normAutofit/>
          </a:bodyPr>
          <a:lstStyle/>
          <a:p>
            <a:pPr marL="0" indent="0">
              <a:buNone/>
            </a:pPr>
            <a:endParaRPr lang="hu-HU" dirty="0">
              <a:latin typeface="Times New Roman" panose="02020603050405020304" pitchFamily="18" charset="0"/>
              <a:cs typeface="Times New Roman" panose="02020603050405020304" pitchFamily="18" charset="0"/>
            </a:endParaRPr>
          </a:p>
          <a:p>
            <a:pPr marL="0" indent="0">
              <a:buNone/>
            </a:pPr>
            <a:r>
              <a:rPr lang="hu-HU" dirty="0">
                <a:latin typeface="Times New Roman" panose="02020603050405020304" pitchFamily="18" charset="0"/>
                <a:cs typeface="Times New Roman" panose="02020603050405020304" pitchFamily="18" charset="0"/>
              </a:rPr>
              <a:t>„</a:t>
            </a:r>
            <a:r>
              <a:rPr lang="hu-HU" b="1" dirty="0">
                <a:latin typeface="Times New Roman" panose="02020603050405020304" pitchFamily="18" charset="0"/>
                <a:cs typeface="Times New Roman" panose="02020603050405020304" pitchFamily="18" charset="0"/>
              </a:rPr>
              <a:t>adatvédelmi incidens</a:t>
            </a:r>
            <a:r>
              <a:rPr lang="hu-HU" dirty="0">
                <a:latin typeface="Times New Roman" panose="02020603050405020304" pitchFamily="18" charset="0"/>
                <a:cs typeface="Times New Roman" panose="02020603050405020304" pitchFamily="18" charset="0"/>
              </a:rPr>
              <a:t>”: a biztonság olyan sérülése, amely a továbbított, tárolt vagy más módon kezelt személyes adatok véletlen vagy jogellenes megsemmisítését, elvesztését, megváltoztatását, jogosulatlan közlését vagy az azokhoz való jogosulatlan hozzáférést eredményezi;</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1040" name="Picture 16" descr="Server Room Fire Stock Illustrations – 199 Server Room Fire Stock  Illustrations, Vectors &amp; Clipart - Dreamstime">
            <a:extLst>
              <a:ext uri="{FF2B5EF4-FFF2-40B4-BE49-F238E27FC236}">
                <a16:creationId xmlns:a16="http://schemas.microsoft.com/office/drawing/2014/main" id="{EC1C7ED2-8AFA-8FAB-492E-3839D61D4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208" r="24292"/>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1047"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9"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525919"/>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ím 1"/>
          <p:cNvSpPr>
            <a:spLocks noGrp="1"/>
          </p:cNvSpPr>
          <p:nvPr>
            <p:ph type="title"/>
          </p:nvPr>
        </p:nvSpPr>
        <p:spPr>
          <a:xfrm>
            <a:off x="260628" y="110889"/>
            <a:ext cx="10515600" cy="1325563"/>
          </a:xfrm>
        </p:spPr>
        <p:txBody>
          <a:bodyPr>
            <a:normAutofit/>
          </a:bodyPr>
          <a:lstStyle/>
          <a:p>
            <a:r>
              <a:rPr lang="hu-HU" dirty="0">
                <a:latin typeface="Times New Roman" panose="02020603050405020304" pitchFamily="18" charset="0"/>
                <a:cs typeface="Times New Roman" panose="02020603050405020304" pitchFamily="18" charset="0"/>
              </a:rPr>
              <a:t>Bejelentés – 33. cikk</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artalom helye 2"/>
          <p:cNvSpPr>
            <a:spLocks noGrp="1"/>
          </p:cNvSpPr>
          <p:nvPr>
            <p:ph idx="1"/>
          </p:nvPr>
        </p:nvSpPr>
        <p:spPr>
          <a:xfrm>
            <a:off x="1120690" y="1499054"/>
            <a:ext cx="10515600" cy="4351338"/>
          </a:xfrm>
        </p:spPr>
        <p:txBody>
          <a:bodyPr>
            <a:normAutofit/>
          </a:bodyPr>
          <a:lstStyle/>
          <a:p>
            <a:r>
              <a:rPr lang="hu-HU" dirty="0">
                <a:latin typeface="Times New Roman" panose="02020603050405020304" pitchFamily="18" charset="0"/>
                <a:cs typeface="Times New Roman" panose="02020603050405020304" pitchFamily="18" charset="0"/>
              </a:rPr>
              <a:t>adatkezelő </a:t>
            </a:r>
            <a:r>
              <a:rPr lang="hu-HU" b="1" dirty="0">
                <a:latin typeface="Times New Roman" panose="02020603050405020304" pitchFamily="18" charset="0"/>
                <a:cs typeface="Times New Roman" panose="02020603050405020304" pitchFamily="18" charset="0"/>
              </a:rPr>
              <a:t>indokolatlan késedelem nélkül</a:t>
            </a:r>
          </a:p>
          <a:p>
            <a:r>
              <a:rPr lang="hu-HU" dirty="0">
                <a:latin typeface="Times New Roman" panose="02020603050405020304" pitchFamily="18" charset="0"/>
                <a:cs typeface="Times New Roman" panose="02020603050405020304" pitchFamily="18" charset="0"/>
              </a:rPr>
              <a:t> és ha lehetséges, </a:t>
            </a:r>
            <a:r>
              <a:rPr lang="hu-HU" b="1" dirty="0">
                <a:latin typeface="Times New Roman" panose="02020603050405020304" pitchFamily="18" charset="0"/>
                <a:cs typeface="Times New Roman" panose="02020603050405020304" pitchFamily="18" charset="0"/>
              </a:rPr>
              <a:t>legkésőbb 72 órá</a:t>
            </a:r>
            <a:r>
              <a:rPr lang="hu-HU" dirty="0">
                <a:latin typeface="Times New Roman" panose="02020603050405020304" pitchFamily="18" charset="0"/>
                <a:cs typeface="Times New Roman" panose="02020603050405020304" pitchFamily="18" charset="0"/>
              </a:rPr>
              <a:t>val azután, hogy az adatvédelmi incidens a tudomására jutott </a:t>
            </a:r>
            <a:r>
              <a:rPr lang="hu-HU" b="1" dirty="0">
                <a:latin typeface="Times New Roman" panose="02020603050405020304" pitchFamily="18" charset="0"/>
                <a:cs typeface="Times New Roman" panose="02020603050405020304" pitchFamily="18" charset="0"/>
              </a:rPr>
              <a:t>bejelenti</a:t>
            </a:r>
            <a:r>
              <a:rPr lang="hu-HU" dirty="0">
                <a:latin typeface="Times New Roman" panose="02020603050405020304" pitchFamily="18" charset="0"/>
                <a:cs typeface="Times New Roman" panose="02020603050405020304" pitchFamily="18" charset="0"/>
              </a:rPr>
              <a:t> </a:t>
            </a:r>
          </a:p>
          <a:p>
            <a:r>
              <a:rPr lang="hu-HU" b="1" dirty="0">
                <a:latin typeface="Times New Roman" panose="02020603050405020304" pitchFamily="18" charset="0"/>
                <a:cs typeface="Times New Roman" panose="02020603050405020304" pitchFamily="18" charset="0"/>
              </a:rPr>
              <a:t>felügyeleti hatóságnak</a:t>
            </a:r>
          </a:p>
          <a:p>
            <a:endParaRPr lang="hu-HU" dirty="0">
              <a:latin typeface="Times New Roman" panose="02020603050405020304" pitchFamily="18" charset="0"/>
              <a:cs typeface="Times New Roman" panose="02020603050405020304" pitchFamily="18" charset="0"/>
            </a:endParaRPr>
          </a:p>
          <a:p>
            <a:r>
              <a:rPr lang="hu-HU" dirty="0">
                <a:latin typeface="Times New Roman" panose="02020603050405020304" pitchFamily="18" charset="0"/>
                <a:cs typeface="Times New Roman" panose="02020603050405020304" pitchFamily="18" charset="0"/>
              </a:rPr>
              <a:t>kivéve, ha az adatvédelmi incidens valószínűsíthetően nem jár kockázattal a természetes személyek jogaira és szabadságaira nézve. </a:t>
            </a:r>
          </a:p>
          <a:p>
            <a:endParaRPr lang="hu-HU" dirty="0">
              <a:latin typeface="Times New Roman" panose="02020603050405020304" pitchFamily="18" charset="0"/>
              <a:cs typeface="Times New Roman" panose="02020603050405020304" pitchFamily="18" charset="0"/>
            </a:endParaRPr>
          </a:p>
          <a:p>
            <a:r>
              <a:rPr lang="hu-HU" dirty="0">
                <a:latin typeface="Times New Roman" panose="02020603050405020304" pitchFamily="18" charset="0"/>
                <a:cs typeface="Times New Roman" panose="02020603050405020304" pitchFamily="18" charset="0"/>
              </a:rPr>
              <a:t>Ha nem történik meg 72 órán belül, mellékelni kell indokokat is.</a:t>
            </a:r>
          </a:p>
          <a:p>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044166"/>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1112E-4A9A-BEFF-C876-06CE81DECF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97C02715-F1FB-919A-2D96-B638370E0510}"/>
              </a:ext>
            </a:extLst>
          </p:cNvPr>
          <p:cNvSpPr>
            <a:spLocks noGrp="1"/>
          </p:cNvSpPr>
          <p:nvPr>
            <p:ph type="title"/>
          </p:nvPr>
        </p:nvSpPr>
        <p:spPr>
          <a:xfrm>
            <a:off x="686834" y="1153572"/>
            <a:ext cx="3200400" cy="4461163"/>
          </a:xfrm>
        </p:spPr>
        <p:txBody>
          <a:bodyPr>
            <a:normAutofit/>
          </a:bodyPr>
          <a:lstStyle/>
          <a:p>
            <a:r>
              <a:rPr lang="hu-HU">
                <a:solidFill>
                  <a:srgbClr val="FFFFFF"/>
                </a:solidFill>
                <a:latin typeface="Times New Roman" panose="02020603050405020304" pitchFamily="18" charset="0"/>
                <a:cs typeface="Times New Roman" panose="02020603050405020304" pitchFamily="18" charset="0"/>
              </a:rPr>
              <a:t>Bejelentés – 33. cikk</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artalom helye 2">
            <a:extLst>
              <a:ext uri="{FF2B5EF4-FFF2-40B4-BE49-F238E27FC236}">
                <a16:creationId xmlns:a16="http://schemas.microsoft.com/office/drawing/2014/main" id="{5676B2AF-9CC2-B7AE-25BF-BA75E4390199}"/>
              </a:ext>
            </a:extLst>
          </p:cNvPr>
          <p:cNvSpPr>
            <a:spLocks noGrp="1"/>
          </p:cNvSpPr>
          <p:nvPr>
            <p:ph idx="1"/>
          </p:nvPr>
        </p:nvSpPr>
        <p:spPr>
          <a:xfrm>
            <a:off x="4447308" y="591344"/>
            <a:ext cx="6906491" cy="5585619"/>
          </a:xfrm>
        </p:spPr>
        <p:txBody>
          <a:bodyPr anchor="ctr">
            <a:normAutofit/>
          </a:bodyPr>
          <a:lstStyle/>
          <a:p>
            <a:r>
              <a:rPr lang="hu-HU" dirty="0">
                <a:latin typeface="Times New Roman" panose="02020603050405020304" pitchFamily="18" charset="0"/>
                <a:cs typeface="Times New Roman" panose="02020603050405020304" pitchFamily="18" charset="0"/>
              </a:rPr>
              <a:t>incidens jellegét </a:t>
            </a:r>
          </a:p>
          <a:p>
            <a:pPr lvl="1"/>
            <a:r>
              <a:rPr lang="hu-HU" dirty="0">
                <a:latin typeface="Times New Roman" panose="02020603050405020304" pitchFamily="18" charset="0"/>
                <a:cs typeface="Times New Roman" panose="02020603050405020304" pitchFamily="18" charset="0"/>
              </a:rPr>
              <a:t>érintettek kategóriáit és kb. számát</a:t>
            </a:r>
          </a:p>
          <a:p>
            <a:pPr lvl="1"/>
            <a:r>
              <a:rPr lang="hu-HU" dirty="0">
                <a:latin typeface="Times New Roman" panose="02020603050405020304" pitchFamily="18" charset="0"/>
                <a:cs typeface="Times New Roman" panose="02020603050405020304" pitchFamily="18" charset="0"/>
              </a:rPr>
              <a:t>adatok kategóriáit és </a:t>
            </a:r>
            <a:r>
              <a:rPr lang="hu-HU" dirty="0" err="1">
                <a:latin typeface="Times New Roman" panose="02020603050405020304" pitchFamily="18" charset="0"/>
                <a:cs typeface="Times New Roman" panose="02020603050405020304" pitchFamily="18" charset="0"/>
              </a:rPr>
              <a:t>kb</a:t>
            </a:r>
            <a:r>
              <a:rPr lang="hu-HU" dirty="0">
                <a:latin typeface="Times New Roman" panose="02020603050405020304" pitchFamily="18" charset="0"/>
                <a:cs typeface="Times New Roman" panose="02020603050405020304" pitchFamily="18" charset="0"/>
              </a:rPr>
              <a:t> számát</a:t>
            </a:r>
          </a:p>
          <a:p>
            <a:pPr lvl="1"/>
            <a:endParaRPr lang="hu-HU" dirty="0">
              <a:latin typeface="Times New Roman" panose="02020603050405020304" pitchFamily="18" charset="0"/>
              <a:cs typeface="Times New Roman" panose="02020603050405020304" pitchFamily="18" charset="0"/>
            </a:endParaRPr>
          </a:p>
          <a:p>
            <a:r>
              <a:rPr lang="hu-HU" dirty="0">
                <a:latin typeface="Times New Roman" panose="02020603050405020304" pitchFamily="18" charset="0"/>
                <a:cs typeface="Times New Roman" panose="02020603050405020304" pitchFamily="18" charset="0"/>
              </a:rPr>
              <a:t>adatvédelmi tisztviselő/tájékoztatást nyújtó egyéb kapcsolattartó nevét és elérhetőségeit</a:t>
            </a:r>
          </a:p>
          <a:p>
            <a:endParaRPr lang="hu-HU" dirty="0">
              <a:latin typeface="Times New Roman" panose="02020603050405020304" pitchFamily="18" charset="0"/>
              <a:cs typeface="Times New Roman" panose="02020603050405020304" pitchFamily="18" charset="0"/>
            </a:endParaRPr>
          </a:p>
          <a:p>
            <a:r>
              <a:rPr lang="hu-HU" dirty="0">
                <a:latin typeface="Times New Roman" panose="02020603050405020304" pitchFamily="18" charset="0"/>
                <a:cs typeface="Times New Roman" panose="02020603050405020304" pitchFamily="18" charset="0"/>
              </a:rPr>
              <a:t>valószínűsíthető következményeket</a:t>
            </a:r>
          </a:p>
          <a:p>
            <a:pPr lvl="1"/>
            <a:r>
              <a:rPr lang="hu-HU" dirty="0">
                <a:latin typeface="Times New Roman" panose="02020603050405020304" pitchFamily="18" charset="0"/>
                <a:cs typeface="Times New Roman" panose="02020603050405020304" pitchFamily="18" charset="0"/>
              </a:rPr>
              <a:t>orvoslásra tett vagy tervezett intézkedéseket</a:t>
            </a:r>
          </a:p>
          <a:p>
            <a:pPr lvl="1"/>
            <a:r>
              <a:rPr lang="hu-HU" dirty="0">
                <a:latin typeface="Times New Roman" panose="02020603050405020304" pitchFamily="18" charset="0"/>
                <a:cs typeface="Times New Roman" panose="02020603050405020304" pitchFamily="18" charset="0"/>
              </a:rPr>
              <a:t>incidensből eredő hátrányos következmények enyhítését célzó intézkedéseket.</a:t>
            </a:r>
          </a:p>
          <a:p>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1329111"/>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0673BA-DD5A-3028-C7A5-DBCFD8442D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BD2201EF-D555-9C22-A551-5F35AA9CE961}"/>
              </a:ext>
            </a:extLst>
          </p:cNvPr>
          <p:cNvSpPr>
            <a:spLocks noGrp="1"/>
          </p:cNvSpPr>
          <p:nvPr>
            <p:ph type="title"/>
          </p:nvPr>
        </p:nvSpPr>
        <p:spPr>
          <a:xfrm>
            <a:off x="466722" y="586855"/>
            <a:ext cx="3201366" cy="3387497"/>
          </a:xfrm>
        </p:spPr>
        <p:txBody>
          <a:bodyPr anchor="b">
            <a:normAutofit/>
          </a:bodyPr>
          <a:lstStyle/>
          <a:p>
            <a:pPr algn="r"/>
            <a:r>
              <a:rPr lang="hu-HU" sz="4000" dirty="0">
                <a:solidFill>
                  <a:srgbClr val="FFFFFF"/>
                </a:solidFill>
                <a:latin typeface="Times New Roman" panose="02020603050405020304" pitchFamily="18" charset="0"/>
                <a:cs typeface="Times New Roman" panose="02020603050405020304" pitchFamily="18" charset="0"/>
              </a:rPr>
              <a:t>Érintett tájékoztatása – 34. cikk</a:t>
            </a:r>
          </a:p>
        </p:txBody>
      </p:sp>
      <p:sp>
        <p:nvSpPr>
          <p:cNvPr id="3" name="Tartalom helye 2">
            <a:extLst>
              <a:ext uri="{FF2B5EF4-FFF2-40B4-BE49-F238E27FC236}">
                <a16:creationId xmlns:a16="http://schemas.microsoft.com/office/drawing/2014/main" id="{77A63DBA-1BC7-81CC-B6D4-9AF3D9598204}"/>
              </a:ext>
            </a:extLst>
          </p:cNvPr>
          <p:cNvSpPr>
            <a:spLocks noGrp="1"/>
          </p:cNvSpPr>
          <p:nvPr>
            <p:ph idx="1"/>
          </p:nvPr>
        </p:nvSpPr>
        <p:spPr>
          <a:xfrm>
            <a:off x="4134811" y="97972"/>
            <a:ext cx="7959218" cy="6749890"/>
          </a:xfrm>
        </p:spPr>
        <p:txBody>
          <a:bodyPr anchor="ctr">
            <a:noAutofit/>
          </a:bodyPr>
          <a:lstStyle/>
          <a:p>
            <a:r>
              <a:rPr lang="hu-HU" sz="2400" dirty="0">
                <a:latin typeface="Times New Roman" panose="02020603050405020304" pitchFamily="18" charset="0"/>
                <a:cs typeface="Times New Roman" panose="02020603050405020304" pitchFamily="18" charset="0"/>
              </a:rPr>
              <a:t>Valószínűsíthetően </a:t>
            </a:r>
            <a:r>
              <a:rPr lang="hu-HU" sz="2400" b="1" dirty="0">
                <a:latin typeface="Times New Roman" panose="02020603050405020304" pitchFamily="18" charset="0"/>
                <a:cs typeface="Times New Roman" panose="02020603050405020304" pitchFamily="18" charset="0"/>
              </a:rPr>
              <a:t>magas kockázattal </a:t>
            </a:r>
            <a:r>
              <a:rPr lang="hu-HU" sz="2400" dirty="0">
                <a:latin typeface="Times New Roman" panose="02020603050405020304" pitchFamily="18" charset="0"/>
                <a:cs typeface="Times New Roman" panose="02020603050405020304" pitchFamily="18" charset="0"/>
              </a:rPr>
              <a:t>jár személyek jogaira és szabadságaira nézve, az adatkezelő indokolatlan késedelem nélkül tájékoztatja az érintettet az adatvédelmi incidensről.</a:t>
            </a:r>
          </a:p>
          <a:p>
            <a:endParaRPr lang="hu-HU" sz="2400" dirty="0">
              <a:latin typeface="Times New Roman" panose="02020603050405020304" pitchFamily="18" charset="0"/>
              <a:cs typeface="Times New Roman" panose="02020603050405020304" pitchFamily="18" charset="0"/>
            </a:endParaRPr>
          </a:p>
          <a:p>
            <a:r>
              <a:rPr lang="hu-HU" sz="2400" dirty="0">
                <a:latin typeface="Times New Roman" panose="02020603050405020304" pitchFamily="18" charset="0"/>
                <a:cs typeface="Times New Roman" panose="02020603050405020304" pitchFamily="18" charset="0"/>
              </a:rPr>
              <a:t>Kivéltelek:</a:t>
            </a:r>
          </a:p>
          <a:p>
            <a:endParaRPr lang="hu-HU" sz="2400" dirty="0">
              <a:latin typeface="Times New Roman" panose="02020603050405020304" pitchFamily="18" charset="0"/>
              <a:cs typeface="Times New Roman" panose="02020603050405020304" pitchFamily="18" charset="0"/>
            </a:endParaRPr>
          </a:p>
          <a:p>
            <a:r>
              <a:rPr lang="hu-HU" sz="2400" dirty="0">
                <a:latin typeface="Times New Roman" panose="02020603050405020304" pitchFamily="18" charset="0"/>
                <a:cs typeface="Times New Roman" panose="02020603050405020304" pitchFamily="18" charset="0"/>
              </a:rPr>
              <a:t>az adatkezelő megfelelő védelmi intézkedéseket hajtott végre, és ezeket érintett adatokra alkalmazták, különösen például a titkosítás, amelyek értelmezhetetlenné teszik az adatokat; </a:t>
            </a:r>
          </a:p>
          <a:p>
            <a:endParaRPr lang="hu-HU" sz="2400" dirty="0">
              <a:latin typeface="Times New Roman" panose="02020603050405020304" pitchFamily="18" charset="0"/>
              <a:cs typeface="Times New Roman" panose="02020603050405020304" pitchFamily="18" charset="0"/>
            </a:endParaRPr>
          </a:p>
          <a:p>
            <a:r>
              <a:rPr lang="hu-HU" sz="2400" dirty="0">
                <a:latin typeface="Times New Roman" panose="02020603050405020304" pitchFamily="18" charset="0"/>
                <a:cs typeface="Times New Roman" panose="02020603050405020304" pitchFamily="18" charset="0"/>
              </a:rPr>
              <a:t>további intézkedéseket tett, amelyek biztosítják, hogy a magas kockázat valószínűsíthetően nem valósul meg;</a:t>
            </a:r>
          </a:p>
          <a:p>
            <a:endParaRPr lang="hu-HU" sz="2400" dirty="0">
              <a:latin typeface="Times New Roman" panose="02020603050405020304" pitchFamily="18" charset="0"/>
              <a:cs typeface="Times New Roman" panose="02020603050405020304" pitchFamily="18" charset="0"/>
            </a:endParaRPr>
          </a:p>
          <a:p>
            <a:r>
              <a:rPr lang="hu-HU" sz="2400" dirty="0">
                <a:latin typeface="Times New Roman" panose="02020603050405020304" pitchFamily="18" charset="0"/>
                <a:cs typeface="Times New Roman" panose="02020603050405020304" pitchFamily="18" charset="0"/>
              </a:rPr>
              <a:t>aránytalan erőfeszítés - nyilvánosan közzétett információk útján kell tájékoztatni</a:t>
            </a:r>
          </a:p>
        </p:txBody>
      </p:sp>
    </p:spTree>
    <p:extLst>
      <p:ext uri="{BB962C8B-B14F-4D97-AF65-F5344CB8AC3E}">
        <p14:creationId xmlns:p14="http://schemas.microsoft.com/office/powerpoint/2010/main" val="4271606872"/>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1468-E69B-F30C-A6A8-8B61D61E40BD}"/>
            </a:ext>
          </a:extLst>
        </p:cNvPr>
        <p:cNvGrpSpPr/>
        <p:nvPr/>
      </p:nvGrpSpPr>
      <p:grpSpPr>
        <a:xfrm>
          <a:off x="0" y="0"/>
          <a:ext cx="0" cy="0"/>
          <a:chOff x="0" y="0"/>
          <a:chExt cx="0" cy="0"/>
        </a:xfrm>
      </p:grpSpPr>
      <p:sp>
        <p:nvSpPr>
          <p:cNvPr id="3" name="Lekerekített téglalap 2">
            <a:extLst>
              <a:ext uri="{FF2B5EF4-FFF2-40B4-BE49-F238E27FC236}">
                <a16:creationId xmlns:a16="http://schemas.microsoft.com/office/drawing/2014/main" id="{5460C72C-F5F3-DDCC-F53E-B041B70C239A}"/>
              </a:ext>
            </a:extLst>
          </p:cNvPr>
          <p:cNvSpPr/>
          <p:nvPr/>
        </p:nvSpPr>
        <p:spPr>
          <a:xfrm rot="16200000">
            <a:off x="335360" y="2924944"/>
            <a:ext cx="5328592" cy="172819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hu-HU" sz="3000" b="1" dirty="0">
                <a:latin typeface="Times New Roman" panose="02020603050405020304" pitchFamily="18" charset="0"/>
                <a:cs typeface="Times New Roman" panose="02020603050405020304" pitchFamily="18" charset="0"/>
              </a:rPr>
              <a:t>Adatvédelmi/adatbiztonsági szabályok megsértése</a:t>
            </a:r>
          </a:p>
        </p:txBody>
      </p:sp>
      <p:sp>
        <p:nvSpPr>
          <p:cNvPr id="4" name="Jobbra nyíl 3">
            <a:extLst>
              <a:ext uri="{FF2B5EF4-FFF2-40B4-BE49-F238E27FC236}">
                <a16:creationId xmlns:a16="http://schemas.microsoft.com/office/drawing/2014/main" id="{E282C4C0-8C3B-A20B-B4BD-276D37DC3F6B}"/>
              </a:ext>
            </a:extLst>
          </p:cNvPr>
          <p:cNvSpPr/>
          <p:nvPr/>
        </p:nvSpPr>
        <p:spPr>
          <a:xfrm>
            <a:off x="3942582" y="1012960"/>
            <a:ext cx="4178027" cy="187220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hu-HU" sz="1600" dirty="0">
                <a:latin typeface="Times New Roman" panose="02020603050405020304" pitchFamily="18" charset="0"/>
                <a:cs typeface="Times New Roman" panose="02020603050405020304" pitchFamily="18" charset="0"/>
              </a:rPr>
              <a:t>Bármely jogsérelem vagy annak közvetlen veszélye esetén</a:t>
            </a:r>
          </a:p>
        </p:txBody>
      </p:sp>
      <p:sp>
        <p:nvSpPr>
          <p:cNvPr id="9" name="Lekerekített téglalap 8">
            <a:extLst>
              <a:ext uri="{FF2B5EF4-FFF2-40B4-BE49-F238E27FC236}">
                <a16:creationId xmlns:a16="http://schemas.microsoft.com/office/drawing/2014/main" id="{E6E1D159-0E84-1FBF-A4C4-7D27E63E4705}"/>
              </a:ext>
            </a:extLst>
          </p:cNvPr>
          <p:cNvSpPr/>
          <p:nvPr/>
        </p:nvSpPr>
        <p:spPr>
          <a:xfrm>
            <a:off x="8149183" y="1340768"/>
            <a:ext cx="1778496" cy="116265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hu-HU" dirty="0">
                <a:latin typeface="Times New Roman" panose="02020603050405020304" pitchFamily="18" charset="0"/>
                <a:cs typeface="Times New Roman" panose="02020603050405020304" pitchFamily="18" charset="0"/>
              </a:rPr>
              <a:t>NAIH</a:t>
            </a:r>
          </a:p>
        </p:txBody>
      </p:sp>
      <p:sp>
        <p:nvSpPr>
          <p:cNvPr id="27" name="Jobbra nyíl 26">
            <a:extLst>
              <a:ext uri="{FF2B5EF4-FFF2-40B4-BE49-F238E27FC236}">
                <a16:creationId xmlns:a16="http://schemas.microsoft.com/office/drawing/2014/main" id="{F6EDCC19-EAFB-133E-C1AA-674B867BB8D5}"/>
              </a:ext>
            </a:extLst>
          </p:cNvPr>
          <p:cNvSpPr/>
          <p:nvPr/>
        </p:nvSpPr>
        <p:spPr>
          <a:xfrm>
            <a:off x="3987055" y="3065294"/>
            <a:ext cx="4178028" cy="156931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hu-HU" sz="1600" dirty="0">
                <a:latin typeface="Times New Roman" panose="02020603050405020304" pitchFamily="18" charset="0"/>
                <a:cs typeface="Times New Roman" panose="02020603050405020304" pitchFamily="18" charset="0"/>
              </a:rPr>
              <a:t>Ha a jogsértés kárt okoz vagy személyhez fűződő jogokat sért</a:t>
            </a:r>
          </a:p>
        </p:txBody>
      </p:sp>
      <p:sp>
        <p:nvSpPr>
          <p:cNvPr id="29" name="Lekerekített téglalap 28">
            <a:extLst>
              <a:ext uri="{FF2B5EF4-FFF2-40B4-BE49-F238E27FC236}">
                <a16:creationId xmlns:a16="http://schemas.microsoft.com/office/drawing/2014/main" id="{077A525E-291B-B99D-AD1B-5F2E74E640F9}"/>
              </a:ext>
            </a:extLst>
          </p:cNvPr>
          <p:cNvSpPr/>
          <p:nvPr/>
        </p:nvSpPr>
        <p:spPr>
          <a:xfrm>
            <a:off x="8165083" y="2780929"/>
            <a:ext cx="1778496" cy="209554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hu-HU" dirty="0">
                <a:latin typeface="Times New Roman" panose="02020603050405020304" pitchFamily="18" charset="0"/>
                <a:cs typeface="Times New Roman" panose="02020603050405020304" pitchFamily="18" charset="0"/>
              </a:rPr>
              <a:t>(Polgári) bírósági jogorvoslat</a:t>
            </a:r>
          </a:p>
        </p:txBody>
      </p:sp>
      <p:sp>
        <p:nvSpPr>
          <p:cNvPr id="30" name="Lekerekített téglalap 29">
            <a:extLst>
              <a:ext uri="{FF2B5EF4-FFF2-40B4-BE49-F238E27FC236}">
                <a16:creationId xmlns:a16="http://schemas.microsoft.com/office/drawing/2014/main" id="{15E93727-30EC-5E65-8F98-01B832F2B588}"/>
              </a:ext>
            </a:extLst>
          </p:cNvPr>
          <p:cNvSpPr/>
          <p:nvPr/>
        </p:nvSpPr>
        <p:spPr>
          <a:xfrm>
            <a:off x="8113787" y="5193358"/>
            <a:ext cx="1778496" cy="116265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hu-HU" dirty="0">
                <a:latin typeface="Times New Roman" panose="02020603050405020304" pitchFamily="18" charset="0"/>
                <a:cs typeface="Times New Roman" panose="02020603050405020304" pitchFamily="18" charset="0"/>
              </a:rPr>
              <a:t>Büntetőeljárás</a:t>
            </a:r>
          </a:p>
        </p:txBody>
      </p:sp>
      <p:sp>
        <p:nvSpPr>
          <p:cNvPr id="31" name="Jobbra nyíl 30">
            <a:extLst>
              <a:ext uri="{FF2B5EF4-FFF2-40B4-BE49-F238E27FC236}">
                <a16:creationId xmlns:a16="http://schemas.microsoft.com/office/drawing/2014/main" id="{C78F1632-CA88-3E6D-31FE-45A455861400}"/>
              </a:ext>
            </a:extLst>
          </p:cNvPr>
          <p:cNvSpPr/>
          <p:nvPr/>
        </p:nvSpPr>
        <p:spPr>
          <a:xfrm>
            <a:off x="3935758" y="5157192"/>
            <a:ext cx="4178028" cy="123498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hu-HU" sz="1600" dirty="0">
                <a:latin typeface="Times New Roman" panose="02020603050405020304" pitchFamily="18" charset="0"/>
                <a:cs typeface="Times New Roman" panose="02020603050405020304" pitchFamily="18" charset="0"/>
              </a:rPr>
              <a:t>Btk. 219. § (haszonszerzés vagy jelentős érdeksérelem)</a:t>
            </a:r>
          </a:p>
        </p:txBody>
      </p:sp>
      <p:sp>
        <p:nvSpPr>
          <p:cNvPr id="2" name="Cím 1">
            <a:extLst>
              <a:ext uri="{FF2B5EF4-FFF2-40B4-BE49-F238E27FC236}">
                <a16:creationId xmlns:a16="http://schemas.microsoft.com/office/drawing/2014/main" id="{0E940404-86EF-CC52-FD01-1C2FBFDA6A6C}"/>
              </a:ext>
            </a:extLst>
          </p:cNvPr>
          <p:cNvSpPr>
            <a:spLocks noGrp="1"/>
          </p:cNvSpPr>
          <p:nvPr>
            <p:ph type="title"/>
          </p:nvPr>
        </p:nvSpPr>
        <p:spPr>
          <a:xfrm>
            <a:off x="766972" y="0"/>
            <a:ext cx="10515600" cy="1325563"/>
          </a:xfrm>
        </p:spPr>
        <p:txBody>
          <a:bodyPr>
            <a:normAutofit/>
          </a:bodyPr>
          <a:lstStyle/>
          <a:p>
            <a:r>
              <a:rPr lang="hu-HU" sz="4000" dirty="0">
                <a:latin typeface="Times New Roman" panose="02020603050405020304" pitchFamily="18" charset="0"/>
                <a:cs typeface="Times New Roman" panose="02020603050405020304" pitchFamily="18" charset="0"/>
              </a:rPr>
              <a:t>Jogorvoslat</a:t>
            </a:r>
            <a:endParaRPr lang="de-DE"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7497874"/>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C353DD-7A9D-5777-2311-E1FF82FBF63B}"/>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3EDC66DF-AEB6-956D-E538-264806D54624}"/>
              </a:ext>
            </a:extLst>
          </p:cNvPr>
          <p:cNvSpPr>
            <a:spLocks noGrp="1"/>
          </p:cNvSpPr>
          <p:nvPr>
            <p:ph type="title"/>
          </p:nvPr>
        </p:nvSpPr>
        <p:spPr>
          <a:xfrm>
            <a:off x="793662" y="386930"/>
            <a:ext cx="10066122" cy="1298448"/>
          </a:xfrm>
        </p:spPr>
        <p:txBody>
          <a:bodyPr anchor="b">
            <a:normAutofit/>
          </a:bodyPr>
          <a:lstStyle/>
          <a:p>
            <a:r>
              <a:rPr lang="hu-HU" sz="3400" dirty="0">
                <a:latin typeface="Times New Roman" panose="02020603050405020304" pitchFamily="18" charset="0"/>
                <a:cs typeface="Times New Roman" panose="02020603050405020304" pitchFamily="18" charset="0"/>
              </a:rPr>
              <a:t>Nemzeti Adatvédelmi és Információszabadság Hatóság</a:t>
            </a:r>
            <a:br>
              <a:rPr lang="hu-HU" sz="3400" dirty="0">
                <a:latin typeface="Times New Roman" panose="02020603050405020304" pitchFamily="18" charset="0"/>
                <a:cs typeface="Times New Roman" panose="02020603050405020304" pitchFamily="18" charset="0"/>
              </a:rPr>
            </a:br>
            <a:r>
              <a:rPr lang="hu-HU" sz="3400" dirty="0">
                <a:latin typeface="Times New Roman" panose="02020603050405020304" pitchFamily="18" charset="0"/>
                <a:cs typeface="Times New Roman" panose="02020603050405020304" pitchFamily="18" charset="0"/>
              </a:rPr>
              <a:t> (NAIH) </a:t>
            </a:r>
          </a:p>
        </p:txBody>
      </p:sp>
      <p:sp>
        <p:nvSpPr>
          <p:cNvPr id="3081" name="Rectangle 308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rtalom helye 2">
            <a:extLst>
              <a:ext uri="{FF2B5EF4-FFF2-40B4-BE49-F238E27FC236}">
                <a16:creationId xmlns:a16="http://schemas.microsoft.com/office/drawing/2014/main" id="{E136EBFB-0BA5-2834-EF7C-8D12623A6902}"/>
              </a:ext>
            </a:extLst>
          </p:cNvPr>
          <p:cNvSpPr>
            <a:spLocks noGrp="1"/>
          </p:cNvSpPr>
          <p:nvPr>
            <p:ph idx="1"/>
          </p:nvPr>
        </p:nvSpPr>
        <p:spPr>
          <a:xfrm>
            <a:off x="293487" y="2527508"/>
            <a:ext cx="5618045" cy="3953721"/>
          </a:xfrm>
        </p:spPr>
        <p:txBody>
          <a:bodyPr anchor="ctr">
            <a:noAutofit/>
          </a:bodyPr>
          <a:lstStyle/>
          <a:p>
            <a:pPr marL="0" indent="0" rtl="0" eaLnBrk="1" latinLnBrk="0" hangingPunct="1">
              <a:spcAft>
                <a:spcPts val="600"/>
              </a:spcAft>
              <a:buNone/>
            </a:pPr>
            <a:r>
              <a:rPr lang="hu-HU" sz="2200" kern="1200" dirty="0">
                <a:effectLst/>
                <a:latin typeface="Times New Roman" panose="02020603050405020304" pitchFamily="18" charset="0"/>
                <a:cs typeface="Times New Roman" panose="02020603050405020304" pitchFamily="18" charset="0"/>
              </a:rPr>
              <a:t>A személyes adatok jogszerű kezelését hatósági szerv, a </a:t>
            </a:r>
            <a:r>
              <a:rPr lang="hu-HU" sz="2200" b="1" kern="1200" dirty="0">
                <a:effectLst/>
                <a:latin typeface="Times New Roman" panose="02020603050405020304" pitchFamily="18" charset="0"/>
                <a:cs typeface="Times New Roman" panose="02020603050405020304" pitchFamily="18" charset="0"/>
              </a:rPr>
              <a:t>Nemzeti Adatvédelmi és Információszabadság Hatóság (NAIH)</a:t>
            </a:r>
            <a:r>
              <a:rPr lang="hu-HU" sz="2200" kern="1200" dirty="0">
                <a:effectLst/>
                <a:latin typeface="Times New Roman" panose="02020603050405020304" pitchFamily="18" charset="0"/>
                <a:cs typeface="Times New Roman" panose="02020603050405020304" pitchFamily="18" charset="0"/>
              </a:rPr>
              <a:t> felügyeli, amely autonóm államigazgatási szerv, elnökét a miniszterelnök javaslatára a köztársasági elnök nevezi ki 9 évre.</a:t>
            </a:r>
            <a:endParaRPr lang="hu-HU" sz="2200" dirty="0">
              <a:latin typeface="Times New Roman" panose="02020603050405020304" pitchFamily="18" charset="0"/>
              <a:cs typeface="Times New Roman" panose="02020603050405020304" pitchFamily="18" charset="0"/>
            </a:endParaRPr>
          </a:p>
        </p:txBody>
      </p:sp>
      <p:pic>
        <p:nvPicPr>
          <p:cNvPr id="3074" name="Picture 2" descr="A Hatóságról - Nemzeti Adatvédelmi és Információszabadság Hatóság">
            <a:extLst>
              <a:ext uri="{FF2B5EF4-FFF2-40B4-BE49-F238E27FC236}">
                <a16:creationId xmlns:a16="http://schemas.microsoft.com/office/drawing/2014/main" id="{18C5D468-5D72-6DD5-4904-3865CF098D7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1532" y="3200400"/>
            <a:ext cx="5375082" cy="2190346"/>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308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6101652"/>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08A430-7380-04EC-BFDB-C670B12D2BAE}"/>
            </a:ext>
          </a:extLst>
        </p:cNvPr>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5" name="Freeform: Shape 9224">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ím 1">
            <a:extLst>
              <a:ext uri="{FF2B5EF4-FFF2-40B4-BE49-F238E27FC236}">
                <a16:creationId xmlns:a16="http://schemas.microsoft.com/office/drawing/2014/main" id="{B0656D0A-E1B1-ACE9-B39F-2A3AFA2B9464}"/>
              </a:ext>
            </a:extLst>
          </p:cNvPr>
          <p:cNvSpPr>
            <a:spLocks noGrp="1"/>
          </p:cNvSpPr>
          <p:nvPr>
            <p:ph type="title"/>
          </p:nvPr>
        </p:nvSpPr>
        <p:spPr>
          <a:xfrm>
            <a:off x="87085" y="141514"/>
            <a:ext cx="9392421" cy="1330841"/>
          </a:xfrm>
        </p:spPr>
        <p:txBody>
          <a:bodyPr>
            <a:normAutofit/>
          </a:bodyPr>
          <a:lstStyle/>
          <a:p>
            <a:r>
              <a:rPr lang="hu-HU" dirty="0" err="1">
                <a:latin typeface="Times New Roman" panose="02020603050405020304" pitchFamily="18" charset="0"/>
                <a:cs typeface="Times New Roman" panose="02020603050405020304" pitchFamily="18" charset="0"/>
              </a:rPr>
              <a:t>Bărbulescu</a:t>
            </a:r>
            <a:r>
              <a:rPr lang="hu-HU" dirty="0">
                <a:latin typeface="Times New Roman" panose="02020603050405020304" pitchFamily="18" charset="0"/>
                <a:cs typeface="Times New Roman" panose="02020603050405020304" pitchFamily="18" charset="0"/>
              </a:rPr>
              <a:t> kontra Románia ügy (no. 61496/08)</a:t>
            </a:r>
          </a:p>
        </p:txBody>
      </p:sp>
      <p:sp>
        <p:nvSpPr>
          <p:cNvPr id="3" name="Tartalom helye 2">
            <a:extLst>
              <a:ext uri="{FF2B5EF4-FFF2-40B4-BE49-F238E27FC236}">
                <a16:creationId xmlns:a16="http://schemas.microsoft.com/office/drawing/2014/main" id="{3E94F62A-3805-CD66-CF84-16F1584FB929}"/>
              </a:ext>
            </a:extLst>
          </p:cNvPr>
          <p:cNvSpPr>
            <a:spLocks noGrp="1"/>
          </p:cNvSpPr>
          <p:nvPr>
            <p:ph idx="1"/>
          </p:nvPr>
        </p:nvSpPr>
        <p:spPr>
          <a:xfrm>
            <a:off x="0" y="2223466"/>
            <a:ext cx="7913915" cy="4493020"/>
          </a:xfrm>
        </p:spPr>
        <p:txBody>
          <a:bodyPr>
            <a:noAutofit/>
          </a:bodyPr>
          <a:lstStyle/>
          <a:p>
            <a:pPr marL="0" indent="0" rtl="0" eaLnBrk="1" latinLnBrk="0" hangingPunct="1">
              <a:spcBef>
                <a:spcPts val="1000"/>
              </a:spcBef>
              <a:spcAft>
                <a:spcPts val="600"/>
              </a:spcAft>
              <a:buNone/>
            </a:pPr>
            <a:r>
              <a:rPr lang="hu-HU" sz="2000" kern="1200" dirty="0">
                <a:effectLst/>
                <a:latin typeface="Times New Roman" panose="02020603050405020304" pitchFamily="18" charset="0"/>
                <a:cs typeface="Times New Roman" panose="02020603050405020304" pitchFamily="18" charset="0"/>
              </a:rPr>
              <a:t>A felperes, Mihai </a:t>
            </a:r>
            <a:r>
              <a:rPr lang="hu-HU" sz="2000" kern="1200" dirty="0" err="1">
                <a:effectLst/>
                <a:latin typeface="Times New Roman" panose="02020603050405020304" pitchFamily="18" charset="0"/>
                <a:cs typeface="Times New Roman" panose="02020603050405020304" pitchFamily="18" charset="0"/>
              </a:rPr>
              <a:t>Bărbulescu</a:t>
            </a:r>
            <a:r>
              <a:rPr lang="hu-HU" sz="2000" kern="1200" dirty="0">
                <a:effectLst/>
                <a:latin typeface="Times New Roman" panose="02020603050405020304" pitchFamily="18" charset="0"/>
                <a:cs typeface="Times New Roman" panose="02020603050405020304" pitchFamily="18" charset="0"/>
              </a:rPr>
              <a:t>, aki egy magánszemély és a Románia egy cégénél dolgozott, a munkahelyi levelezésével kapcsolatos adatkezelés miatt pert indított, miután a munkáltatója ellenőrizte a munkahelyi csevegőszolgáltatón keresztül folytatott kommunikációját, és a személyes üzeneteit felhasználta az elbocsátásának indokolására.</a:t>
            </a:r>
          </a:p>
          <a:p>
            <a:pPr marL="0" indent="0" rtl="0" eaLnBrk="1" latinLnBrk="0" hangingPunct="1">
              <a:spcBef>
                <a:spcPts val="1000"/>
              </a:spcBef>
              <a:spcAft>
                <a:spcPts val="600"/>
              </a:spcAft>
              <a:buNone/>
            </a:pPr>
            <a:r>
              <a:rPr lang="hu-HU" sz="2000" kern="1200" dirty="0" err="1">
                <a:effectLst/>
                <a:latin typeface="Times New Roman" panose="02020603050405020304" pitchFamily="18" charset="0"/>
                <a:cs typeface="Times New Roman" panose="02020603050405020304" pitchFamily="18" charset="0"/>
              </a:rPr>
              <a:t>Bărbulescu</a:t>
            </a:r>
            <a:r>
              <a:rPr lang="hu-HU" sz="2000" kern="1200" dirty="0">
                <a:effectLst/>
                <a:latin typeface="Times New Roman" panose="02020603050405020304" pitchFamily="18" charset="0"/>
                <a:cs typeface="Times New Roman" panose="02020603050405020304" pitchFamily="18" charset="0"/>
              </a:rPr>
              <a:t> panaszában arra hivatkozott, hogy a munkáltatója megsértette a magánélethez való jogát, amikor a munkahelyi üzeneteit nyomon követte és azokat bizonyítékként használta fel. A panaszos nem kapott megfelelő tájékoztatást a monitorozás mértékéről, jellegéről, hogy a munkáltató hozzáférhet-e az üzenetek tényleges tartalmához.</a:t>
            </a:r>
          </a:p>
          <a:p>
            <a:pPr marL="0" indent="0" rtl="0" eaLnBrk="1" latinLnBrk="0" hangingPunct="1">
              <a:spcBef>
                <a:spcPts val="1000"/>
              </a:spcBef>
              <a:spcAft>
                <a:spcPts val="600"/>
              </a:spcAft>
              <a:buNone/>
            </a:pPr>
            <a:r>
              <a:rPr lang="hu-HU" sz="2000" kern="1200" dirty="0">
                <a:effectLst/>
                <a:latin typeface="Times New Roman" panose="02020603050405020304" pitchFamily="18" charset="0"/>
                <a:cs typeface="Times New Roman" panose="02020603050405020304" pitchFamily="18" charset="0"/>
              </a:rPr>
              <a:t>A munkáltató viszont arra hivatkozott, hogy a munkavállalók tudomásul vették a munkahelyi kommunikáció ellenőrzését, és hogy a munkahelyi érdekek védelme érdekében volt szükség az adatkezelésre. A belső szabályzat egyértelműen tiltja a magánjellegű internethasználatot.</a:t>
            </a:r>
          </a:p>
        </p:txBody>
      </p:sp>
      <p:pic>
        <p:nvPicPr>
          <p:cNvPr id="9218" name="Picture 2">
            <a:extLst>
              <a:ext uri="{FF2B5EF4-FFF2-40B4-BE49-F238E27FC236}">
                <a16:creationId xmlns:a16="http://schemas.microsoft.com/office/drawing/2014/main" id="{B5ADD2A4-20B1-E2F0-36C8-22E63FAEA17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01000" y="1449898"/>
            <a:ext cx="4190999" cy="2200274"/>
          </a:xfrm>
          <a:prstGeom prst="rect">
            <a:avLst/>
          </a:prstGeom>
          <a:noFill/>
          <a:extLst>
            <a:ext uri="{909E8E84-426E-40DD-AFC4-6F175D3DCCD1}">
              <a14:hiddenFill xmlns:a14="http://schemas.microsoft.com/office/drawing/2010/main">
                <a:solidFill>
                  <a:srgbClr val="FFFFFF"/>
                </a:solidFill>
              </a14:hiddenFill>
            </a:ext>
          </a:extLst>
        </p:spPr>
      </p:pic>
      <p:sp>
        <p:nvSpPr>
          <p:cNvPr id="9227" name="Freeform: Shape 9226">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artalom helye 2">
            <a:extLst>
              <a:ext uri="{FF2B5EF4-FFF2-40B4-BE49-F238E27FC236}">
                <a16:creationId xmlns:a16="http://schemas.microsoft.com/office/drawing/2014/main" id="{2D7B014F-EB0E-FE41-F7DC-CF6110C8DCF3}"/>
              </a:ext>
            </a:extLst>
          </p:cNvPr>
          <p:cNvSpPr txBox="1">
            <a:spLocks/>
          </p:cNvSpPr>
          <p:nvPr/>
        </p:nvSpPr>
        <p:spPr>
          <a:xfrm>
            <a:off x="8270240" y="3759200"/>
            <a:ext cx="3921759" cy="24502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hu-HU" sz="2000" dirty="0">
                <a:latin typeface="Times New Roman" panose="02020603050405020304" pitchFamily="18" charset="0"/>
                <a:cs typeface="Times New Roman" panose="02020603050405020304" pitchFamily="18" charset="0"/>
              </a:rPr>
              <a:t>A Bíróság végül kimondta, hogy történt jogsértés.</a:t>
            </a:r>
          </a:p>
          <a:p>
            <a:pPr>
              <a:spcAft>
                <a:spcPts val="600"/>
              </a:spcAft>
            </a:pPr>
            <a:r>
              <a:rPr lang="hu-HU" sz="2000" dirty="0">
                <a:latin typeface="Times New Roman" panose="02020603050405020304" pitchFamily="18" charset="0"/>
                <a:cs typeface="Times New Roman" panose="02020603050405020304" pitchFamily="18" charset="0"/>
              </a:rPr>
              <a:t>Kevésbé tolakodó módszer kellett volna az ellenőrzéshez.</a:t>
            </a:r>
          </a:p>
          <a:p>
            <a:pPr>
              <a:spcAft>
                <a:spcPts val="600"/>
              </a:spcAft>
            </a:pPr>
            <a:r>
              <a:rPr lang="hu-HU" sz="2000" dirty="0">
                <a:latin typeface="Times New Roman" panose="02020603050405020304" pitchFamily="18" charset="0"/>
                <a:cs typeface="Times New Roman" panose="02020603050405020304" pitchFamily="18" charset="0"/>
              </a:rPr>
              <a:t>Eseti tájékoztatás szükséges a megfigyelés mértékéről.</a:t>
            </a:r>
          </a:p>
        </p:txBody>
      </p:sp>
    </p:spTree>
    <p:extLst>
      <p:ext uri="{BB962C8B-B14F-4D97-AF65-F5344CB8AC3E}">
        <p14:creationId xmlns:p14="http://schemas.microsoft.com/office/powerpoint/2010/main" val="12616258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13926</TotalTime>
  <Words>3463</Words>
  <Application>Microsoft Office PowerPoint</Application>
  <PresentationFormat>Szélesvásznú</PresentationFormat>
  <Paragraphs>326</Paragraphs>
  <Slides>41</Slides>
  <Notes>6</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41</vt:i4>
      </vt:variant>
    </vt:vector>
  </HeadingPairs>
  <TitlesOfParts>
    <vt:vector size="46" baseType="lpstr">
      <vt:lpstr>Arial</vt:lpstr>
      <vt:lpstr>Calibri</vt:lpstr>
      <vt:lpstr>Calibri Light</vt:lpstr>
      <vt:lpstr>Times New Roman</vt:lpstr>
      <vt:lpstr>Office-téma</vt:lpstr>
      <vt:lpstr>Adatvédelem</vt:lpstr>
      <vt:lpstr>Az adatvédelmi jog jelentősége </vt:lpstr>
      <vt:lpstr>Digitális forradalom</vt:lpstr>
      <vt:lpstr>Személyre szabott hirdetések</vt:lpstr>
      <vt:lpstr>Az adatvédelmi jog története</vt:lpstr>
      <vt:lpstr>Jogforrások</vt:lpstr>
      <vt:lpstr>Adatvédelmi jog helye a jogrendszerben</vt:lpstr>
      <vt:lpstr>Adatvédelmi jog helye a jogrendszerben</vt:lpstr>
      <vt:lpstr>Adatvédelmi jog helye a jogrendszerben</vt:lpstr>
      <vt:lpstr>GDPR jelentősége </vt:lpstr>
      <vt:lpstr>Alapfogalmak - Személyes adat</vt:lpstr>
      <vt:lpstr>Adat</vt:lpstr>
      <vt:lpstr>Alapfogalmak –adatkezelés</vt:lpstr>
      <vt:lpstr>Alapfogalmak - adatfeldolgozás</vt:lpstr>
      <vt:lpstr>A jogszerű adatkezelés feltételei </vt:lpstr>
      <vt:lpstr>Az adatkezelés célja</vt:lpstr>
      <vt:lpstr>Jogalapok</vt:lpstr>
      <vt:lpstr>Jogalapok – 6. cikk</vt:lpstr>
      <vt:lpstr>Az adatkezelés jogalapja - hozzájárulás</vt:lpstr>
      <vt:lpstr>Az adatkezelés jogalapja - jogos érdek </vt:lpstr>
      <vt:lpstr>PowerPoint-bemutató</vt:lpstr>
      <vt:lpstr>Alapelvek</vt:lpstr>
      <vt:lpstr>Érintetti jogok</vt:lpstr>
      <vt:lpstr>Tájékoztatáshoz való jog</vt:lpstr>
      <vt:lpstr>Hozzáféréshez való jog</vt:lpstr>
      <vt:lpstr>Érintetti jogok – elfeledtetéshez való jog</vt:lpstr>
      <vt:lpstr>PowerPoint-bemutató</vt:lpstr>
      <vt:lpstr>PowerPoint-bemutató</vt:lpstr>
      <vt:lpstr>Profilalkotás</vt:lpstr>
      <vt:lpstr>Profilalkotás</vt:lpstr>
      <vt:lpstr>Korlátozások – 23. cikk</vt:lpstr>
      <vt:lpstr>Biztonsági követelmények</vt:lpstr>
      <vt:lpstr>Adatbiztonság –  32. cikk</vt:lpstr>
      <vt:lpstr>Ír adatbiztonsági útmutatás https://www.dataprotection.ie/en/organisations/know-your-obligations/data-security-guidance </vt:lpstr>
      <vt:lpstr>Ha valami balul sül el…</vt:lpstr>
      <vt:lpstr>Bejelentés – 33. cikk</vt:lpstr>
      <vt:lpstr>Bejelentés – 33. cikk</vt:lpstr>
      <vt:lpstr>Érintett tájékoztatása – 34. cikk</vt:lpstr>
      <vt:lpstr>Jogorvoslat</vt:lpstr>
      <vt:lpstr>Nemzeti Adatvédelmi és Információszabadság Hatóság  (NAIH) </vt:lpstr>
      <vt:lpstr>Bărbulescu kontra Románia ügy (no. 61496/08)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Adatvédelem</dc:title>
  <dc:creator>Krisztina Nagy</dc:creator>
  <cp:lastModifiedBy>Dr. Puskás Tamás</cp:lastModifiedBy>
  <cp:revision>193</cp:revision>
  <dcterms:created xsi:type="dcterms:W3CDTF">2019-10-04T14:06:43Z</dcterms:created>
  <dcterms:modified xsi:type="dcterms:W3CDTF">2026-03-06T08:51:06Z</dcterms:modified>
</cp:coreProperties>
</file>